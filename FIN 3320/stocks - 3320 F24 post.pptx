
<file path=[Content_Types].xml><?xml version="1.0" encoding="utf-8"?>
<Types xmlns="http://schemas.openxmlformats.org/package/2006/content-types">
  <Default Extension="bin" ContentType="application/vnd.openxmlformats-officedocument.oleObject"/>
  <Default Extension="emf" ContentType="image/x-emf"/>
  <Default Extension="jpeg" ContentType="image/jpeg"/>
  <Default Extension="jpg" ContentType="image/jpeg"/>
  <Default Extension="png" ContentType="image/png"/>
  <Default Extension="rels" ContentType="application/vnd.openxmlformats-package.relationships+xml"/>
  <Default Extension="wmf" ContentType="image/x-wmf"/>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57.xml" ContentType="application/vnd.openxmlformats-officedocument.presentationml.slide+xml"/>
  <Override PartName="/ppt/slides/slide58.xml" ContentType="application/vnd.openxmlformats-officedocument.presentationml.slide+xml"/>
  <Override PartName="/ppt/slides/slide59.xml" ContentType="application/vnd.openxmlformats-officedocument.presentationml.slide+xml"/>
  <Override PartName="/ppt/slides/slide60.xml" ContentType="application/vnd.openxmlformats-officedocument.presentationml.slide+xml"/>
  <Override PartName="/ppt/slides/slide61.xml" ContentType="application/vnd.openxmlformats-officedocument.presentationml.slide+xml"/>
  <Override PartName="/ppt/slides/slide62.xml" ContentType="application/vnd.openxmlformats-officedocument.presentationml.slide+xml"/>
  <Override PartName="/ppt/slides/slide63.xml" ContentType="application/vnd.openxmlformats-officedocument.presentationml.slide+xml"/>
  <Override PartName="/ppt/slides/slide64.xml" ContentType="application/vnd.openxmlformats-officedocument.presentationml.slide+xml"/>
  <Override PartName="/ppt/slides/slide65.xml" ContentType="application/vnd.openxmlformats-officedocument.presentationml.slide+xml"/>
  <Override PartName="/ppt/slides/slide66.xml" ContentType="application/vnd.openxmlformats-officedocument.presentationml.slide+xml"/>
  <Override PartName="/ppt/slides/slide67.xml" ContentType="application/vnd.openxmlformats-officedocument.presentationml.slide+xml"/>
  <Override PartName="/ppt/slides/slide68.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notesSlides/notesSlide37.xml" ContentType="application/vnd.openxmlformats-officedocument.presentationml.notesSlide+xml"/>
  <Override PartName="/ppt/notesSlides/notesSlide38.xml" ContentType="application/vnd.openxmlformats-officedocument.presentationml.notesSlide+xml"/>
  <Override PartName="/ppt/notesSlides/notesSlide39.xml" ContentType="application/vnd.openxmlformats-officedocument.presentationml.notesSlide+xml"/>
  <Override PartName="/ppt/notesSlides/notesSlide40.xml" ContentType="application/vnd.openxmlformats-officedocument.presentationml.notesSlide+xml"/>
  <Override PartName="/ppt/notesSlides/notesSlide41.xml" ContentType="application/vnd.openxmlformats-officedocument.presentationml.notesSlide+xml"/>
  <Override PartName="/ppt/notesSlides/notesSlide42.xml" ContentType="application/vnd.openxmlformats-officedocument.presentationml.notesSlide+xml"/>
  <Override PartName="/ppt/notesSlides/notesSlide43.xml" ContentType="application/vnd.openxmlformats-officedocument.presentationml.notesSlide+xml"/>
  <Override PartName="/ppt/notesSlides/notesSlide44.xml" ContentType="application/vnd.openxmlformats-officedocument.presentationml.notesSlide+xml"/>
  <Override PartName="/ppt/notesSlides/notesSlide45.xml" ContentType="application/vnd.openxmlformats-officedocument.presentationml.notesSlide+xml"/>
  <Override PartName="/ppt/notesSlides/notesSlide46.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notesMasterIdLst>
    <p:notesMasterId r:id="rId70"/>
  </p:notesMasterIdLst>
  <p:sldIdLst>
    <p:sldId id="1388" r:id="rId2"/>
    <p:sldId id="1387" r:id="rId3"/>
    <p:sldId id="269" r:id="rId4"/>
    <p:sldId id="1428" r:id="rId5"/>
    <p:sldId id="1429" r:id="rId6"/>
    <p:sldId id="1391" r:id="rId7"/>
    <p:sldId id="1438" r:id="rId8"/>
    <p:sldId id="1393" r:id="rId9"/>
    <p:sldId id="291" r:id="rId10"/>
    <p:sldId id="280" r:id="rId11"/>
    <p:sldId id="295" r:id="rId12"/>
    <p:sldId id="296" r:id="rId13"/>
    <p:sldId id="1395" r:id="rId14"/>
    <p:sldId id="1431" r:id="rId15"/>
    <p:sldId id="284" r:id="rId16"/>
    <p:sldId id="298" r:id="rId17"/>
    <p:sldId id="300" r:id="rId18"/>
    <p:sldId id="1492" r:id="rId19"/>
    <p:sldId id="1397" r:id="rId20"/>
    <p:sldId id="303" r:id="rId21"/>
    <p:sldId id="307" r:id="rId22"/>
    <p:sldId id="1440" r:id="rId23"/>
    <p:sldId id="1442" r:id="rId24"/>
    <p:sldId id="1471" r:id="rId25"/>
    <p:sldId id="304" r:id="rId26"/>
    <p:sldId id="306" r:id="rId27"/>
    <p:sldId id="305" r:id="rId28"/>
    <p:sldId id="1474" r:id="rId29"/>
    <p:sldId id="1473" r:id="rId30"/>
    <p:sldId id="308" r:id="rId31"/>
    <p:sldId id="309" r:id="rId32"/>
    <p:sldId id="1505" r:id="rId33"/>
    <p:sldId id="312" r:id="rId34"/>
    <p:sldId id="1475" r:id="rId35"/>
    <p:sldId id="1495" r:id="rId36"/>
    <p:sldId id="278" r:id="rId37"/>
    <p:sldId id="1494" r:id="rId38"/>
    <p:sldId id="1504" r:id="rId39"/>
    <p:sldId id="1507" r:id="rId40"/>
    <p:sldId id="1493" r:id="rId41"/>
    <p:sldId id="1506" r:id="rId42"/>
    <p:sldId id="1503" r:id="rId43"/>
    <p:sldId id="327" r:id="rId44"/>
    <p:sldId id="1499" r:id="rId45"/>
    <p:sldId id="1498" r:id="rId46"/>
    <p:sldId id="274" r:id="rId47"/>
    <p:sldId id="329" r:id="rId48"/>
    <p:sldId id="328" r:id="rId49"/>
    <p:sldId id="330" r:id="rId50"/>
    <p:sldId id="341" r:id="rId51"/>
    <p:sldId id="1405" r:id="rId52"/>
    <p:sldId id="1433" r:id="rId53"/>
    <p:sldId id="1437" r:id="rId54"/>
    <p:sldId id="1435" r:id="rId55"/>
    <p:sldId id="1410" r:id="rId56"/>
    <p:sldId id="1411" r:id="rId57"/>
    <p:sldId id="1412" r:id="rId58"/>
    <p:sldId id="1413" r:id="rId59"/>
    <p:sldId id="1414" r:id="rId60"/>
    <p:sldId id="1415" r:id="rId61"/>
    <p:sldId id="1416" r:id="rId62"/>
    <p:sldId id="1417" r:id="rId63"/>
    <p:sldId id="1418" r:id="rId64"/>
    <p:sldId id="1419" r:id="rId65"/>
    <p:sldId id="1420" r:id="rId66"/>
    <p:sldId id="1421" r:id="rId67"/>
    <p:sldId id="1422" r:id="rId68"/>
    <p:sldId id="1423" r:id="rId69"/>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045" autoAdjust="0"/>
    <p:restoredTop sz="94660"/>
  </p:normalViewPr>
  <p:slideViewPr>
    <p:cSldViewPr snapToGrid="0">
      <p:cViewPr varScale="1">
        <p:scale>
          <a:sx n="82" d="100"/>
          <a:sy n="82" d="100"/>
        </p:scale>
        <p:origin x="894" y="60"/>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26" Type="http://schemas.openxmlformats.org/officeDocument/2006/relationships/slide" Target="slides/slide25.xml"/><Relationship Id="rId21" Type="http://schemas.openxmlformats.org/officeDocument/2006/relationships/slide" Target="slides/slide20.xml"/><Relationship Id="rId42" Type="http://schemas.openxmlformats.org/officeDocument/2006/relationships/slide" Target="slides/slide41.xml"/><Relationship Id="rId47" Type="http://schemas.openxmlformats.org/officeDocument/2006/relationships/slide" Target="slides/slide46.xml"/><Relationship Id="rId63" Type="http://schemas.openxmlformats.org/officeDocument/2006/relationships/slide" Target="slides/slide62.xml"/><Relationship Id="rId68" Type="http://schemas.openxmlformats.org/officeDocument/2006/relationships/slide" Target="slides/slide67.xml"/><Relationship Id="rId2" Type="http://schemas.openxmlformats.org/officeDocument/2006/relationships/slide" Target="slides/slide1.xml"/><Relationship Id="rId16" Type="http://schemas.openxmlformats.org/officeDocument/2006/relationships/slide" Target="slides/slide15.xml"/><Relationship Id="rId29" Type="http://schemas.openxmlformats.org/officeDocument/2006/relationships/slide" Target="slides/slide28.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slide" Target="slides/slide36.xml"/><Relationship Id="rId40" Type="http://schemas.openxmlformats.org/officeDocument/2006/relationships/slide" Target="slides/slide39.xml"/><Relationship Id="rId45" Type="http://schemas.openxmlformats.org/officeDocument/2006/relationships/slide" Target="slides/slide44.xml"/><Relationship Id="rId53" Type="http://schemas.openxmlformats.org/officeDocument/2006/relationships/slide" Target="slides/slide52.xml"/><Relationship Id="rId58" Type="http://schemas.openxmlformats.org/officeDocument/2006/relationships/slide" Target="slides/slide57.xml"/><Relationship Id="rId66" Type="http://schemas.openxmlformats.org/officeDocument/2006/relationships/slide" Target="slides/slide65.xml"/><Relationship Id="rId74" Type="http://schemas.openxmlformats.org/officeDocument/2006/relationships/tableStyles" Target="tableStyles.xml"/><Relationship Id="rId5" Type="http://schemas.openxmlformats.org/officeDocument/2006/relationships/slide" Target="slides/slide4.xml"/><Relationship Id="rId61" Type="http://schemas.openxmlformats.org/officeDocument/2006/relationships/slide" Target="slides/slide60.xml"/><Relationship Id="rId19" Type="http://schemas.openxmlformats.org/officeDocument/2006/relationships/slide" Target="slides/slide1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3" Type="http://schemas.openxmlformats.org/officeDocument/2006/relationships/slide" Target="slides/slide42.xml"/><Relationship Id="rId48" Type="http://schemas.openxmlformats.org/officeDocument/2006/relationships/slide" Target="slides/slide47.xml"/><Relationship Id="rId56" Type="http://schemas.openxmlformats.org/officeDocument/2006/relationships/slide" Target="slides/slide55.xml"/><Relationship Id="rId64" Type="http://schemas.openxmlformats.org/officeDocument/2006/relationships/slide" Target="slides/slide63.xml"/><Relationship Id="rId69" Type="http://schemas.openxmlformats.org/officeDocument/2006/relationships/slide" Target="slides/slide68.xml"/><Relationship Id="rId8" Type="http://schemas.openxmlformats.org/officeDocument/2006/relationships/slide" Target="slides/slide7.xml"/><Relationship Id="rId51" Type="http://schemas.openxmlformats.org/officeDocument/2006/relationships/slide" Target="slides/slide50.xml"/><Relationship Id="rId72" Type="http://schemas.openxmlformats.org/officeDocument/2006/relationships/viewProps" Target="viewProps.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 Id="rId46" Type="http://schemas.openxmlformats.org/officeDocument/2006/relationships/slide" Target="slides/slide45.xml"/><Relationship Id="rId59" Type="http://schemas.openxmlformats.org/officeDocument/2006/relationships/slide" Target="slides/slide58.xml"/><Relationship Id="rId67" Type="http://schemas.openxmlformats.org/officeDocument/2006/relationships/slide" Target="slides/slide66.xml"/><Relationship Id="rId20" Type="http://schemas.openxmlformats.org/officeDocument/2006/relationships/slide" Target="slides/slide19.xml"/><Relationship Id="rId41" Type="http://schemas.openxmlformats.org/officeDocument/2006/relationships/slide" Target="slides/slide40.xml"/><Relationship Id="rId54" Type="http://schemas.openxmlformats.org/officeDocument/2006/relationships/slide" Target="slides/slide53.xml"/><Relationship Id="rId62" Type="http://schemas.openxmlformats.org/officeDocument/2006/relationships/slide" Target="slides/slide61.xml"/><Relationship Id="rId70" Type="http://schemas.openxmlformats.org/officeDocument/2006/relationships/notesMaster" Target="notesMasters/notesMaster1.xml"/><Relationship Id="rId1" Type="http://schemas.openxmlformats.org/officeDocument/2006/relationships/slideMaster" Target="slideMasters/slideMaster1.xml"/><Relationship Id="rId6" Type="http://schemas.openxmlformats.org/officeDocument/2006/relationships/slide" Target="slides/slide5.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49" Type="http://schemas.openxmlformats.org/officeDocument/2006/relationships/slide" Target="slides/slide48.xml"/><Relationship Id="rId57" Type="http://schemas.openxmlformats.org/officeDocument/2006/relationships/slide" Target="slides/slide56.xml"/><Relationship Id="rId10" Type="http://schemas.openxmlformats.org/officeDocument/2006/relationships/slide" Target="slides/slide9.xml"/><Relationship Id="rId31" Type="http://schemas.openxmlformats.org/officeDocument/2006/relationships/slide" Target="slides/slide30.xml"/><Relationship Id="rId44" Type="http://schemas.openxmlformats.org/officeDocument/2006/relationships/slide" Target="slides/slide43.xml"/><Relationship Id="rId52" Type="http://schemas.openxmlformats.org/officeDocument/2006/relationships/slide" Target="slides/slide51.xml"/><Relationship Id="rId60" Type="http://schemas.openxmlformats.org/officeDocument/2006/relationships/slide" Target="slides/slide59.xml"/><Relationship Id="rId65" Type="http://schemas.openxmlformats.org/officeDocument/2006/relationships/slide" Target="slides/slide64.xml"/><Relationship Id="rId73" Type="http://schemas.openxmlformats.org/officeDocument/2006/relationships/theme" Target="theme/theme1.xml"/><Relationship Id="rId4" Type="http://schemas.openxmlformats.org/officeDocument/2006/relationships/slide" Target="slides/slide3.xml"/><Relationship Id="rId9" Type="http://schemas.openxmlformats.org/officeDocument/2006/relationships/slide" Target="slides/slide8.xml"/><Relationship Id="rId13" Type="http://schemas.openxmlformats.org/officeDocument/2006/relationships/slide" Target="slides/slide12.xml"/><Relationship Id="rId18" Type="http://schemas.openxmlformats.org/officeDocument/2006/relationships/slide" Target="slides/slide17.xml"/><Relationship Id="rId39" Type="http://schemas.openxmlformats.org/officeDocument/2006/relationships/slide" Target="slides/slide38.xml"/><Relationship Id="rId34" Type="http://schemas.openxmlformats.org/officeDocument/2006/relationships/slide" Target="slides/slide33.xml"/><Relationship Id="rId50" Type="http://schemas.openxmlformats.org/officeDocument/2006/relationships/slide" Target="slides/slide49.xml"/><Relationship Id="rId55" Type="http://schemas.openxmlformats.org/officeDocument/2006/relationships/slide" Target="slides/slide54.xml"/><Relationship Id="rId7" Type="http://schemas.openxmlformats.org/officeDocument/2006/relationships/slide" Target="slides/slide6.xml"/><Relationship Id="rId71" Type="http://schemas.openxmlformats.org/officeDocument/2006/relationships/presProps" Target="presProp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B8A22967-BE32-4E3A-AA3E-24BA7C0B15CE}" type="datetimeFigureOut">
              <a:rPr lang="en-US" smtClean="0"/>
              <a:t>10/2/2024</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885FD6B6-2818-40A7-83C2-FF5708794920}" type="slidenum">
              <a:rPr lang="en-US" smtClean="0"/>
              <a:t>‹#›</a:t>
            </a:fld>
            <a:endParaRPr lang="en-US"/>
          </a:p>
        </p:txBody>
      </p:sp>
    </p:spTree>
    <p:extLst>
      <p:ext uri="{BB962C8B-B14F-4D97-AF65-F5344CB8AC3E}">
        <p14:creationId xmlns:p14="http://schemas.microsoft.com/office/powerpoint/2010/main" val="501321333"/>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7.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8.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29.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30.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31.xml"/><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2" Type="http://schemas.openxmlformats.org/officeDocument/2006/relationships/slide" Target="../slides/slide32.xml"/><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2" Type="http://schemas.openxmlformats.org/officeDocument/2006/relationships/slide" Target="../slides/slide33.xml"/><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2" Type="http://schemas.openxmlformats.org/officeDocument/2006/relationships/slide" Target="../slides/slide36.xml"/><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2" Type="http://schemas.openxmlformats.org/officeDocument/2006/relationships/slide" Target="../slides/slide38.xml"/><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2" Type="http://schemas.openxmlformats.org/officeDocument/2006/relationships/slide" Target="../slides/slide41.xml"/><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2" Type="http://schemas.openxmlformats.org/officeDocument/2006/relationships/slide" Target="../slides/slide42.xml"/><Relationship Id="rId1" Type="http://schemas.openxmlformats.org/officeDocument/2006/relationships/notesMaster" Target="../notesMasters/notesMaster1.xml"/></Relationships>
</file>

<file path=ppt/notesSlides/_rels/notesSlide31.xml.rels><?xml version="1.0" encoding="UTF-8" standalone="yes"?>
<Relationships xmlns="http://schemas.openxmlformats.org/package/2006/relationships"><Relationship Id="rId2" Type="http://schemas.openxmlformats.org/officeDocument/2006/relationships/slide" Target="../slides/slide43.xml"/><Relationship Id="rId1" Type="http://schemas.openxmlformats.org/officeDocument/2006/relationships/notesMaster" Target="../notesMasters/notesMaster1.xml"/></Relationships>
</file>

<file path=ppt/notesSlides/_rels/notesSlide32.xml.rels><?xml version="1.0" encoding="UTF-8" standalone="yes"?>
<Relationships xmlns="http://schemas.openxmlformats.org/package/2006/relationships"><Relationship Id="rId2" Type="http://schemas.openxmlformats.org/officeDocument/2006/relationships/slide" Target="../slides/slide46.xml"/><Relationship Id="rId1" Type="http://schemas.openxmlformats.org/officeDocument/2006/relationships/notesMaster" Target="../notesMasters/notesMaster1.xml"/></Relationships>
</file>

<file path=ppt/notesSlides/_rels/notesSlide33.xml.rels><?xml version="1.0" encoding="UTF-8" standalone="yes"?>
<Relationships xmlns="http://schemas.openxmlformats.org/package/2006/relationships"><Relationship Id="rId2" Type="http://schemas.openxmlformats.org/officeDocument/2006/relationships/slide" Target="../slides/slide47.xml"/><Relationship Id="rId1" Type="http://schemas.openxmlformats.org/officeDocument/2006/relationships/notesMaster" Target="../notesMasters/notesMaster1.xml"/></Relationships>
</file>

<file path=ppt/notesSlides/_rels/notesSlide34.xml.rels><?xml version="1.0" encoding="UTF-8" standalone="yes"?>
<Relationships xmlns="http://schemas.openxmlformats.org/package/2006/relationships"><Relationship Id="rId2" Type="http://schemas.openxmlformats.org/officeDocument/2006/relationships/slide" Target="../slides/slide48.xml"/><Relationship Id="rId1" Type="http://schemas.openxmlformats.org/officeDocument/2006/relationships/notesMaster" Target="../notesMasters/notesMaster1.xml"/></Relationships>
</file>

<file path=ppt/notesSlides/_rels/notesSlide35.xml.rels><?xml version="1.0" encoding="UTF-8" standalone="yes"?>
<Relationships xmlns="http://schemas.openxmlformats.org/package/2006/relationships"><Relationship Id="rId2" Type="http://schemas.openxmlformats.org/officeDocument/2006/relationships/slide" Target="../slides/slide49.xml"/><Relationship Id="rId1" Type="http://schemas.openxmlformats.org/officeDocument/2006/relationships/notesMaster" Target="../notesMasters/notesMaster1.xml"/></Relationships>
</file>

<file path=ppt/notesSlides/_rels/notesSlide36.xml.rels><?xml version="1.0" encoding="UTF-8" standalone="yes"?>
<Relationships xmlns="http://schemas.openxmlformats.org/package/2006/relationships"><Relationship Id="rId2" Type="http://schemas.openxmlformats.org/officeDocument/2006/relationships/slide" Target="../slides/slide50.xml"/><Relationship Id="rId1" Type="http://schemas.openxmlformats.org/officeDocument/2006/relationships/notesMaster" Target="../notesMasters/notesMaster1.xml"/></Relationships>
</file>

<file path=ppt/notesSlides/_rels/notesSlide37.xml.rels><?xml version="1.0" encoding="UTF-8" standalone="yes"?>
<Relationships xmlns="http://schemas.openxmlformats.org/package/2006/relationships"><Relationship Id="rId2" Type="http://schemas.openxmlformats.org/officeDocument/2006/relationships/slide" Target="../slides/slide51.xml"/><Relationship Id="rId1" Type="http://schemas.openxmlformats.org/officeDocument/2006/relationships/notesMaster" Target="../notesMasters/notesMaster1.xml"/></Relationships>
</file>

<file path=ppt/notesSlides/_rels/notesSlide38.xml.rels><?xml version="1.0" encoding="UTF-8" standalone="yes"?>
<Relationships xmlns="http://schemas.openxmlformats.org/package/2006/relationships"><Relationship Id="rId2" Type="http://schemas.openxmlformats.org/officeDocument/2006/relationships/slide" Target="../slides/slide52.xml"/><Relationship Id="rId1" Type="http://schemas.openxmlformats.org/officeDocument/2006/relationships/notesMaster" Target="../notesMasters/notesMaster1.xml"/></Relationships>
</file>

<file path=ppt/notesSlides/_rels/notesSlide39.xml.rels><?xml version="1.0" encoding="UTF-8" standalone="yes"?>
<Relationships xmlns="http://schemas.openxmlformats.org/package/2006/relationships"><Relationship Id="rId2" Type="http://schemas.openxmlformats.org/officeDocument/2006/relationships/slide" Target="../slides/slide54.xml"/><Relationship Id="rId1" Type="http://schemas.openxmlformats.org/officeDocument/2006/relationships/notesMaster" Target="../notesMasters/notesMaster1.xml"/></Relationships>
</file>

<file path=ppt/notesSlides/_rels/notesSlide40.xml.rels><?xml version="1.0" encoding="UTF-8" standalone="yes"?>
<Relationships xmlns="http://schemas.openxmlformats.org/package/2006/relationships"><Relationship Id="rId2" Type="http://schemas.openxmlformats.org/officeDocument/2006/relationships/slide" Target="../slides/slide58.xml"/><Relationship Id="rId1" Type="http://schemas.openxmlformats.org/officeDocument/2006/relationships/notesMaster" Target="../notesMasters/notesMaster1.xml"/></Relationships>
</file>

<file path=ppt/notesSlides/_rels/notesSlide41.xml.rels><?xml version="1.0" encoding="UTF-8" standalone="yes"?>
<Relationships xmlns="http://schemas.openxmlformats.org/package/2006/relationships"><Relationship Id="rId2" Type="http://schemas.openxmlformats.org/officeDocument/2006/relationships/slide" Target="../slides/slide59.xml"/><Relationship Id="rId1" Type="http://schemas.openxmlformats.org/officeDocument/2006/relationships/notesMaster" Target="../notesMasters/notesMaster1.xml"/></Relationships>
</file>

<file path=ppt/notesSlides/_rels/notesSlide42.xml.rels><?xml version="1.0" encoding="UTF-8" standalone="yes"?>
<Relationships xmlns="http://schemas.openxmlformats.org/package/2006/relationships"><Relationship Id="rId2" Type="http://schemas.openxmlformats.org/officeDocument/2006/relationships/slide" Target="../slides/slide61.xml"/><Relationship Id="rId1" Type="http://schemas.openxmlformats.org/officeDocument/2006/relationships/notesMaster" Target="../notesMasters/notesMaster1.xml"/></Relationships>
</file>

<file path=ppt/notesSlides/_rels/notesSlide43.xml.rels><?xml version="1.0" encoding="UTF-8" standalone="yes"?>
<Relationships xmlns="http://schemas.openxmlformats.org/package/2006/relationships"><Relationship Id="rId2" Type="http://schemas.openxmlformats.org/officeDocument/2006/relationships/slide" Target="../slides/slide62.xml"/><Relationship Id="rId1" Type="http://schemas.openxmlformats.org/officeDocument/2006/relationships/notesMaster" Target="../notesMasters/notesMaster1.xml"/></Relationships>
</file>

<file path=ppt/notesSlides/_rels/notesSlide44.xml.rels><?xml version="1.0" encoding="UTF-8" standalone="yes"?>
<Relationships xmlns="http://schemas.openxmlformats.org/package/2006/relationships"><Relationship Id="rId2" Type="http://schemas.openxmlformats.org/officeDocument/2006/relationships/slide" Target="../slides/slide63.xml"/><Relationship Id="rId1" Type="http://schemas.openxmlformats.org/officeDocument/2006/relationships/notesMaster" Target="../notesMasters/notesMaster1.xml"/></Relationships>
</file>

<file path=ppt/notesSlides/_rels/notesSlide45.xml.rels><?xml version="1.0" encoding="UTF-8" standalone="yes"?>
<Relationships xmlns="http://schemas.openxmlformats.org/package/2006/relationships"><Relationship Id="rId2" Type="http://schemas.openxmlformats.org/officeDocument/2006/relationships/slide" Target="../slides/slide64.xml"/><Relationship Id="rId1" Type="http://schemas.openxmlformats.org/officeDocument/2006/relationships/notesMaster" Target="../notesMasters/notesMaster1.xml"/></Relationships>
</file>

<file path=ppt/notesSlides/_rels/notesSlide46.xml.rels><?xml version="1.0" encoding="UTF-8" standalone="yes"?>
<Relationships xmlns="http://schemas.openxmlformats.org/package/2006/relationships"><Relationship Id="rId2" Type="http://schemas.openxmlformats.org/officeDocument/2006/relationships/slide" Target="../slides/slide68.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lang="en-US" altLang="en-US" dirty="0"/>
          </a:p>
        </p:txBody>
      </p:sp>
      <p:sp>
        <p:nvSpPr>
          <p:cNvPr id="4" name="Slide Number Placeholder 3"/>
          <p:cNvSpPr>
            <a:spLocks noGrp="1"/>
          </p:cNvSpPr>
          <p:nvPr>
            <p:ph type="sldNum" sz="quarter" idx="5"/>
          </p:nvPr>
        </p:nvSpPr>
        <p:spPr/>
        <p:txBody>
          <a:bodyPr/>
          <a:lstStyle/>
          <a:p>
            <a:fld id="{969E8D09-9492-4554-9C8F-456CB81F32A8}" type="slidenum">
              <a:rPr lang="en-US" smtClean="0"/>
              <a:t>1</a:t>
            </a:fld>
            <a:endParaRPr lang="en-US"/>
          </a:p>
        </p:txBody>
      </p:sp>
    </p:spTree>
    <p:extLst>
      <p:ext uri="{BB962C8B-B14F-4D97-AF65-F5344CB8AC3E}">
        <p14:creationId xmlns:p14="http://schemas.microsoft.com/office/powerpoint/2010/main" val="3844807050"/>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194" name="Slide Image Placeholder 1">
            <a:extLst>
              <a:ext uri="{FF2B5EF4-FFF2-40B4-BE49-F238E27FC236}">
                <a16:creationId xmlns:a16="http://schemas.microsoft.com/office/drawing/2014/main" id="{AB35B801-D34D-4617-B0BF-FF3D5E6B7F65}"/>
              </a:ext>
            </a:extLst>
          </p:cNvPr>
          <p:cNvSpPr>
            <a:spLocks noGrp="1" noRot="1" noChangeAspect="1" noChangeArrowheads="1" noTextEdit="1"/>
          </p:cNvSpPr>
          <p:nvPr>
            <p:ph type="sldImg"/>
          </p:nvPr>
        </p:nvSpPr>
        <p:spPr>
          <a:ln/>
        </p:spPr>
      </p:sp>
      <p:sp>
        <p:nvSpPr>
          <p:cNvPr id="8195" name="Notes Placeholder 2">
            <a:extLst>
              <a:ext uri="{FF2B5EF4-FFF2-40B4-BE49-F238E27FC236}">
                <a16:creationId xmlns:a16="http://schemas.microsoft.com/office/drawing/2014/main" id="{CAEB7306-FC54-40DE-BABA-E76C03CAE6EB}"/>
              </a:ext>
            </a:extLst>
          </p:cNvPr>
          <p:cNvSpPr>
            <a:spLocks noGrp="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en-US" altLang="en-US">
              <a:latin typeface="Arial" panose="020B0604020202020204" pitchFamily="34" charset="0"/>
            </a:endParaRPr>
          </a:p>
        </p:txBody>
      </p:sp>
      <p:sp>
        <p:nvSpPr>
          <p:cNvPr id="8196" name="Slide Number Placeholder 3">
            <a:extLst>
              <a:ext uri="{FF2B5EF4-FFF2-40B4-BE49-F238E27FC236}">
                <a16:creationId xmlns:a16="http://schemas.microsoft.com/office/drawing/2014/main" id="{6E532D5B-2E66-4E3F-A472-1CE772E94AB2}"/>
              </a:ext>
            </a:extLst>
          </p:cNvPr>
          <p:cNvSpPr>
            <a:spLocks noGrp="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30000"/>
              </a:spcBef>
              <a:defRPr sz="1200">
                <a:solidFill>
                  <a:schemeClr val="tx1"/>
                </a:solidFill>
                <a:latin typeface="Arial" panose="020B0604020202020204" pitchFamily="34" charset="0"/>
              </a:defRPr>
            </a:lvl1pPr>
            <a:lvl2pPr marL="742950" indent="-285750">
              <a:spcBef>
                <a:spcPct val="30000"/>
              </a:spcBef>
              <a:defRPr sz="1200">
                <a:solidFill>
                  <a:schemeClr val="tx1"/>
                </a:solidFill>
                <a:latin typeface="Arial" panose="020B0604020202020204" pitchFamily="34" charset="0"/>
              </a:defRPr>
            </a:lvl2pPr>
            <a:lvl3pPr marL="1143000" indent="-228600">
              <a:spcBef>
                <a:spcPct val="30000"/>
              </a:spcBef>
              <a:defRPr sz="1200">
                <a:solidFill>
                  <a:schemeClr val="tx1"/>
                </a:solidFill>
                <a:latin typeface="Arial" panose="020B0604020202020204" pitchFamily="34" charset="0"/>
              </a:defRPr>
            </a:lvl3pPr>
            <a:lvl4pPr marL="1600200" indent="-228600">
              <a:spcBef>
                <a:spcPct val="30000"/>
              </a:spcBef>
              <a:defRPr sz="1200">
                <a:solidFill>
                  <a:schemeClr val="tx1"/>
                </a:solidFill>
                <a:latin typeface="Arial" panose="020B0604020202020204" pitchFamily="34" charset="0"/>
              </a:defRPr>
            </a:lvl4pPr>
            <a:lvl5pPr marL="2057400" indent="-228600">
              <a:spcBef>
                <a:spcPct val="30000"/>
              </a:spcBef>
              <a:defRPr sz="1200">
                <a:solidFill>
                  <a:schemeClr val="tx1"/>
                </a:solidFill>
                <a:latin typeface="Arial" panose="020B0604020202020204" pitchFamily="34" charset="0"/>
              </a:defRPr>
            </a:lvl5pPr>
            <a:lvl6pPr marL="2514600" indent="-228600" eaLnBrk="0" fontAlgn="base" hangingPunct="0">
              <a:spcBef>
                <a:spcPct val="30000"/>
              </a:spcBef>
              <a:spcAft>
                <a:spcPct val="0"/>
              </a:spcAft>
              <a:defRPr sz="1200">
                <a:solidFill>
                  <a:schemeClr val="tx1"/>
                </a:solidFill>
                <a:latin typeface="Arial" panose="020B0604020202020204" pitchFamily="34" charset="0"/>
              </a:defRPr>
            </a:lvl6pPr>
            <a:lvl7pPr marL="2971800" indent="-228600" eaLnBrk="0" fontAlgn="base" hangingPunct="0">
              <a:spcBef>
                <a:spcPct val="30000"/>
              </a:spcBef>
              <a:spcAft>
                <a:spcPct val="0"/>
              </a:spcAft>
              <a:defRPr sz="1200">
                <a:solidFill>
                  <a:schemeClr val="tx1"/>
                </a:solidFill>
                <a:latin typeface="Arial" panose="020B0604020202020204" pitchFamily="34" charset="0"/>
              </a:defRPr>
            </a:lvl7pPr>
            <a:lvl8pPr marL="3429000" indent="-228600" eaLnBrk="0" fontAlgn="base" hangingPunct="0">
              <a:spcBef>
                <a:spcPct val="30000"/>
              </a:spcBef>
              <a:spcAft>
                <a:spcPct val="0"/>
              </a:spcAft>
              <a:defRPr sz="1200">
                <a:solidFill>
                  <a:schemeClr val="tx1"/>
                </a:solidFill>
                <a:latin typeface="Arial" panose="020B0604020202020204" pitchFamily="34" charset="0"/>
              </a:defRPr>
            </a:lvl8pPr>
            <a:lvl9pPr marL="3886200" indent="-228600" eaLnBrk="0" fontAlgn="base" hangingPunct="0">
              <a:spcBef>
                <a:spcPct val="30000"/>
              </a:spcBef>
              <a:spcAft>
                <a:spcPct val="0"/>
              </a:spcAft>
              <a:defRPr sz="1200">
                <a:solidFill>
                  <a:schemeClr val="tx1"/>
                </a:solidFill>
                <a:latin typeface="Arial" panose="020B0604020202020204" pitchFamily="34" charset="0"/>
              </a:defRPr>
            </a:lvl9pPr>
          </a:lstStyle>
          <a:p>
            <a:pPr>
              <a:spcBef>
                <a:spcPct val="0"/>
              </a:spcBef>
            </a:pPr>
            <a:fld id="{F5D7BD28-6DE1-4048-8309-1B6B306E2E2E}" type="slidenum">
              <a:rPr lang="en-US" altLang="en-US"/>
              <a:pPr>
                <a:spcBef>
                  <a:spcPct val="0"/>
                </a:spcBef>
              </a:pPr>
              <a:t>3</a:t>
            </a:fld>
            <a:endParaRPr lang="en-US" altLang="en-US"/>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IN" dirty="0"/>
          </a:p>
        </p:txBody>
      </p:sp>
      <p:sp>
        <p:nvSpPr>
          <p:cNvPr id="4" name="Slide Number Placeholder 3"/>
          <p:cNvSpPr>
            <a:spLocks noGrp="1"/>
          </p:cNvSpPr>
          <p:nvPr>
            <p:ph type="sldNum" sz="quarter" idx="5"/>
          </p:nvPr>
        </p:nvSpPr>
        <p:spPr/>
        <p:txBody>
          <a:bodyPr/>
          <a:lstStyle/>
          <a:p>
            <a:fld id="{969E8D09-9492-4554-9C8F-456CB81F32A8}" type="slidenum">
              <a:rPr lang="en-US" smtClean="0"/>
              <a:t>4</a:t>
            </a:fld>
            <a:endParaRPr lang="en-US"/>
          </a:p>
        </p:txBody>
      </p:sp>
    </p:spTree>
    <p:extLst>
      <p:ext uri="{BB962C8B-B14F-4D97-AF65-F5344CB8AC3E}">
        <p14:creationId xmlns:p14="http://schemas.microsoft.com/office/powerpoint/2010/main" val="3260269350"/>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969E8D09-9492-4554-9C8F-456CB81F32A8}" type="slidenum">
              <a:rPr lang="en-US" smtClean="0"/>
              <a:t>6</a:t>
            </a:fld>
            <a:endParaRPr lang="en-US"/>
          </a:p>
        </p:txBody>
      </p:sp>
    </p:spTree>
    <p:extLst>
      <p:ext uri="{BB962C8B-B14F-4D97-AF65-F5344CB8AC3E}">
        <p14:creationId xmlns:p14="http://schemas.microsoft.com/office/powerpoint/2010/main" val="926946569"/>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2530" name="Slide Image Placeholder 1">
            <a:extLst>
              <a:ext uri="{FF2B5EF4-FFF2-40B4-BE49-F238E27FC236}">
                <a16:creationId xmlns:a16="http://schemas.microsoft.com/office/drawing/2014/main" id="{F47E7244-00F0-4AD7-BACD-CDCC0C681EC8}"/>
              </a:ext>
            </a:extLst>
          </p:cNvPr>
          <p:cNvSpPr>
            <a:spLocks noGrp="1" noRot="1" noChangeAspect="1" noChangeArrowheads="1" noTextEdit="1"/>
          </p:cNvSpPr>
          <p:nvPr>
            <p:ph type="sldImg"/>
          </p:nvPr>
        </p:nvSpPr>
        <p:spPr>
          <a:ln/>
        </p:spPr>
      </p:sp>
      <p:sp>
        <p:nvSpPr>
          <p:cNvPr id="22531" name="Notes Placeholder 2">
            <a:extLst>
              <a:ext uri="{FF2B5EF4-FFF2-40B4-BE49-F238E27FC236}">
                <a16:creationId xmlns:a16="http://schemas.microsoft.com/office/drawing/2014/main" id="{0476F98B-D7CD-4A46-BDF5-220097EEEAB3}"/>
              </a:ext>
            </a:extLst>
          </p:cNvPr>
          <p:cNvSpPr>
            <a:spLocks noGrp="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en-US" altLang="en-US">
              <a:latin typeface="Arial" panose="020B0604020202020204" pitchFamily="34" charset="0"/>
            </a:endParaRPr>
          </a:p>
        </p:txBody>
      </p:sp>
      <p:sp>
        <p:nvSpPr>
          <p:cNvPr id="22532" name="Slide Number Placeholder 3">
            <a:extLst>
              <a:ext uri="{FF2B5EF4-FFF2-40B4-BE49-F238E27FC236}">
                <a16:creationId xmlns:a16="http://schemas.microsoft.com/office/drawing/2014/main" id="{4336210B-323F-422E-8C02-8F64367FF45D}"/>
              </a:ext>
            </a:extLst>
          </p:cNvPr>
          <p:cNvSpPr>
            <a:spLocks noGrp="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30000"/>
              </a:spcBef>
              <a:defRPr sz="1200">
                <a:solidFill>
                  <a:schemeClr val="tx1"/>
                </a:solidFill>
                <a:latin typeface="Arial" panose="020B0604020202020204" pitchFamily="34" charset="0"/>
              </a:defRPr>
            </a:lvl1pPr>
            <a:lvl2pPr marL="742950" indent="-285750">
              <a:spcBef>
                <a:spcPct val="30000"/>
              </a:spcBef>
              <a:defRPr sz="1200">
                <a:solidFill>
                  <a:schemeClr val="tx1"/>
                </a:solidFill>
                <a:latin typeface="Arial" panose="020B0604020202020204" pitchFamily="34" charset="0"/>
              </a:defRPr>
            </a:lvl2pPr>
            <a:lvl3pPr marL="1143000" indent="-228600">
              <a:spcBef>
                <a:spcPct val="30000"/>
              </a:spcBef>
              <a:defRPr sz="1200">
                <a:solidFill>
                  <a:schemeClr val="tx1"/>
                </a:solidFill>
                <a:latin typeface="Arial" panose="020B0604020202020204" pitchFamily="34" charset="0"/>
              </a:defRPr>
            </a:lvl3pPr>
            <a:lvl4pPr marL="1600200" indent="-228600">
              <a:spcBef>
                <a:spcPct val="30000"/>
              </a:spcBef>
              <a:defRPr sz="1200">
                <a:solidFill>
                  <a:schemeClr val="tx1"/>
                </a:solidFill>
                <a:latin typeface="Arial" panose="020B0604020202020204" pitchFamily="34" charset="0"/>
              </a:defRPr>
            </a:lvl4pPr>
            <a:lvl5pPr marL="2057400" indent="-228600">
              <a:spcBef>
                <a:spcPct val="30000"/>
              </a:spcBef>
              <a:defRPr sz="1200">
                <a:solidFill>
                  <a:schemeClr val="tx1"/>
                </a:solidFill>
                <a:latin typeface="Arial" panose="020B0604020202020204" pitchFamily="34" charset="0"/>
              </a:defRPr>
            </a:lvl5pPr>
            <a:lvl6pPr marL="2514600" indent="-228600" eaLnBrk="0" fontAlgn="base" hangingPunct="0">
              <a:spcBef>
                <a:spcPct val="30000"/>
              </a:spcBef>
              <a:spcAft>
                <a:spcPct val="0"/>
              </a:spcAft>
              <a:defRPr sz="1200">
                <a:solidFill>
                  <a:schemeClr val="tx1"/>
                </a:solidFill>
                <a:latin typeface="Arial" panose="020B0604020202020204" pitchFamily="34" charset="0"/>
              </a:defRPr>
            </a:lvl6pPr>
            <a:lvl7pPr marL="2971800" indent="-228600" eaLnBrk="0" fontAlgn="base" hangingPunct="0">
              <a:spcBef>
                <a:spcPct val="30000"/>
              </a:spcBef>
              <a:spcAft>
                <a:spcPct val="0"/>
              </a:spcAft>
              <a:defRPr sz="1200">
                <a:solidFill>
                  <a:schemeClr val="tx1"/>
                </a:solidFill>
                <a:latin typeface="Arial" panose="020B0604020202020204" pitchFamily="34" charset="0"/>
              </a:defRPr>
            </a:lvl7pPr>
            <a:lvl8pPr marL="3429000" indent="-228600" eaLnBrk="0" fontAlgn="base" hangingPunct="0">
              <a:spcBef>
                <a:spcPct val="30000"/>
              </a:spcBef>
              <a:spcAft>
                <a:spcPct val="0"/>
              </a:spcAft>
              <a:defRPr sz="1200">
                <a:solidFill>
                  <a:schemeClr val="tx1"/>
                </a:solidFill>
                <a:latin typeface="Arial" panose="020B0604020202020204" pitchFamily="34" charset="0"/>
              </a:defRPr>
            </a:lvl8pPr>
            <a:lvl9pPr marL="3886200" indent="-228600" eaLnBrk="0" fontAlgn="base" hangingPunct="0">
              <a:spcBef>
                <a:spcPct val="30000"/>
              </a:spcBef>
              <a:spcAft>
                <a:spcPct val="0"/>
              </a:spcAft>
              <a:defRPr sz="1200">
                <a:solidFill>
                  <a:schemeClr val="tx1"/>
                </a:solidFill>
                <a:latin typeface="Arial" panose="020B0604020202020204" pitchFamily="34" charset="0"/>
              </a:defRPr>
            </a:lvl9pPr>
          </a:lstStyle>
          <a:p>
            <a:pPr>
              <a:spcBef>
                <a:spcPct val="0"/>
              </a:spcBef>
            </a:pPr>
            <a:fld id="{6E9ADB9B-B308-46F5-98DC-468E169139B2}" type="slidenum">
              <a:rPr lang="en-US" altLang="en-US"/>
              <a:pPr>
                <a:spcBef>
                  <a:spcPct val="0"/>
                </a:spcBef>
              </a:pPr>
              <a:t>9</a:t>
            </a:fld>
            <a:endParaRPr lang="en-US" altLang="en-US"/>
          </a:p>
        </p:txBody>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6626" name="Slide Image Placeholder 1">
            <a:extLst>
              <a:ext uri="{FF2B5EF4-FFF2-40B4-BE49-F238E27FC236}">
                <a16:creationId xmlns:a16="http://schemas.microsoft.com/office/drawing/2014/main" id="{840A0144-0DA4-4BFD-9917-A51EBA9A58DD}"/>
              </a:ext>
            </a:extLst>
          </p:cNvPr>
          <p:cNvSpPr>
            <a:spLocks noGrp="1" noRot="1" noChangeAspect="1" noChangeArrowheads="1" noTextEdit="1"/>
          </p:cNvSpPr>
          <p:nvPr>
            <p:ph type="sldImg"/>
          </p:nvPr>
        </p:nvSpPr>
        <p:spPr>
          <a:ln/>
        </p:spPr>
      </p:sp>
      <p:sp>
        <p:nvSpPr>
          <p:cNvPr id="26627" name="Notes Placeholder 2">
            <a:extLst>
              <a:ext uri="{FF2B5EF4-FFF2-40B4-BE49-F238E27FC236}">
                <a16:creationId xmlns:a16="http://schemas.microsoft.com/office/drawing/2014/main" id="{6CF73FC7-35E3-46EC-9976-140F6603BBFC}"/>
              </a:ext>
            </a:extLst>
          </p:cNvPr>
          <p:cNvSpPr>
            <a:spLocks noGrp="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en-US" altLang="en-US">
              <a:latin typeface="Arial" panose="020B0604020202020204" pitchFamily="34" charset="0"/>
            </a:endParaRPr>
          </a:p>
        </p:txBody>
      </p:sp>
      <p:sp>
        <p:nvSpPr>
          <p:cNvPr id="26628" name="Slide Number Placeholder 3">
            <a:extLst>
              <a:ext uri="{FF2B5EF4-FFF2-40B4-BE49-F238E27FC236}">
                <a16:creationId xmlns:a16="http://schemas.microsoft.com/office/drawing/2014/main" id="{BB67F421-2730-4AE1-9F81-49D70014F27F}"/>
              </a:ext>
            </a:extLst>
          </p:cNvPr>
          <p:cNvSpPr>
            <a:spLocks noGrp="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30000"/>
              </a:spcBef>
              <a:defRPr sz="1200">
                <a:solidFill>
                  <a:schemeClr val="tx1"/>
                </a:solidFill>
                <a:latin typeface="Arial" panose="020B0604020202020204" pitchFamily="34" charset="0"/>
              </a:defRPr>
            </a:lvl1pPr>
            <a:lvl2pPr marL="742950" indent="-285750">
              <a:spcBef>
                <a:spcPct val="30000"/>
              </a:spcBef>
              <a:defRPr sz="1200">
                <a:solidFill>
                  <a:schemeClr val="tx1"/>
                </a:solidFill>
                <a:latin typeface="Arial" panose="020B0604020202020204" pitchFamily="34" charset="0"/>
              </a:defRPr>
            </a:lvl2pPr>
            <a:lvl3pPr marL="1143000" indent="-228600">
              <a:spcBef>
                <a:spcPct val="30000"/>
              </a:spcBef>
              <a:defRPr sz="1200">
                <a:solidFill>
                  <a:schemeClr val="tx1"/>
                </a:solidFill>
                <a:latin typeface="Arial" panose="020B0604020202020204" pitchFamily="34" charset="0"/>
              </a:defRPr>
            </a:lvl3pPr>
            <a:lvl4pPr marL="1600200" indent="-228600">
              <a:spcBef>
                <a:spcPct val="30000"/>
              </a:spcBef>
              <a:defRPr sz="1200">
                <a:solidFill>
                  <a:schemeClr val="tx1"/>
                </a:solidFill>
                <a:latin typeface="Arial" panose="020B0604020202020204" pitchFamily="34" charset="0"/>
              </a:defRPr>
            </a:lvl4pPr>
            <a:lvl5pPr marL="2057400" indent="-228600">
              <a:spcBef>
                <a:spcPct val="30000"/>
              </a:spcBef>
              <a:defRPr sz="1200">
                <a:solidFill>
                  <a:schemeClr val="tx1"/>
                </a:solidFill>
                <a:latin typeface="Arial" panose="020B0604020202020204" pitchFamily="34" charset="0"/>
              </a:defRPr>
            </a:lvl5pPr>
            <a:lvl6pPr marL="2514600" indent="-228600" eaLnBrk="0" fontAlgn="base" hangingPunct="0">
              <a:spcBef>
                <a:spcPct val="30000"/>
              </a:spcBef>
              <a:spcAft>
                <a:spcPct val="0"/>
              </a:spcAft>
              <a:defRPr sz="1200">
                <a:solidFill>
                  <a:schemeClr val="tx1"/>
                </a:solidFill>
                <a:latin typeface="Arial" panose="020B0604020202020204" pitchFamily="34" charset="0"/>
              </a:defRPr>
            </a:lvl6pPr>
            <a:lvl7pPr marL="2971800" indent="-228600" eaLnBrk="0" fontAlgn="base" hangingPunct="0">
              <a:spcBef>
                <a:spcPct val="30000"/>
              </a:spcBef>
              <a:spcAft>
                <a:spcPct val="0"/>
              </a:spcAft>
              <a:defRPr sz="1200">
                <a:solidFill>
                  <a:schemeClr val="tx1"/>
                </a:solidFill>
                <a:latin typeface="Arial" panose="020B0604020202020204" pitchFamily="34" charset="0"/>
              </a:defRPr>
            </a:lvl7pPr>
            <a:lvl8pPr marL="3429000" indent="-228600" eaLnBrk="0" fontAlgn="base" hangingPunct="0">
              <a:spcBef>
                <a:spcPct val="30000"/>
              </a:spcBef>
              <a:spcAft>
                <a:spcPct val="0"/>
              </a:spcAft>
              <a:defRPr sz="1200">
                <a:solidFill>
                  <a:schemeClr val="tx1"/>
                </a:solidFill>
                <a:latin typeface="Arial" panose="020B0604020202020204" pitchFamily="34" charset="0"/>
              </a:defRPr>
            </a:lvl8pPr>
            <a:lvl9pPr marL="3886200" indent="-228600" eaLnBrk="0" fontAlgn="base" hangingPunct="0">
              <a:spcBef>
                <a:spcPct val="30000"/>
              </a:spcBef>
              <a:spcAft>
                <a:spcPct val="0"/>
              </a:spcAft>
              <a:defRPr sz="1200">
                <a:solidFill>
                  <a:schemeClr val="tx1"/>
                </a:solidFill>
                <a:latin typeface="Arial" panose="020B0604020202020204" pitchFamily="34" charset="0"/>
              </a:defRPr>
            </a:lvl9pPr>
          </a:lstStyle>
          <a:p>
            <a:pPr>
              <a:spcBef>
                <a:spcPct val="0"/>
              </a:spcBef>
            </a:pPr>
            <a:fld id="{898B9543-2258-451C-93C3-1A487C4365B1}" type="slidenum">
              <a:rPr lang="en-US" altLang="en-US"/>
              <a:pPr>
                <a:spcBef>
                  <a:spcPct val="0"/>
                </a:spcBef>
              </a:pPr>
              <a:t>10</a:t>
            </a:fld>
            <a:endParaRPr lang="en-US" altLang="en-US"/>
          </a:p>
        </p:txBody>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2770" name="Slide Image Placeholder 1">
            <a:extLst>
              <a:ext uri="{FF2B5EF4-FFF2-40B4-BE49-F238E27FC236}">
                <a16:creationId xmlns:a16="http://schemas.microsoft.com/office/drawing/2014/main" id="{7AD5E01E-1579-4970-B7AC-79A239D56050}"/>
              </a:ext>
            </a:extLst>
          </p:cNvPr>
          <p:cNvSpPr>
            <a:spLocks noGrp="1" noRot="1" noChangeAspect="1" noChangeArrowheads="1" noTextEdit="1"/>
          </p:cNvSpPr>
          <p:nvPr>
            <p:ph type="sldImg"/>
          </p:nvPr>
        </p:nvSpPr>
        <p:spPr>
          <a:ln/>
        </p:spPr>
      </p:sp>
      <p:sp>
        <p:nvSpPr>
          <p:cNvPr id="32771" name="Notes Placeholder 2">
            <a:extLst>
              <a:ext uri="{FF2B5EF4-FFF2-40B4-BE49-F238E27FC236}">
                <a16:creationId xmlns:a16="http://schemas.microsoft.com/office/drawing/2014/main" id="{2891CC01-EF56-43B4-8478-1F7C5F68469E}"/>
              </a:ext>
            </a:extLst>
          </p:cNvPr>
          <p:cNvSpPr>
            <a:spLocks noGrp="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en-US" altLang="en-US">
              <a:latin typeface="Arial" panose="020B0604020202020204" pitchFamily="34" charset="0"/>
            </a:endParaRPr>
          </a:p>
        </p:txBody>
      </p:sp>
      <p:sp>
        <p:nvSpPr>
          <p:cNvPr id="32772" name="Slide Number Placeholder 3">
            <a:extLst>
              <a:ext uri="{FF2B5EF4-FFF2-40B4-BE49-F238E27FC236}">
                <a16:creationId xmlns:a16="http://schemas.microsoft.com/office/drawing/2014/main" id="{59DC4DD3-B739-46EE-B3B7-C5601CF5BD0E}"/>
              </a:ext>
            </a:extLst>
          </p:cNvPr>
          <p:cNvSpPr>
            <a:spLocks noGrp="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30000"/>
              </a:spcBef>
              <a:defRPr sz="1200">
                <a:solidFill>
                  <a:schemeClr val="tx1"/>
                </a:solidFill>
                <a:latin typeface="Arial" panose="020B0604020202020204" pitchFamily="34" charset="0"/>
              </a:defRPr>
            </a:lvl1pPr>
            <a:lvl2pPr marL="742950" indent="-285750">
              <a:spcBef>
                <a:spcPct val="30000"/>
              </a:spcBef>
              <a:defRPr sz="1200">
                <a:solidFill>
                  <a:schemeClr val="tx1"/>
                </a:solidFill>
                <a:latin typeface="Arial" panose="020B0604020202020204" pitchFamily="34" charset="0"/>
              </a:defRPr>
            </a:lvl2pPr>
            <a:lvl3pPr marL="1143000" indent="-228600">
              <a:spcBef>
                <a:spcPct val="30000"/>
              </a:spcBef>
              <a:defRPr sz="1200">
                <a:solidFill>
                  <a:schemeClr val="tx1"/>
                </a:solidFill>
                <a:latin typeface="Arial" panose="020B0604020202020204" pitchFamily="34" charset="0"/>
              </a:defRPr>
            </a:lvl3pPr>
            <a:lvl4pPr marL="1600200" indent="-228600">
              <a:spcBef>
                <a:spcPct val="30000"/>
              </a:spcBef>
              <a:defRPr sz="1200">
                <a:solidFill>
                  <a:schemeClr val="tx1"/>
                </a:solidFill>
                <a:latin typeface="Arial" panose="020B0604020202020204" pitchFamily="34" charset="0"/>
              </a:defRPr>
            </a:lvl4pPr>
            <a:lvl5pPr marL="2057400" indent="-228600">
              <a:spcBef>
                <a:spcPct val="30000"/>
              </a:spcBef>
              <a:defRPr sz="1200">
                <a:solidFill>
                  <a:schemeClr val="tx1"/>
                </a:solidFill>
                <a:latin typeface="Arial" panose="020B0604020202020204" pitchFamily="34" charset="0"/>
              </a:defRPr>
            </a:lvl5pPr>
            <a:lvl6pPr marL="2514600" indent="-228600" eaLnBrk="0" fontAlgn="base" hangingPunct="0">
              <a:spcBef>
                <a:spcPct val="30000"/>
              </a:spcBef>
              <a:spcAft>
                <a:spcPct val="0"/>
              </a:spcAft>
              <a:defRPr sz="1200">
                <a:solidFill>
                  <a:schemeClr val="tx1"/>
                </a:solidFill>
                <a:latin typeface="Arial" panose="020B0604020202020204" pitchFamily="34" charset="0"/>
              </a:defRPr>
            </a:lvl6pPr>
            <a:lvl7pPr marL="2971800" indent="-228600" eaLnBrk="0" fontAlgn="base" hangingPunct="0">
              <a:spcBef>
                <a:spcPct val="30000"/>
              </a:spcBef>
              <a:spcAft>
                <a:spcPct val="0"/>
              </a:spcAft>
              <a:defRPr sz="1200">
                <a:solidFill>
                  <a:schemeClr val="tx1"/>
                </a:solidFill>
                <a:latin typeface="Arial" panose="020B0604020202020204" pitchFamily="34" charset="0"/>
              </a:defRPr>
            </a:lvl7pPr>
            <a:lvl8pPr marL="3429000" indent="-228600" eaLnBrk="0" fontAlgn="base" hangingPunct="0">
              <a:spcBef>
                <a:spcPct val="30000"/>
              </a:spcBef>
              <a:spcAft>
                <a:spcPct val="0"/>
              </a:spcAft>
              <a:defRPr sz="1200">
                <a:solidFill>
                  <a:schemeClr val="tx1"/>
                </a:solidFill>
                <a:latin typeface="Arial" panose="020B0604020202020204" pitchFamily="34" charset="0"/>
              </a:defRPr>
            </a:lvl8pPr>
            <a:lvl9pPr marL="3886200" indent="-228600" eaLnBrk="0" fontAlgn="base" hangingPunct="0">
              <a:spcBef>
                <a:spcPct val="30000"/>
              </a:spcBef>
              <a:spcAft>
                <a:spcPct val="0"/>
              </a:spcAft>
              <a:defRPr sz="1200">
                <a:solidFill>
                  <a:schemeClr val="tx1"/>
                </a:solidFill>
                <a:latin typeface="Arial" panose="020B0604020202020204" pitchFamily="34" charset="0"/>
              </a:defRPr>
            </a:lvl9pPr>
          </a:lstStyle>
          <a:p>
            <a:pPr>
              <a:spcBef>
                <a:spcPct val="0"/>
              </a:spcBef>
            </a:pPr>
            <a:fld id="{2CD003EB-8DA1-40DF-A670-A5F7277AA07E}" type="slidenum">
              <a:rPr lang="en-US" altLang="en-US"/>
              <a:pPr>
                <a:spcBef>
                  <a:spcPct val="0"/>
                </a:spcBef>
              </a:pPr>
              <a:t>11</a:t>
            </a:fld>
            <a:endParaRPr lang="en-US" altLang="en-US"/>
          </a:p>
        </p:txBody>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4818" name="Rectangle 7">
            <a:extLst>
              <a:ext uri="{FF2B5EF4-FFF2-40B4-BE49-F238E27FC236}">
                <a16:creationId xmlns:a16="http://schemas.microsoft.com/office/drawing/2014/main" id="{C27807B5-CA1B-4136-9C08-03E1E9E40332}"/>
              </a:ext>
            </a:extLst>
          </p:cNvPr>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30000"/>
              </a:spcBef>
              <a:defRPr sz="1200">
                <a:solidFill>
                  <a:schemeClr val="tx1"/>
                </a:solidFill>
                <a:latin typeface="Arial" panose="020B0604020202020204" pitchFamily="34" charset="0"/>
              </a:defRPr>
            </a:lvl1pPr>
            <a:lvl2pPr marL="742950" indent="-285750">
              <a:spcBef>
                <a:spcPct val="30000"/>
              </a:spcBef>
              <a:defRPr sz="1200">
                <a:solidFill>
                  <a:schemeClr val="tx1"/>
                </a:solidFill>
                <a:latin typeface="Arial" panose="020B0604020202020204" pitchFamily="34" charset="0"/>
              </a:defRPr>
            </a:lvl2pPr>
            <a:lvl3pPr marL="1143000" indent="-228600">
              <a:spcBef>
                <a:spcPct val="30000"/>
              </a:spcBef>
              <a:defRPr sz="1200">
                <a:solidFill>
                  <a:schemeClr val="tx1"/>
                </a:solidFill>
                <a:latin typeface="Arial" panose="020B0604020202020204" pitchFamily="34" charset="0"/>
              </a:defRPr>
            </a:lvl3pPr>
            <a:lvl4pPr marL="1600200" indent="-228600">
              <a:spcBef>
                <a:spcPct val="30000"/>
              </a:spcBef>
              <a:defRPr sz="1200">
                <a:solidFill>
                  <a:schemeClr val="tx1"/>
                </a:solidFill>
                <a:latin typeface="Arial" panose="020B0604020202020204" pitchFamily="34" charset="0"/>
              </a:defRPr>
            </a:lvl4pPr>
            <a:lvl5pPr marL="2057400" indent="-228600">
              <a:spcBef>
                <a:spcPct val="30000"/>
              </a:spcBef>
              <a:defRPr sz="1200">
                <a:solidFill>
                  <a:schemeClr val="tx1"/>
                </a:solidFill>
                <a:latin typeface="Arial" panose="020B0604020202020204" pitchFamily="34" charset="0"/>
              </a:defRPr>
            </a:lvl5pPr>
            <a:lvl6pPr marL="2514600" indent="-228600" eaLnBrk="0" fontAlgn="base" hangingPunct="0">
              <a:spcBef>
                <a:spcPct val="30000"/>
              </a:spcBef>
              <a:spcAft>
                <a:spcPct val="0"/>
              </a:spcAft>
              <a:defRPr sz="1200">
                <a:solidFill>
                  <a:schemeClr val="tx1"/>
                </a:solidFill>
                <a:latin typeface="Arial" panose="020B0604020202020204" pitchFamily="34" charset="0"/>
              </a:defRPr>
            </a:lvl6pPr>
            <a:lvl7pPr marL="2971800" indent="-228600" eaLnBrk="0" fontAlgn="base" hangingPunct="0">
              <a:spcBef>
                <a:spcPct val="30000"/>
              </a:spcBef>
              <a:spcAft>
                <a:spcPct val="0"/>
              </a:spcAft>
              <a:defRPr sz="1200">
                <a:solidFill>
                  <a:schemeClr val="tx1"/>
                </a:solidFill>
                <a:latin typeface="Arial" panose="020B0604020202020204" pitchFamily="34" charset="0"/>
              </a:defRPr>
            </a:lvl7pPr>
            <a:lvl8pPr marL="3429000" indent="-228600" eaLnBrk="0" fontAlgn="base" hangingPunct="0">
              <a:spcBef>
                <a:spcPct val="30000"/>
              </a:spcBef>
              <a:spcAft>
                <a:spcPct val="0"/>
              </a:spcAft>
              <a:defRPr sz="1200">
                <a:solidFill>
                  <a:schemeClr val="tx1"/>
                </a:solidFill>
                <a:latin typeface="Arial" panose="020B0604020202020204" pitchFamily="34" charset="0"/>
              </a:defRPr>
            </a:lvl8pPr>
            <a:lvl9pPr marL="3886200" indent="-228600" eaLnBrk="0" fontAlgn="base" hangingPunct="0">
              <a:spcBef>
                <a:spcPct val="30000"/>
              </a:spcBef>
              <a:spcAft>
                <a:spcPct val="0"/>
              </a:spcAft>
              <a:defRPr sz="1200">
                <a:solidFill>
                  <a:schemeClr val="tx1"/>
                </a:solidFill>
                <a:latin typeface="Arial" panose="020B0604020202020204" pitchFamily="34" charset="0"/>
              </a:defRPr>
            </a:lvl9pPr>
          </a:lstStyle>
          <a:p>
            <a:pPr>
              <a:spcBef>
                <a:spcPct val="0"/>
              </a:spcBef>
            </a:pPr>
            <a:fld id="{FD392636-F6AB-43CF-8232-8BA10C9D890C}" type="slidenum">
              <a:rPr lang="en-US" altLang="en-US"/>
              <a:pPr>
                <a:spcBef>
                  <a:spcPct val="0"/>
                </a:spcBef>
              </a:pPr>
              <a:t>12</a:t>
            </a:fld>
            <a:endParaRPr lang="en-US" altLang="en-US"/>
          </a:p>
        </p:txBody>
      </p:sp>
      <p:sp>
        <p:nvSpPr>
          <p:cNvPr id="34819" name="Rectangle 2">
            <a:extLst>
              <a:ext uri="{FF2B5EF4-FFF2-40B4-BE49-F238E27FC236}">
                <a16:creationId xmlns:a16="http://schemas.microsoft.com/office/drawing/2014/main" id="{B9B63E18-3251-44CC-A2B4-64AA33BF2EF2}"/>
              </a:ext>
            </a:extLst>
          </p:cNvPr>
          <p:cNvSpPr>
            <a:spLocks noGrp="1" noRot="1" noChangeAspect="1" noChangeArrowheads="1" noTextEdit="1"/>
          </p:cNvSpPr>
          <p:nvPr>
            <p:ph type="sldImg"/>
          </p:nvPr>
        </p:nvSpPr>
        <p:spPr>
          <a:ln/>
        </p:spPr>
      </p:sp>
      <p:sp>
        <p:nvSpPr>
          <p:cNvPr id="34820" name="Rectangle 3">
            <a:extLst>
              <a:ext uri="{FF2B5EF4-FFF2-40B4-BE49-F238E27FC236}">
                <a16:creationId xmlns:a16="http://schemas.microsoft.com/office/drawing/2014/main" id="{295E963A-2992-4F70-AD9F-B73AF94EDF4A}"/>
              </a:ext>
            </a:extLst>
          </p:cNvPr>
          <p:cNvSpPr>
            <a:spLocks noGrp="1" noChangeArrowheads="1"/>
          </p:cNvSpPr>
          <p:nvPr>
            <p:ph type="body" idx="1"/>
          </p:nvPr>
        </p:nvSpPr>
        <p:spPr>
          <a:xfrm>
            <a:off x="914400" y="4343400"/>
            <a:ext cx="5029200" cy="4114800"/>
          </a:xfrm>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en-US" altLang="en-US">
              <a:latin typeface="Arial" panose="020B0604020202020204" pitchFamily="34" charset="0"/>
            </a:endParaRPr>
          </a:p>
        </p:txBody>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lgn="l" defTabSz="914400" rtl="0" eaLnBrk="0" fontAlgn="base" latinLnBrk="0" hangingPunct="0">
              <a:lnSpc>
                <a:spcPct val="100000"/>
              </a:lnSpc>
              <a:spcBef>
                <a:spcPct val="30000"/>
              </a:spcBef>
              <a:spcAft>
                <a:spcPct val="0"/>
              </a:spcAft>
              <a:buClrTx/>
              <a:buSzTx/>
              <a:buFontTx/>
              <a:buNone/>
              <a:tabLst/>
              <a:defRPr/>
            </a:pPr>
            <a:endParaRPr lang="en-US" altLang="en-US" dirty="0"/>
          </a:p>
        </p:txBody>
      </p:sp>
      <p:sp>
        <p:nvSpPr>
          <p:cNvPr id="4" name="Slide Number Placeholder 3"/>
          <p:cNvSpPr>
            <a:spLocks noGrp="1"/>
          </p:cNvSpPr>
          <p:nvPr>
            <p:ph type="sldNum" sz="quarter" idx="5"/>
          </p:nvPr>
        </p:nvSpPr>
        <p:spPr/>
        <p:txBody>
          <a:bodyPr/>
          <a:lstStyle/>
          <a:p>
            <a:fld id="{969E8D09-9492-4554-9C8F-456CB81F32A8}" type="slidenum">
              <a:rPr lang="en-US" smtClean="0"/>
              <a:t>13</a:t>
            </a:fld>
            <a:endParaRPr lang="en-US"/>
          </a:p>
        </p:txBody>
      </p:sp>
    </p:spTree>
    <p:extLst>
      <p:ext uri="{BB962C8B-B14F-4D97-AF65-F5344CB8AC3E}">
        <p14:creationId xmlns:p14="http://schemas.microsoft.com/office/powerpoint/2010/main" val="1042273282"/>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8914" name="Slide Image Placeholder 1">
            <a:extLst>
              <a:ext uri="{FF2B5EF4-FFF2-40B4-BE49-F238E27FC236}">
                <a16:creationId xmlns:a16="http://schemas.microsoft.com/office/drawing/2014/main" id="{EFEFFB3B-C4F2-46B8-A590-1D92294B5E3A}"/>
              </a:ext>
            </a:extLst>
          </p:cNvPr>
          <p:cNvSpPr>
            <a:spLocks noGrp="1" noRot="1" noChangeAspect="1" noChangeArrowheads="1" noTextEdit="1"/>
          </p:cNvSpPr>
          <p:nvPr>
            <p:ph type="sldImg"/>
          </p:nvPr>
        </p:nvSpPr>
        <p:spPr>
          <a:ln/>
        </p:spPr>
      </p:sp>
      <p:sp>
        <p:nvSpPr>
          <p:cNvPr id="38915" name="Notes Placeholder 2">
            <a:extLst>
              <a:ext uri="{FF2B5EF4-FFF2-40B4-BE49-F238E27FC236}">
                <a16:creationId xmlns:a16="http://schemas.microsoft.com/office/drawing/2014/main" id="{51B01773-B52E-460E-B026-6FAE6E9C92C8}"/>
              </a:ext>
            </a:extLst>
          </p:cNvPr>
          <p:cNvSpPr>
            <a:spLocks noGrp="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en-US" altLang="en-US">
              <a:latin typeface="Arial" panose="020B0604020202020204" pitchFamily="34" charset="0"/>
            </a:endParaRPr>
          </a:p>
        </p:txBody>
      </p:sp>
      <p:sp>
        <p:nvSpPr>
          <p:cNvPr id="38916" name="Slide Number Placeholder 3">
            <a:extLst>
              <a:ext uri="{FF2B5EF4-FFF2-40B4-BE49-F238E27FC236}">
                <a16:creationId xmlns:a16="http://schemas.microsoft.com/office/drawing/2014/main" id="{0012EB8C-F237-41EF-8683-4D56ED030EDA}"/>
              </a:ext>
            </a:extLst>
          </p:cNvPr>
          <p:cNvSpPr>
            <a:spLocks noGrp="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30000"/>
              </a:spcBef>
              <a:defRPr sz="1200">
                <a:solidFill>
                  <a:schemeClr val="tx1"/>
                </a:solidFill>
                <a:latin typeface="Arial" panose="020B0604020202020204" pitchFamily="34" charset="0"/>
              </a:defRPr>
            </a:lvl1pPr>
            <a:lvl2pPr marL="742950" indent="-285750">
              <a:spcBef>
                <a:spcPct val="30000"/>
              </a:spcBef>
              <a:defRPr sz="1200">
                <a:solidFill>
                  <a:schemeClr val="tx1"/>
                </a:solidFill>
                <a:latin typeface="Arial" panose="020B0604020202020204" pitchFamily="34" charset="0"/>
              </a:defRPr>
            </a:lvl2pPr>
            <a:lvl3pPr marL="1143000" indent="-228600">
              <a:spcBef>
                <a:spcPct val="30000"/>
              </a:spcBef>
              <a:defRPr sz="1200">
                <a:solidFill>
                  <a:schemeClr val="tx1"/>
                </a:solidFill>
                <a:latin typeface="Arial" panose="020B0604020202020204" pitchFamily="34" charset="0"/>
              </a:defRPr>
            </a:lvl3pPr>
            <a:lvl4pPr marL="1600200" indent="-228600">
              <a:spcBef>
                <a:spcPct val="30000"/>
              </a:spcBef>
              <a:defRPr sz="1200">
                <a:solidFill>
                  <a:schemeClr val="tx1"/>
                </a:solidFill>
                <a:latin typeface="Arial" panose="020B0604020202020204" pitchFamily="34" charset="0"/>
              </a:defRPr>
            </a:lvl4pPr>
            <a:lvl5pPr marL="2057400" indent="-228600">
              <a:spcBef>
                <a:spcPct val="30000"/>
              </a:spcBef>
              <a:defRPr sz="1200">
                <a:solidFill>
                  <a:schemeClr val="tx1"/>
                </a:solidFill>
                <a:latin typeface="Arial" panose="020B0604020202020204" pitchFamily="34" charset="0"/>
              </a:defRPr>
            </a:lvl5pPr>
            <a:lvl6pPr marL="2514600" indent="-228600" eaLnBrk="0" fontAlgn="base" hangingPunct="0">
              <a:spcBef>
                <a:spcPct val="30000"/>
              </a:spcBef>
              <a:spcAft>
                <a:spcPct val="0"/>
              </a:spcAft>
              <a:defRPr sz="1200">
                <a:solidFill>
                  <a:schemeClr val="tx1"/>
                </a:solidFill>
                <a:latin typeface="Arial" panose="020B0604020202020204" pitchFamily="34" charset="0"/>
              </a:defRPr>
            </a:lvl6pPr>
            <a:lvl7pPr marL="2971800" indent="-228600" eaLnBrk="0" fontAlgn="base" hangingPunct="0">
              <a:spcBef>
                <a:spcPct val="30000"/>
              </a:spcBef>
              <a:spcAft>
                <a:spcPct val="0"/>
              </a:spcAft>
              <a:defRPr sz="1200">
                <a:solidFill>
                  <a:schemeClr val="tx1"/>
                </a:solidFill>
                <a:latin typeface="Arial" panose="020B0604020202020204" pitchFamily="34" charset="0"/>
              </a:defRPr>
            </a:lvl7pPr>
            <a:lvl8pPr marL="3429000" indent="-228600" eaLnBrk="0" fontAlgn="base" hangingPunct="0">
              <a:spcBef>
                <a:spcPct val="30000"/>
              </a:spcBef>
              <a:spcAft>
                <a:spcPct val="0"/>
              </a:spcAft>
              <a:defRPr sz="1200">
                <a:solidFill>
                  <a:schemeClr val="tx1"/>
                </a:solidFill>
                <a:latin typeface="Arial" panose="020B0604020202020204" pitchFamily="34" charset="0"/>
              </a:defRPr>
            </a:lvl8pPr>
            <a:lvl9pPr marL="3886200" indent="-228600" eaLnBrk="0" fontAlgn="base" hangingPunct="0">
              <a:spcBef>
                <a:spcPct val="30000"/>
              </a:spcBef>
              <a:spcAft>
                <a:spcPct val="0"/>
              </a:spcAft>
              <a:defRPr sz="1200">
                <a:solidFill>
                  <a:schemeClr val="tx1"/>
                </a:solidFill>
                <a:latin typeface="Arial" panose="020B0604020202020204" pitchFamily="34" charset="0"/>
              </a:defRPr>
            </a:lvl9pPr>
          </a:lstStyle>
          <a:p>
            <a:pPr>
              <a:spcBef>
                <a:spcPct val="0"/>
              </a:spcBef>
            </a:pPr>
            <a:fld id="{740E0125-260B-4F32-95DC-E67479F52708}" type="slidenum">
              <a:rPr lang="en-US" altLang="en-US"/>
              <a:pPr>
                <a:spcBef>
                  <a:spcPct val="0"/>
                </a:spcBef>
              </a:pPr>
              <a:t>15</a:t>
            </a:fld>
            <a:endParaRPr lang="en-US" altLang="en-US"/>
          </a:p>
        </p:txBody>
      </p:sp>
    </p:spTree>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3010" name="Slide Image Placeholder 1">
            <a:extLst>
              <a:ext uri="{FF2B5EF4-FFF2-40B4-BE49-F238E27FC236}">
                <a16:creationId xmlns:a16="http://schemas.microsoft.com/office/drawing/2014/main" id="{D1E57E95-6041-47BD-A037-7E58C88DBC53}"/>
              </a:ext>
            </a:extLst>
          </p:cNvPr>
          <p:cNvSpPr>
            <a:spLocks noGrp="1" noRot="1" noChangeAspect="1" noChangeArrowheads="1" noTextEdit="1"/>
          </p:cNvSpPr>
          <p:nvPr>
            <p:ph type="sldImg"/>
          </p:nvPr>
        </p:nvSpPr>
        <p:spPr>
          <a:ln/>
        </p:spPr>
      </p:sp>
      <p:sp>
        <p:nvSpPr>
          <p:cNvPr id="43011" name="Notes Placeholder 2">
            <a:extLst>
              <a:ext uri="{FF2B5EF4-FFF2-40B4-BE49-F238E27FC236}">
                <a16:creationId xmlns:a16="http://schemas.microsoft.com/office/drawing/2014/main" id="{46ABA407-24FF-4757-BBC5-7A46F0D5464B}"/>
              </a:ext>
            </a:extLst>
          </p:cNvPr>
          <p:cNvSpPr>
            <a:spLocks noGrp="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en-US" altLang="en-US">
              <a:latin typeface="Arial" panose="020B0604020202020204" pitchFamily="34" charset="0"/>
            </a:endParaRPr>
          </a:p>
        </p:txBody>
      </p:sp>
      <p:sp>
        <p:nvSpPr>
          <p:cNvPr id="43012" name="Slide Number Placeholder 3">
            <a:extLst>
              <a:ext uri="{FF2B5EF4-FFF2-40B4-BE49-F238E27FC236}">
                <a16:creationId xmlns:a16="http://schemas.microsoft.com/office/drawing/2014/main" id="{6AD4650E-5B7B-4BAF-84AE-8867EA09880B}"/>
              </a:ext>
            </a:extLst>
          </p:cNvPr>
          <p:cNvSpPr>
            <a:spLocks noGrp="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30000"/>
              </a:spcBef>
              <a:defRPr sz="1200">
                <a:solidFill>
                  <a:schemeClr val="tx1"/>
                </a:solidFill>
                <a:latin typeface="Arial" panose="020B0604020202020204" pitchFamily="34" charset="0"/>
              </a:defRPr>
            </a:lvl1pPr>
            <a:lvl2pPr marL="742950" indent="-285750">
              <a:spcBef>
                <a:spcPct val="30000"/>
              </a:spcBef>
              <a:defRPr sz="1200">
                <a:solidFill>
                  <a:schemeClr val="tx1"/>
                </a:solidFill>
                <a:latin typeface="Arial" panose="020B0604020202020204" pitchFamily="34" charset="0"/>
              </a:defRPr>
            </a:lvl2pPr>
            <a:lvl3pPr marL="1143000" indent="-228600">
              <a:spcBef>
                <a:spcPct val="30000"/>
              </a:spcBef>
              <a:defRPr sz="1200">
                <a:solidFill>
                  <a:schemeClr val="tx1"/>
                </a:solidFill>
                <a:latin typeface="Arial" panose="020B0604020202020204" pitchFamily="34" charset="0"/>
              </a:defRPr>
            </a:lvl3pPr>
            <a:lvl4pPr marL="1600200" indent="-228600">
              <a:spcBef>
                <a:spcPct val="30000"/>
              </a:spcBef>
              <a:defRPr sz="1200">
                <a:solidFill>
                  <a:schemeClr val="tx1"/>
                </a:solidFill>
                <a:latin typeface="Arial" panose="020B0604020202020204" pitchFamily="34" charset="0"/>
              </a:defRPr>
            </a:lvl4pPr>
            <a:lvl5pPr marL="2057400" indent="-228600">
              <a:spcBef>
                <a:spcPct val="30000"/>
              </a:spcBef>
              <a:defRPr sz="1200">
                <a:solidFill>
                  <a:schemeClr val="tx1"/>
                </a:solidFill>
                <a:latin typeface="Arial" panose="020B0604020202020204" pitchFamily="34" charset="0"/>
              </a:defRPr>
            </a:lvl5pPr>
            <a:lvl6pPr marL="2514600" indent="-228600" eaLnBrk="0" fontAlgn="base" hangingPunct="0">
              <a:spcBef>
                <a:spcPct val="30000"/>
              </a:spcBef>
              <a:spcAft>
                <a:spcPct val="0"/>
              </a:spcAft>
              <a:defRPr sz="1200">
                <a:solidFill>
                  <a:schemeClr val="tx1"/>
                </a:solidFill>
                <a:latin typeface="Arial" panose="020B0604020202020204" pitchFamily="34" charset="0"/>
              </a:defRPr>
            </a:lvl6pPr>
            <a:lvl7pPr marL="2971800" indent="-228600" eaLnBrk="0" fontAlgn="base" hangingPunct="0">
              <a:spcBef>
                <a:spcPct val="30000"/>
              </a:spcBef>
              <a:spcAft>
                <a:spcPct val="0"/>
              </a:spcAft>
              <a:defRPr sz="1200">
                <a:solidFill>
                  <a:schemeClr val="tx1"/>
                </a:solidFill>
                <a:latin typeface="Arial" panose="020B0604020202020204" pitchFamily="34" charset="0"/>
              </a:defRPr>
            </a:lvl7pPr>
            <a:lvl8pPr marL="3429000" indent="-228600" eaLnBrk="0" fontAlgn="base" hangingPunct="0">
              <a:spcBef>
                <a:spcPct val="30000"/>
              </a:spcBef>
              <a:spcAft>
                <a:spcPct val="0"/>
              </a:spcAft>
              <a:defRPr sz="1200">
                <a:solidFill>
                  <a:schemeClr val="tx1"/>
                </a:solidFill>
                <a:latin typeface="Arial" panose="020B0604020202020204" pitchFamily="34" charset="0"/>
              </a:defRPr>
            </a:lvl8pPr>
            <a:lvl9pPr marL="3886200" indent="-228600" eaLnBrk="0" fontAlgn="base" hangingPunct="0">
              <a:spcBef>
                <a:spcPct val="30000"/>
              </a:spcBef>
              <a:spcAft>
                <a:spcPct val="0"/>
              </a:spcAft>
              <a:defRPr sz="1200">
                <a:solidFill>
                  <a:schemeClr val="tx1"/>
                </a:solidFill>
                <a:latin typeface="Arial" panose="020B0604020202020204" pitchFamily="34" charset="0"/>
              </a:defRPr>
            </a:lvl9pPr>
          </a:lstStyle>
          <a:p>
            <a:pPr>
              <a:spcBef>
                <a:spcPct val="0"/>
              </a:spcBef>
            </a:pPr>
            <a:fld id="{A15F286D-8634-4394-A174-E94F29314A71}" type="slidenum">
              <a:rPr lang="en-US" altLang="en-US"/>
              <a:pPr>
                <a:spcBef>
                  <a:spcPct val="0"/>
                </a:spcBef>
              </a:pPr>
              <a:t>16</a:t>
            </a:fld>
            <a:endParaRPr lang="en-US" altLang="en-US"/>
          </a:p>
        </p:txBody>
      </p:sp>
    </p:spTree>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5058" name="Slide Image Placeholder 1">
            <a:extLst>
              <a:ext uri="{FF2B5EF4-FFF2-40B4-BE49-F238E27FC236}">
                <a16:creationId xmlns:a16="http://schemas.microsoft.com/office/drawing/2014/main" id="{0667146C-4FD2-B615-FE6A-F783402E8A1B}"/>
              </a:ext>
            </a:extLst>
          </p:cNvPr>
          <p:cNvSpPr>
            <a:spLocks noGrp="1" noRot="1" noChangeAspect="1" noTextEdit="1"/>
          </p:cNvSpPr>
          <p:nvPr>
            <p:ph type="sldImg"/>
          </p:nvPr>
        </p:nvSpPr>
        <p:spPr>
          <a:ln/>
        </p:spPr>
      </p:sp>
      <p:sp>
        <p:nvSpPr>
          <p:cNvPr id="45059" name="Notes Placeholder 2">
            <a:extLst>
              <a:ext uri="{FF2B5EF4-FFF2-40B4-BE49-F238E27FC236}">
                <a16:creationId xmlns:a16="http://schemas.microsoft.com/office/drawing/2014/main" id="{A1BFE13B-3801-F1D6-4260-3690B63F8E52}"/>
              </a:ext>
            </a:extLst>
          </p:cNvPr>
          <p:cNvSpPr>
            <a:spLocks noGrp="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a:spcBef>
                <a:spcPct val="0"/>
              </a:spcBef>
            </a:pPr>
            <a:endParaRPr lang="en-US" altLang="en-US">
              <a:latin typeface="Arial" panose="020B0604020202020204" pitchFamily="34" charset="0"/>
            </a:endParaRPr>
          </a:p>
        </p:txBody>
      </p:sp>
      <p:sp>
        <p:nvSpPr>
          <p:cNvPr id="45060" name="Slide Number Placeholder 3">
            <a:extLst>
              <a:ext uri="{FF2B5EF4-FFF2-40B4-BE49-F238E27FC236}">
                <a16:creationId xmlns:a16="http://schemas.microsoft.com/office/drawing/2014/main" id="{B70A3FA3-F4BB-0B78-7B53-92C245E4ACB8}"/>
              </a:ext>
            </a:extLst>
          </p:cNvPr>
          <p:cNvSpPr>
            <a:spLocks noGrp="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a:solidFill>
                  <a:schemeClr val="tx1"/>
                </a:solidFill>
                <a:latin typeface="Arial" panose="020B0604020202020204" pitchFamily="34" charset="0"/>
              </a:defRPr>
            </a:lvl1pPr>
            <a:lvl2pPr marL="742950" indent="-285750" eaLnBrk="0" hangingPunct="0">
              <a:defRPr>
                <a:solidFill>
                  <a:schemeClr val="tx1"/>
                </a:solidFill>
                <a:latin typeface="Arial" panose="020B0604020202020204" pitchFamily="34" charset="0"/>
              </a:defRPr>
            </a:lvl2pPr>
            <a:lvl3pPr marL="1143000" indent="-228600" eaLnBrk="0" hangingPunct="0">
              <a:defRPr>
                <a:solidFill>
                  <a:schemeClr val="tx1"/>
                </a:solidFill>
                <a:latin typeface="Arial" panose="020B0604020202020204" pitchFamily="34" charset="0"/>
              </a:defRPr>
            </a:lvl3pPr>
            <a:lvl4pPr marL="1600200" indent="-228600" eaLnBrk="0" hangingPunct="0">
              <a:defRPr>
                <a:solidFill>
                  <a:schemeClr val="tx1"/>
                </a:solidFill>
                <a:latin typeface="Arial" panose="020B0604020202020204" pitchFamily="34" charset="0"/>
              </a:defRPr>
            </a:lvl4pPr>
            <a:lvl5pPr marL="2057400" indent="-228600" eaLnBrk="0" hangingPunct="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eaLnBrk="1" hangingPunct="1"/>
            <a:fld id="{5D95EDFF-0A69-4F04-B70B-EBBA105EBC50}" type="slidenum">
              <a:rPr lang="en-US" altLang="en-US"/>
              <a:pPr eaLnBrk="1" hangingPunct="1"/>
              <a:t>17</a:t>
            </a:fld>
            <a:endParaRPr lang="en-US" altLang="en-US"/>
          </a:p>
        </p:txBody>
      </p:sp>
    </p:spTree>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3010" name="Slide Image Placeholder 1">
            <a:extLst>
              <a:ext uri="{FF2B5EF4-FFF2-40B4-BE49-F238E27FC236}">
                <a16:creationId xmlns:a16="http://schemas.microsoft.com/office/drawing/2014/main" id="{D7D69F64-B324-A692-88D3-4D99DA8A5F0C}"/>
              </a:ext>
            </a:extLst>
          </p:cNvPr>
          <p:cNvSpPr>
            <a:spLocks noGrp="1" noRot="1" noChangeAspect="1" noTextEdit="1"/>
          </p:cNvSpPr>
          <p:nvPr>
            <p:ph type="sldImg"/>
          </p:nvPr>
        </p:nvSpPr>
        <p:spPr>
          <a:ln/>
        </p:spPr>
      </p:sp>
      <p:sp>
        <p:nvSpPr>
          <p:cNvPr id="43011" name="Notes Placeholder 2">
            <a:extLst>
              <a:ext uri="{FF2B5EF4-FFF2-40B4-BE49-F238E27FC236}">
                <a16:creationId xmlns:a16="http://schemas.microsoft.com/office/drawing/2014/main" id="{AC3FA8AA-1165-4F4B-8B24-A1F38AE5EACD}"/>
              </a:ext>
            </a:extLst>
          </p:cNvPr>
          <p:cNvSpPr>
            <a:spLocks noGrp="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en-US" altLang="en-US">
              <a:latin typeface="Arial" panose="020B0604020202020204" pitchFamily="34" charset="0"/>
            </a:endParaRPr>
          </a:p>
        </p:txBody>
      </p:sp>
      <p:sp>
        <p:nvSpPr>
          <p:cNvPr id="43012" name="Slide Number Placeholder 3">
            <a:extLst>
              <a:ext uri="{FF2B5EF4-FFF2-40B4-BE49-F238E27FC236}">
                <a16:creationId xmlns:a16="http://schemas.microsoft.com/office/drawing/2014/main" id="{1FF20F5F-D7E2-3183-0FD0-D4DAFF6BBF07}"/>
              </a:ext>
            </a:extLst>
          </p:cNvPr>
          <p:cNvSpPr>
            <a:spLocks noGrp="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a:solidFill>
                  <a:schemeClr val="tx1"/>
                </a:solidFill>
                <a:latin typeface="Arial" panose="020B0604020202020204" pitchFamily="34" charset="0"/>
              </a:defRPr>
            </a:lvl1pPr>
            <a:lvl2pPr marL="742950" indent="-285750" eaLnBrk="0" hangingPunct="0">
              <a:defRPr>
                <a:solidFill>
                  <a:schemeClr val="tx1"/>
                </a:solidFill>
                <a:latin typeface="Arial" panose="020B0604020202020204" pitchFamily="34" charset="0"/>
              </a:defRPr>
            </a:lvl2pPr>
            <a:lvl3pPr marL="1143000" indent="-228600" eaLnBrk="0" hangingPunct="0">
              <a:defRPr>
                <a:solidFill>
                  <a:schemeClr val="tx1"/>
                </a:solidFill>
                <a:latin typeface="Arial" panose="020B0604020202020204" pitchFamily="34" charset="0"/>
              </a:defRPr>
            </a:lvl3pPr>
            <a:lvl4pPr marL="1600200" indent="-228600" eaLnBrk="0" hangingPunct="0">
              <a:defRPr>
                <a:solidFill>
                  <a:schemeClr val="tx1"/>
                </a:solidFill>
                <a:latin typeface="Arial" panose="020B0604020202020204" pitchFamily="34" charset="0"/>
              </a:defRPr>
            </a:lvl4pPr>
            <a:lvl5pPr marL="2057400" indent="-228600" eaLnBrk="0" hangingPunct="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eaLnBrk="1" hangingPunct="1"/>
            <a:fld id="{32416062-6BF4-47BE-8B48-B6FDC2827A18}" type="slidenum">
              <a:rPr lang="en-US" altLang="en-US"/>
              <a:pPr eaLnBrk="1" hangingPunct="1"/>
              <a:t>18</a:t>
            </a:fld>
            <a:endParaRPr lang="en-US" altLang="en-US"/>
          </a:p>
        </p:txBody>
      </p:sp>
    </p:spTree>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lang="en-US" altLang="en-US" dirty="0"/>
          </a:p>
        </p:txBody>
      </p:sp>
      <p:sp>
        <p:nvSpPr>
          <p:cNvPr id="4" name="Slide Number Placeholder 3"/>
          <p:cNvSpPr>
            <a:spLocks noGrp="1"/>
          </p:cNvSpPr>
          <p:nvPr>
            <p:ph type="sldNum" sz="quarter" idx="5"/>
          </p:nvPr>
        </p:nvSpPr>
        <p:spPr/>
        <p:txBody>
          <a:bodyPr/>
          <a:lstStyle/>
          <a:p>
            <a:fld id="{969E8D09-9492-4554-9C8F-456CB81F32A8}" type="slidenum">
              <a:rPr lang="en-US" smtClean="0"/>
              <a:t>19</a:t>
            </a:fld>
            <a:endParaRPr lang="en-US"/>
          </a:p>
        </p:txBody>
      </p:sp>
    </p:spTree>
    <p:extLst>
      <p:ext uri="{BB962C8B-B14F-4D97-AF65-F5344CB8AC3E}">
        <p14:creationId xmlns:p14="http://schemas.microsoft.com/office/powerpoint/2010/main" val="4249973355"/>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7410" name="Slide Image Placeholder 1">
            <a:extLst>
              <a:ext uri="{FF2B5EF4-FFF2-40B4-BE49-F238E27FC236}">
                <a16:creationId xmlns:a16="http://schemas.microsoft.com/office/drawing/2014/main" id="{756C0345-D3FC-58C3-6B68-82376633F2A8}"/>
              </a:ext>
            </a:extLst>
          </p:cNvPr>
          <p:cNvSpPr>
            <a:spLocks noGrp="1" noRot="1" noChangeAspect="1" noTextEdit="1"/>
          </p:cNvSpPr>
          <p:nvPr>
            <p:ph type="sldImg"/>
          </p:nvPr>
        </p:nvSpPr>
        <p:spPr>
          <a:ln/>
        </p:spPr>
      </p:sp>
      <p:sp>
        <p:nvSpPr>
          <p:cNvPr id="17411" name="Notes Placeholder 2">
            <a:extLst>
              <a:ext uri="{FF2B5EF4-FFF2-40B4-BE49-F238E27FC236}">
                <a16:creationId xmlns:a16="http://schemas.microsoft.com/office/drawing/2014/main" id="{D4425224-FE16-635B-4B4E-D0B36D68B995}"/>
              </a:ext>
            </a:extLst>
          </p:cNvPr>
          <p:cNvSpPr>
            <a:spLocks noGrp="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en-US" altLang="en-US">
              <a:latin typeface="Arial" panose="020B0604020202020204" pitchFamily="34" charset="0"/>
            </a:endParaRPr>
          </a:p>
        </p:txBody>
      </p:sp>
      <p:sp>
        <p:nvSpPr>
          <p:cNvPr id="17412" name="Slide Number Placeholder 3">
            <a:extLst>
              <a:ext uri="{FF2B5EF4-FFF2-40B4-BE49-F238E27FC236}">
                <a16:creationId xmlns:a16="http://schemas.microsoft.com/office/drawing/2014/main" id="{04604C3E-559C-6163-EBC8-AB65588AE469}"/>
              </a:ext>
            </a:extLst>
          </p:cNvPr>
          <p:cNvSpPr>
            <a:spLocks noGrp="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a:solidFill>
                  <a:schemeClr val="tx1"/>
                </a:solidFill>
                <a:latin typeface="Arial" panose="020B0604020202020204" pitchFamily="34" charset="0"/>
              </a:defRPr>
            </a:lvl1pPr>
            <a:lvl2pPr marL="742950" indent="-285750" eaLnBrk="0" hangingPunct="0">
              <a:defRPr>
                <a:solidFill>
                  <a:schemeClr val="tx1"/>
                </a:solidFill>
                <a:latin typeface="Arial" panose="020B0604020202020204" pitchFamily="34" charset="0"/>
              </a:defRPr>
            </a:lvl2pPr>
            <a:lvl3pPr marL="1143000" indent="-228600" eaLnBrk="0" hangingPunct="0">
              <a:defRPr>
                <a:solidFill>
                  <a:schemeClr val="tx1"/>
                </a:solidFill>
                <a:latin typeface="Arial" panose="020B0604020202020204" pitchFamily="34" charset="0"/>
              </a:defRPr>
            </a:lvl3pPr>
            <a:lvl4pPr marL="1600200" indent="-228600" eaLnBrk="0" hangingPunct="0">
              <a:defRPr>
                <a:solidFill>
                  <a:schemeClr val="tx1"/>
                </a:solidFill>
                <a:latin typeface="Arial" panose="020B0604020202020204" pitchFamily="34" charset="0"/>
              </a:defRPr>
            </a:lvl4pPr>
            <a:lvl5pPr marL="2057400" indent="-228600" eaLnBrk="0" hangingPunct="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eaLnBrk="1" hangingPunct="1"/>
            <a:fld id="{55FBB97E-4701-4DF6-9AF8-EF3C15FC7549}" type="slidenum">
              <a:rPr lang="en-US" altLang="en-US"/>
              <a:pPr eaLnBrk="1" hangingPunct="1"/>
              <a:t>20</a:t>
            </a:fld>
            <a:endParaRPr lang="en-US" altLang="en-US"/>
          </a:p>
        </p:txBody>
      </p:sp>
    </p:spTree>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194" name="Slide Image Placeholder 1">
            <a:extLst>
              <a:ext uri="{FF2B5EF4-FFF2-40B4-BE49-F238E27FC236}">
                <a16:creationId xmlns:a16="http://schemas.microsoft.com/office/drawing/2014/main" id="{D6EB2231-09B4-4F42-AF6E-77B167EB1A0E}"/>
              </a:ext>
            </a:extLst>
          </p:cNvPr>
          <p:cNvSpPr>
            <a:spLocks noGrp="1" noRot="1" noChangeAspect="1" noChangeArrowheads="1" noTextEdit="1"/>
          </p:cNvSpPr>
          <p:nvPr>
            <p:ph type="sldImg"/>
          </p:nvPr>
        </p:nvSpPr>
        <p:spPr>
          <a:ln/>
        </p:spPr>
      </p:sp>
      <p:sp>
        <p:nvSpPr>
          <p:cNvPr id="8195" name="Notes Placeholder 2">
            <a:extLst>
              <a:ext uri="{FF2B5EF4-FFF2-40B4-BE49-F238E27FC236}">
                <a16:creationId xmlns:a16="http://schemas.microsoft.com/office/drawing/2014/main" id="{72CA9138-B979-427A-811C-4A2931EFB929}"/>
              </a:ext>
            </a:extLst>
          </p:cNvPr>
          <p:cNvSpPr>
            <a:spLocks noGrp="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en-US" altLang="en-US">
              <a:latin typeface="Arial" panose="020B0604020202020204" pitchFamily="34" charset="0"/>
            </a:endParaRPr>
          </a:p>
        </p:txBody>
      </p:sp>
      <p:sp>
        <p:nvSpPr>
          <p:cNvPr id="8196" name="Slide Number Placeholder 3">
            <a:extLst>
              <a:ext uri="{FF2B5EF4-FFF2-40B4-BE49-F238E27FC236}">
                <a16:creationId xmlns:a16="http://schemas.microsoft.com/office/drawing/2014/main" id="{E301054C-6769-40FC-8C1E-2BD6F46D0280}"/>
              </a:ext>
            </a:extLst>
          </p:cNvPr>
          <p:cNvSpPr>
            <a:spLocks noGrp="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30000"/>
              </a:spcBef>
              <a:defRPr sz="1200">
                <a:solidFill>
                  <a:schemeClr val="tx1"/>
                </a:solidFill>
                <a:latin typeface="Arial" panose="020B0604020202020204" pitchFamily="34" charset="0"/>
              </a:defRPr>
            </a:lvl1pPr>
            <a:lvl2pPr marL="742950" indent="-285750">
              <a:spcBef>
                <a:spcPct val="30000"/>
              </a:spcBef>
              <a:defRPr sz="1200">
                <a:solidFill>
                  <a:schemeClr val="tx1"/>
                </a:solidFill>
                <a:latin typeface="Arial" panose="020B0604020202020204" pitchFamily="34" charset="0"/>
              </a:defRPr>
            </a:lvl2pPr>
            <a:lvl3pPr marL="1143000" indent="-228600">
              <a:spcBef>
                <a:spcPct val="30000"/>
              </a:spcBef>
              <a:defRPr sz="1200">
                <a:solidFill>
                  <a:schemeClr val="tx1"/>
                </a:solidFill>
                <a:latin typeface="Arial" panose="020B0604020202020204" pitchFamily="34" charset="0"/>
              </a:defRPr>
            </a:lvl3pPr>
            <a:lvl4pPr marL="1600200" indent="-228600">
              <a:spcBef>
                <a:spcPct val="30000"/>
              </a:spcBef>
              <a:defRPr sz="1200">
                <a:solidFill>
                  <a:schemeClr val="tx1"/>
                </a:solidFill>
                <a:latin typeface="Arial" panose="020B0604020202020204" pitchFamily="34" charset="0"/>
              </a:defRPr>
            </a:lvl4pPr>
            <a:lvl5pPr marL="2057400" indent="-228600">
              <a:spcBef>
                <a:spcPct val="30000"/>
              </a:spcBef>
              <a:defRPr sz="1200">
                <a:solidFill>
                  <a:schemeClr val="tx1"/>
                </a:solidFill>
                <a:latin typeface="Arial" panose="020B0604020202020204" pitchFamily="34" charset="0"/>
              </a:defRPr>
            </a:lvl5pPr>
            <a:lvl6pPr marL="2514600" indent="-228600" eaLnBrk="0" fontAlgn="base" hangingPunct="0">
              <a:spcBef>
                <a:spcPct val="30000"/>
              </a:spcBef>
              <a:spcAft>
                <a:spcPct val="0"/>
              </a:spcAft>
              <a:defRPr sz="1200">
                <a:solidFill>
                  <a:schemeClr val="tx1"/>
                </a:solidFill>
                <a:latin typeface="Arial" panose="020B0604020202020204" pitchFamily="34" charset="0"/>
              </a:defRPr>
            </a:lvl6pPr>
            <a:lvl7pPr marL="2971800" indent="-228600" eaLnBrk="0" fontAlgn="base" hangingPunct="0">
              <a:spcBef>
                <a:spcPct val="30000"/>
              </a:spcBef>
              <a:spcAft>
                <a:spcPct val="0"/>
              </a:spcAft>
              <a:defRPr sz="1200">
                <a:solidFill>
                  <a:schemeClr val="tx1"/>
                </a:solidFill>
                <a:latin typeface="Arial" panose="020B0604020202020204" pitchFamily="34" charset="0"/>
              </a:defRPr>
            </a:lvl7pPr>
            <a:lvl8pPr marL="3429000" indent="-228600" eaLnBrk="0" fontAlgn="base" hangingPunct="0">
              <a:spcBef>
                <a:spcPct val="30000"/>
              </a:spcBef>
              <a:spcAft>
                <a:spcPct val="0"/>
              </a:spcAft>
              <a:defRPr sz="1200">
                <a:solidFill>
                  <a:schemeClr val="tx1"/>
                </a:solidFill>
                <a:latin typeface="Arial" panose="020B0604020202020204" pitchFamily="34" charset="0"/>
              </a:defRPr>
            </a:lvl8pPr>
            <a:lvl9pPr marL="3886200" indent="-228600" eaLnBrk="0" fontAlgn="base" hangingPunct="0">
              <a:spcBef>
                <a:spcPct val="30000"/>
              </a:spcBef>
              <a:spcAft>
                <a:spcPct val="0"/>
              </a:spcAft>
              <a:defRPr sz="1200">
                <a:solidFill>
                  <a:schemeClr val="tx1"/>
                </a:solidFill>
                <a:latin typeface="Arial" panose="020B0604020202020204" pitchFamily="34" charset="0"/>
              </a:defRPr>
            </a:lvl9pPr>
          </a:lstStyle>
          <a:p>
            <a:pPr>
              <a:spcBef>
                <a:spcPct val="0"/>
              </a:spcBef>
            </a:pPr>
            <a:fld id="{7E62A069-913E-411F-B15D-B57FFDC67655}" type="slidenum">
              <a:rPr lang="en-US" altLang="en-US"/>
              <a:pPr>
                <a:spcBef>
                  <a:spcPct val="0"/>
                </a:spcBef>
              </a:pPr>
              <a:t>21</a:t>
            </a:fld>
            <a:endParaRPr lang="en-US" altLang="en-US"/>
          </a:p>
        </p:txBody>
      </p:sp>
    </p:spTree>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602" name="Rectangle 7">
            <a:extLst>
              <a:ext uri="{FF2B5EF4-FFF2-40B4-BE49-F238E27FC236}">
                <a16:creationId xmlns:a16="http://schemas.microsoft.com/office/drawing/2014/main" id="{B28A3681-8707-6088-6194-06D35DB3B436}"/>
              </a:ext>
            </a:extLst>
          </p:cNvPr>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a:solidFill>
                  <a:schemeClr val="tx1"/>
                </a:solidFill>
                <a:latin typeface="Arial" panose="020B0604020202020204" pitchFamily="34" charset="0"/>
              </a:defRPr>
            </a:lvl1pPr>
            <a:lvl2pPr marL="742950" indent="-285750" eaLnBrk="0" hangingPunct="0">
              <a:defRPr>
                <a:solidFill>
                  <a:schemeClr val="tx1"/>
                </a:solidFill>
                <a:latin typeface="Arial" panose="020B0604020202020204" pitchFamily="34" charset="0"/>
              </a:defRPr>
            </a:lvl2pPr>
            <a:lvl3pPr marL="1143000" indent="-228600" eaLnBrk="0" hangingPunct="0">
              <a:defRPr>
                <a:solidFill>
                  <a:schemeClr val="tx1"/>
                </a:solidFill>
                <a:latin typeface="Arial" panose="020B0604020202020204" pitchFamily="34" charset="0"/>
              </a:defRPr>
            </a:lvl3pPr>
            <a:lvl4pPr marL="1600200" indent="-228600" eaLnBrk="0" hangingPunct="0">
              <a:defRPr>
                <a:solidFill>
                  <a:schemeClr val="tx1"/>
                </a:solidFill>
                <a:latin typeface="Arial" panose="020B0604020202020204" pitchFamily="34" charset="0"/>
              </a:defRPr>
            </a:lvl4pPr>
            <a:lvl5pPr marL="2057400" indent="-228600" eaLnBrk="0" hangingPunct="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eaLnBrk="1" hangingPunct="1"/>
            <a:fld id="{1E00A6E6-0F78-4B57-98C0-F4D3E022BDD1}" type="slidenum">
              <a:rPr lang="en-US" altLang="en-US"/>
              <a:pPr eaLnBrk="1" hangingPunct="1"/>
              <a:t>24</a:t>
            </a:fld>
            <a:endParaRPr lang="en-US" altLang="en-US"/>
          </a:p>
        </p:txBody>
      </p:sp>
      <p:sp>
        <p:nvSpPr>
          <p:cNvPr id="25603" name="Rectangle 7">
            <a:extLst>
              <a:ext uri="{FF2B5EF4-FFF2-40B4-BE49-F238E27FC236}">
                <a16:creationId xmlns:a16="http://schemas.microsoft.com/office/drawing/2014/main" id="{EF036DA2-96D8-B0DC-C79F-ED06CE08D455}"/>
              </a:ext>
            </a:extLst>
          </p:cNvPr>
          <p:cNvSpPr txBox="1">
            <a:spLocks noGrp="1" noChangeArrowheads="1"/>
          </p:cNvSpPr>
          <p:nvPr/>
        </p:nvSpPr>
        <p:spPr bwMode="auto">
          <a:xfrm>
            <a:off x="3884613" y="8685213"/>
            <a:ext cx="297180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b"/>
          <a:lstStyle>
            <a:lvl1pPr eaLnBrk="0" hangingPunct="0">
              <a:defRPr>
                <a:solidFill>
                  <a:schemeClr val="tx1"/>
                </a:solidFill>
                <a:latin typeface="Arial" panose="020B0604020202020204" pitchFamily="34" charset="0"/>
              </a:defRPr>
            </a:lvl1pPr>
            <a:lvl2pPr marL="742950" indent="-285750" eaLnBrk="0" hangingPunct="0">
              <a:defRPr>
                <a:solidFill>
                  <a:schemeClr val="tx1"/>
                </a:solidFill>
                <a:latin typeface="Arial" panose="020B0604020202020204" pitchFamily="34" charset="0"/>
              </a:defRPr>
            </a:lvl2pPr>
            <a:lvl3pPr marL="1143000" indent="-228600" eaLnBrk="0" hangingPunct="0">
              <a:defRPr>
                <a:solidFill>
                  <a:schemeClr val="tx1"/>
                </a:solidFill>
                <a:latin typeface="Arial" panose="020B0604020202020204" pitchFamily="34" charset="0"/>
              </a:defRPr>
            </a:lvl3pPr>
            <a:lvl4pPr marL="1600200" indent="-228600" eaLnBrk="0" hangingPunct="0">
              <a:defRPr>
                <a:solidFill>
                  <a:schemeClr val="tx1"/>
                </a:solidFill>
                <a:latin typeface="Arial" panose="020B0604020202020204" pitchFamily="34" charset="0"/>
              </a:defRPr>
            </a:lvl4pPr>
            <a:lvl5pPr marL="2057400" indent="-228600" eaLnBrk="0" hangingPunct="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algn="r" eaLnBrk="1" hangingPunct="1"/>
            <a:fld id="{77E2C036-61C6-4579-B9F4-15A96313DE6E}" type="slidenum">
              <a:rPr lang="en-US" altLang="en-US" sz="1200"/>
              <a:pPr algn="r" eaLnBrk="1" hangingPunct="1"/>
              <a:t>24</a:t>
            </a:fld>
            <a:endParaRPr lang="en-US" altLang="en-US" sz="1200"/>
          </a:p>
        </p:txBody>
      </p:sp>
      <p:sp>
        <p:nvSpPr>
          <p:cNvPr id="25604" name="Rectangle 2">
            <a:extLst>
              <a:ext uri="{FF2B5EF4-FFF2-40B4-BE49-F238E27FC236}">
                <a16:creationId xmlns:a16="http://schemas.microsoft.com/office/drawing/2014/main" id="{9D41C059-929D-39A2-DB99-67697F9439C9}"/>
              </a:ext>
            </a:extLst>
          </p:cNvPr>
          <p:cNvSpPr>
            <a:spLocks noGrp="1" noRot="1" noChangeAspect="1" noChangeArrowheads="1" noTextEdit="1"/>
          </p:cNvSpPr>
          <p:nvPr>
            <p:ph type="sldImg"/>
          </p:nvPr>
        </p:nvSpPr>
        <p:spPr>
          <a:ln/>
        </p:spPr>
      </p:sp>
      <p:sp>
        <p:nvSpPr>
          <p:cNvPr id="25605" name="Rectangle 3">
            <a:extLst>
              <a:ext uri="{FF2B5EF4-FFF2-40B4-BE49-F238E27FC236}">
                <a16:creationId xmlns:a16="http://schemas.microsoft.com/office/drawing/2014/main" id="{2B0BAF6A-734C-AAEE-948C-D354B676B62E}"/>
              </a:ext>
            </a:extLst>
          </p:cNvPr>
          <p:cNvSpPr>
            <a:spLocks noGrp="1" noChangeArrowheads="1"/>
          </p:cNvSpPr>
          <p:nvPr>
            <p:ph type="body" idx="1"/>
          </p:nvPr>
        </p:nvSpPr>
        <p:spPr>
          <a:xfrm>
            <a:off x="914400" y="4343400"/>
            <a:ext cx="5029200" cy="4114800"/>
          </a:xfrm>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en-US" altLang="en-US">
              <a:latin typeface="Arial" panose="020B0604020202020204" pitchFamily="34" charset="0"/>
            </a:endParaRPr>
          </a:p>
        </p:txBody>
      </p:sp>
    </p:spTree>
    <p:extLst>
      <p:ext uri="{BB962C8B-B14F-4D97-AF65-F5344CB8AC3E}">
        <p14:creationId xmlns:p14="http://schemas.microsoft.com/office/powerpoint/2010/main" val="3556127073"/>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8434" name="Rectangle 7">
            <a:extLst>
              <a:ext uri="{FF2B5EF4-FFF2-40B4-BE49-F238E27FC236}">
                <a16:creationId xmlns:a16="http://schemas.microsoft.com/office/drawing/2014/main" id="{026CCD12-7B45-AD55-72DA-237D1481D35B}"/>
              </a:ext>
            </a:extLst>
          </p:cNvPr>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a:solidFill>
                  <a:schemeClr val="tx1"/>
                </a:solidFill>
                <a:latin typeface="Arial" panose="020B0604020202020204" pitchFamily="34" charset="0"/>
              </a:defRPr>
            </a:lvl1pPr>
            <a:lvl2pPr marL="742950" indent="-285750" eaLnBrk="0" hangingPunct="0">
              <a:defRPr>
                <a:solidFill>
                  <a:schemeClr val="tx1"/>
                </a:solidFill>
                <a:latin typeface="Arial" panose="020B0604020202020204" pitchFamily="34" charset="0"/>
              </a:defRPr>
            </a:lvl2pPr>
            <a:lvl3pPr marL="1143000" indent="-228600" eaLnBrk="0" hangingPunct="0">
              <a:defRPr>
                <a:solidFill>
                  <a:schemeClr val="tx1"/>
                </a:solidFill>
                <a:latin typeface="Arial" panose="020B0604020202020204" pitchFamily="34" charset="0"/>
              </a:defRPr>
            </a:lvl3pPr>
            <a:lvl4pPr marL="1600200" indent="-228600" eaLnBrk="0" hangingPunct="0">
              <a:defRPr>
                <a:solidFill>
                  <a:schemeClr val="tx1"/>
                </a:solidFill>
                <a:latin typeface="Arial" panose="020B0604020202020204" pitchFamily="34" charset="0"/>
              </a:defRPr>
            </a:lvl4pPr>
            <a:lvl5pPr marL="2057400" indent="-228600" eaLnBrk="0" hangingPunct="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eaLnBrk="1" hangingPunct="1"/>
            <a:fld id="{BA77C1D7-713B-454A-A7A1-979F37EE2A01}" type="slidenum">
              <a:rPr lang="en-US" altLang="en-US"/>
              <a:pPr eaLnBrk="1" hangingPunct="1"/>
              <a:t>25</a:t>
            </a:fld>
            <a:endParaRPr lang="en-US" altLang="en-US"/>
          </a:p>
        </p:txBody>
      </p:sp>
      <p:sp>
        <p:nvSpPr>
          <p:cNvPr id="18435" name="Rectangle 7">
            <a:extLst>
              <a:ext uri="{FF2B5EF4-FFF2-40B4-BE49-F238E27FC236}">
                <a16:creationId xmlns:a16="http://schemas.microsoft.com/office/drawing/2014/main" id="{F6DE11E1-5490-3FF9-3999-847666213343}"/>
              </a:ext>
            </a:extLst>
          </p:cNvPr>
          <p:cNvSpPr txBox="1">
            <a:spLocks noGrp="1" noChangeArrowheads="1"/>
          </p:cNvSpPr>
          <p:nvPr/>
        </p:nvSpPr>
        <p:spPr bwMode="auto">
          <a:xfrm>
            <a:off x="3884613" y="8685213"/>
            <a:ext cx="297180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91435" tIns="45718" rIns="91435" bIns="45718" anchor="b"/>
          <a:lstStyle>
            <a:lvl1pPr eaLnBrk="0" hangingPunct="0">
              <a:defRPr>
                <a:solidFill>
                  <a:schemeClr val="tx1"/>
                </a:solidFill>
                <a:latin typeface="Arial" panose="020B0604020202020204" pitchFamily="34" charset="0"/>
              </a:defRPr>
            </a:lvl1pPr>
            <a:lvl2pPr marL="742950" indent="-285750" eaLnBrk="0" hangingPunct="0">
              <a:defRPr>
                <a:solidFill>
                  <a:schemeClr val="tx1"/>
                </a:solidFill>
                <a:latin typeface="Arial" panose="020B0604020202020204" pitchFamily="34" charset="0"/>
              </a:defRPr>
            </a:lvl2pPr>
            <a:lvl3pPr marL="1143000" indent="-228600" eaLnBrk="0" hangingPunct="0">
              <a:defRPr>
                <a:solidFill>
                  <a:schemeClr val="tx1"/>
                </a:solidFill>
                <a:latin typeface="Arial" panose="020B0604020202020204" pitchFamily="34" charset="0"/>
              </a:defRPr>
            </a:lvl3pPr>
            <a:lvl4pPr marL="1600200" indent="-228600" eaLnBrk="0" hangingPunct="0">
              <a:defRPr>
                <a:solidFill>
                  <a:schemeClr val="tx1"/>
                </a:solidFill>
                <a:latin typeface="Arial" panose="020B0604020202020204" pitchFamily="34" charset="0"/>
              </a:defRPr>
            </a:lvl4pPr>
            <a:lvl5pPr marL="2057400" indent="-228600" eaLnBrk="0" hangingPunct="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algn="r" eaLnBrk="1" hangingPunct="1"/>
            <a:fld id="{CF036FB1-82B5-4DD4-8968-9F9AA2C8E988}" type="slidenum">
              <a:rPr lang="en-US" altLang="en-US" sz="1200">
                <a:latin typeface="Calibri" panose="020F0502020204030204" pitchFamily="34" charset="0"/>
              </a:rPr>
              <a:pPr algn="r" eaLnBrk="1" hangingPunct="1"/>
              <a:t>25</a:t>
            </a:fld>
            <a:endParaRPr lang="en-US" altLang="en-US" sz="1200">
              <a:latin typeface="Calibri" panose="020F0502020204030204" pitchFamily="34" charset="0"/>
            </a:endParaRPr>
          </a:p>
        </p:txBody>
      </p:sp>
      <p:sp>
        <p:nvSpPr>
          <p:cNvPr id="18436" name="Rectangle 2">
            <a:extLst>
              <a:ext uri="{FF2B5EF4-FFF2-40B4-BE49-F238E27FC236}">
                <a16:creationId xmlns:a16="http://schemas.microsoft.com/office/drawing/2014/main" id="{AEE9FADE-AFD1-8C11-3DD3-4386B2679B31}"/>
              </a:ext>
            </a:extLst>
          </p:cNvPr>
          <p:cNvSpPr>
            <a:spLocks noChangeArrowheads="1"/>
          </p:cNvSpPr>
          <p:nvPr/>
        </p:nvSpPr>
        <p:spPr bwMode="auto">
          <a:xfrm>
            <a:off x="3884613" y="0"/>
            <a:ext cx="2973387"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wrap="none" lIns="91435" tIns="45718" rIns="91435" bIns="45718" anchor="ctr"/>
          <a:lstStyle>
            <a:lvl1pPr eaLnBrk="0" hangingPunct="0">
              <a:defRPr>
                <a:solidFill>
                  <a:schemeClr val="tx1"/>
                </a:solidFill>
                <a:latin typeface="Arial" panose="020B0604020202020204" pitchFamily="34" charset="0"/>
              </a:defRPr>
            </a:lvl1pPr>
            <a:lvl2pPr marL="742950" indent="-285750" eaLnBrk="0" hangingPunct="0">
              <a:defRPr>
                <a:solidFill>
                  <a:schemeClr val="tx1"/>
                </a:solidFill>
                <a:latin typeface="Arial" panose="020B0604020202020204" pitchFamily="34" charset="0"/>
              </a:defRPr>
            </a:lvl2pPr>
            <a:lvl3pPr marL="1143000" indent="-228600" eaLnBrk="0" hangingPunct="0">
              <a:defRPr>
                <a:solidFill>
                  <a:schemeClr val="tx1"/>
                </a:solidFill>
                <a:latin typeface="Arial" panose="020B0604020202020204" pitchFamily="34" charset="0"/>
              </a:defRPr>
            </a:lvl3pPr>
            <a:lvl4pPr marL="1600200" indent="-228600" eaLnBrk="0" hangingPunct="0">
              <a:defRPr>
                <a:solidFill>
                  <a:schemeClr val="tx1"/>
                </a:solidFill>
                <a:latin typeface="Arial" panose="020B0604020202020204" pitchFamily="34" charset="0"/>
              </a:defRPr>
            </a:lvl4pPr>
            <a:lvl5pPr marL="2057400" indent="-228600" eaLnBrk="0" hangingPunct="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eaLnBrk="1" hangingPunct="1"/>
            <a:endParaRPr lang="en-US" altLang="en-US">
              <a:latin typeface="Calibri" panose="020F0502020204030204" pitchFamily="34" charset="0"/>
            </a:endParaRPr>
          </a:p>
        </p:txBody>
      </p:sp>
      <p:sp>
        <p:nvSpPr>
          <p:cNvPr id="18437" name="Rectangle 3">
            <a:extLst>
              <a:ext uri="{FF2B5EF4-FFF2-40B4-BE49-F238E27FC236}">
                <a16:creationId xmlns:a16="http://schemas.microsoft.com/office/drawing/2014/main" id="{A3DC6FAB-400A-5D25-8654-D387F163829E}"/>
              </a:ext>
            </a:extLst>
          </p:cNvPr>
          <p:cNvSpPr>
            <a:spLocks noChangeArrowheads="1"/>
          </p:cNvSpPr>
          <p:nvPr/>
        </p:nvSpPr>
        <p:spPr bwMode="auto">
          <a:xfrm>
            <a:off x="3884613" y="8685213"/>
            <a:ext cx="2973387" cy="45878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lIns="19049" tIns="0" rIns="19049" bIns="0" anchor="b"/>
          <a:lstStyle>
            <a:lvl1pPr defTabSz="930275" eaLnBrk="0" hangingPunct="0">
              <a:defRPr>
                <a:solidFill>
                  <a:schemeClr val="tx1"/>
                </a:solidFill>
                <a:latin typeface="Arial" panose="020B0604020202020204" pitchFamily="34" charset="0"/>
              </a:defRPr>
            </a:lvl1pPr>
            <a:lvl2pPr marL="742950" indent="-285750" defTabSz="930275" eaLnBrk="0" hangingPunct="0">
              <a:defRPr>
                <a:solidFill>
                  <a:schemeClr val="tx1"/>
                </a:solidFill>
                <a:latin typeface="Arial" panose="020B0604020202020204" pitchFamily="34" charset="0"/>
              </a:defRPr>
            </a:lvl2pPr>
            <a:lvl3pPr marL="1143000" indent="-228600" defTabSz="930275" eaLnBrk="0" hangingPunct="0">
              <a:defRPr>
                <a:solidFill>
                  <a:schemeClr val="tx1"/>
                </a:solidFill>
                <a:latin typeface="Arial" panose="020B0604020202020204" pitchFamily="34" charset="0"/>
              </a:defRPr>
            </a:lvl3pPr>
            <a:lvl4pPr marL="1600200" indent="-228600" defTabSz="930275" eaLnBrk="0" hangingPunct="0">
              <a:defRPr>
                <a:solidFill>
                  <a:schemeClr val="tx1"/>
                </a:solidFill>
                <a:latin typeface="Arial" panose="020B0604020202020204" pitchFamily="34" charset="0"/>
              </a:defRPr>
            </a:lvl4pPr>
            <a:lvl5pPr marL="2057400" indent="-228600" defTabSz="930275" eaLnBrk="0" hangingPunct="0">
              <a:defRPr>
                <a:solidFill>
                  <a:schemeClr val="tx1"/>
                </a:solidFill>
                <a:latin typeface="Arial" panose="020B0604020202020204" pitchFamily="34" charset="0"/>
              </a:defRPr>
            </a:lvl5pPr>
            <a:lvl6pPr marL="2514600" indent="-228600" defTabSz="930275" eaLnBrk="0" fontAlgn="base" hangingPunct="0">
              <a:spcBef>
                <a:spcPct val="0"/>
              </a:spcBef>
              <a:spcAft>
                <a:spcPct val="0"/>
              </a:spcAft>
              <a:defRPr>
                <a:solidFill>
                  <a:schemeClr val="tx1"/>
                </a:solidFill>
                <a:latin typeface="Arial" panose="020B0604020202020204" pitchFamily="34" charset="0"/>
              </a:defRPr>
            </a:lvl6pPr>
            <a:lvl7pPr marL="2971800" indent="-228600" defTabSz="930275" eaLnBrk="0" fontAlgn="base" hangingPunct="0">
              <a:spcBef>
                <a:spcPct val="0"/>
              </a:spcBef>
              <a:spcAft>
                <a:spcPct val="0"/>
              </a:spcAft>
              <a:defRPr>
                <a:solidFill>
                  <a:schemeClr val="tx1"/>
                </a:solidFill>
                <a:latin typeface="Arial" panose="020B0604020202020204" pitchFamily="34" charset="0"/>
              </a:defRPr>
            </a:lvl7pPr>
            <a:lvl8pPr marL="3429000" indent="-228600" defTabSz="930275" eaLnBrk="0" fontAlgn="base" hangingPunct="0">
              <a:spcBef>
                <a:spcPct val="0"/>
              </a:spcBef>
              <a:spcAft>
                <a:spcPct val="0"/>
              </a:spcAft>
              <a:defRPr>
                <a:solidFill>
                  <a:schemeClr val="tx1"/>
                </a:solidFill>
                <a:latin typeface="Arial" panose="020B0604020202020204" pitchFamily="34" charset="0"/>
              </a:defRPr>
            </a:lvl8pPr>
            <a:lvl9pPr marL="3886200" indent="-228600" defTabSz="930275" eaLnBrk="0" fontAlgn="base" hangingPunct="0">
              <a:spcBef>
                <a:spcPct val="0"/>
              </a:spcBef>
              <a:spcAft>
                <a:spcPct val="0"/>
              </a:spcAft>
              <a:defRPr>
                <a:solidFill>
                  <a:schemeClr val="tx1"/>
                </a:solidFill>
                <a:latin typeface="Arial" panose="020B0604020202020204" pitchFamily="34" charset="0"/>
              </a:defRPr>
            </a:lvl9pPr>
          </a:lstStyle>
          <a:p>
            <a:pPr algn="r"/>
            <a:r>
              <a:rPr lang="en-US" altLang="en-US" sz="1000" i="1">
                <a:latin typeface="Times New Roman" panose="02020603050405020304" pitchFamily="18" charset="0"/>
              </a:rPr>
              <a:t>17</a:t>
            </a:r>
          </a:p>
        </p:txBody>
      </p:sp>
      <p:sp>
        <p:nvSpPr>
          <p:cNvPr id="18438" name="Rectangle 4">
            <a:extLst>
              <a:ext uri="{FF2B5EF4-FFF2-40B4-BE49-F238E27FC236}">
                <a16:creationId xmlns:a16="http://schemas.microsoft.com/office/drawing/2014/main" id="{2E2100DC-F08E-59F3-EDF9-6F7FBB58D200}"/>
              </a:ext>
            </a:extLst>
          </p:cNvPr>
          <p:cNvSpPr>
            <a:spLocks noChangeArrowheads="1"/>
          </p:cNvSpPr>
          <p:nvPr/>
        </p:nvSpPr>
        <p:spPr bwMode="auto">
          <a:xfrm>
            <a:off x="0" y="8685213"/>
            <a:ext cx="2971800" cy="45878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wrap="none" lIns="91435" tIns="45718" rIns="91435" bIns="45718" anchor="ctr"/>
          <a:lstStyle>
            <a:lvl1pPr eaLnBrk="0" hangingPunct="0">
              <a:defRPr>
                <a:solidFill>
                  <a:schemeClr val="tx1"/>
                </a:solidFill>
                <a:latin typeface="Arial" panose="020B0604020202020204" pitchFamily="34" charset="0"/>
              </a:defRPr>
            </a:lvl1pPr>
            <a:lvl2pPr marL="742950" indent="-285750" eaLnBrk="0" hangingPunct="0">
              <a:defRPr>
                <a:solidFill>
                  <a:schemeClr val="tx1"/>
                </a:solidFill>
                <a:latin typeface="Arial" panose="020B0604020202020204" pitchFamily="34" charset="0"/>
              </a:defRPr>
            </a:lvl2pPr>
            <a:lvl3pPr marL="1143000" indent="-228600" eaLnBrk="0" hangingPunct="0">
              <a:defRPr>
                <a:solidFill>
                  <a:schemeClr val="tx1"/>
                </a:solidFill>
                <a:latin typeface="Arial" panose="020B0604020202020204" pitchFamily="34" charset="0"/>
              </a:defRPr>
            </a:lvl3pPr>
            <a:lvl4pPr marL="1600200" indent="-228600" eaLnBrk="0" hangingPunct="0">
              <a:defRPr>
                <a:solidFill>
                  <a:schemeClr val="tx1"/>
                </a:solidFill>
                <a:latin typeface="Arial" panose="020B0604020202020204" pitchFamily="34" charset="0"/>
              </a:defRPr>
            </a:lvl4pPr>
            <a:lvl5pPr marL="2057400" indent="-228600" eaLnBrk="0" hangingPunct="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eaLnBrk="1" hangingPunct="1"/>
            <a:endParaRPr lang="en-US" altLang="en-US">
              <a:latin typeface="Calibri" panose="020F0502020204030204" pitchFamily="34" charset="0"/>
            </a:endParaRPr>
          </a:p>
        </p:txBody>
      </p:sp>
      <p:sp>
        <p:nvSpPr>
          <p:cNvPr id="18439" name="Rectangle 5">
            <a:extLst>
              <a:ext uri="{FF2B5EF4-FFF2-40B4-BE49-F238E27FC236}">
                <a16:creationId xmlns:a16="http://schemas.microsoft.com/office/drawing/2014/main" id="{617F8591-B457-10D9-DAC2-86EDEAD6B5E4}"/>
              </a:ext>
            </a:extLst>
          </p:cNvPr>
          <p:cNvSpPr>
            <a:spLocks noChangeArrowheads="1"/>
          </p:cNvSpPr>
          <p:nvPr/>
        </p:nvSpPr>
        <p:spPr bwMode="auto">
          <a:xfrm>
            <a:off x="0" y="0"/>
            <a:ext cx="297180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wrap="none" lIns="91435" tIns="45718" rIns="91435" bIns="45718" anchor="ctr"/>
          <a:lstStyle>
            <a:lvl1pPr eaLnBrk="0" hangingPunct="0">
              <a:defRPr>
                <a:solidFill>
                  <a:schemeClr val="tx1"/>
                </a:solidFill>
                <a:latin typeface="Arial" panose="020B0604020202020204" pitchFamily="34" charset="0"/>
              </a:defRPr>
            </a:lvl1pPr>
            <a:lvl2pPr marL="742950" indent="-285750" eaLnBrk="0" hangingPunct="0">
              <a:defRPr>
                <a:solidFill>
                  <a:schemeClr val="tx1"/>
                </a:solidFill>
                <a:latin typeface="Arial" panose="020B0604020202020204" pitchFamily="34" charset="0"/>
              </a:defRPr>
            </a:lvl2pPr>
            <a:lvl3pPr marL="1143000" indent="-228600" eaLnBrk="0" hangingPunct="0">
              <a:defRPr>
                <a:solidFill>
                  <a:schemeClr val="tx1"/>
                </a:solidFill>
                <a:latin typeface="Arial" panose="020B0604020202020204" pitchFamily="34" charset="0"/>
              </a:defRPr>
            </a:lvl3pPr>
            <a:lvl4pPr marL="1600200" indent="-228600" eaLnBrk="0" hangingPunct="0">
              <a:defRPr>
                <a:solidFill>
                  <a:schemeClr val="tx1"/>
                </a:solidFill>
                <a:latin typeface="Arial" panose="020B0604020202020204" pitchFamily="34" charset="0"/>
              </a:defRPr>
            </a:lvl4pPr>
            <a:lvl5pPr marL="2057400" indent="-228600" eaLnBrk="0" hangingPunct="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eaLnBrk="1" hangingPunct="1"/>
            <a:endParaRPr lang="en-US" altLang="en-US">
              <a:latin typeface="Calibri" panose="020F0502020204030204" pitchFamily="34" charset="0"/>
            </a:endParaRPr>
          </a:p>
        </p:txBody>
      </p:sp>
      <p:sp>
        <p:nvSpPr>
          <p:cNvPr id="18440" name="Rectangle 6">
            <a:extLst>
              <a:ext uri="{FF2B5EF4-FFF2-40B4-BE49-F238E27FC236}">
                <a16:creationId xmlns:a16="http://schemas.microsoft.com/office/drawing/2014/main" id="{0EC5B722-85C7-2F77-EE5F-318FF2BBF0CE}"/>
              </a:ext>
            </a:extLst>
          </p:cNvPr>
          <p:cNvSpPr>
            <a:spLocks noGrp="1" noRot="1" noChangeAspect="1" noChangeArrowheads="1" noTextEdit="1"/>
          </p:cNvSpPr>
          <p:nvPr>
            <p:ph type="sldImg"/>
          </p:nvPr>
        </p:nvSpPr>
        <p:spPr>
          <a:xfrm>
            <a:off x="393700" y="692150"/>
            <a:ext cx="6070600" cy="3416300"/>
          </a:xfrm>
          <a:ln cap="flat">
            <a:solidFill>
              <a:schemeClr val="tx1"/>
            </a:solidFill>
          </a:ln>
        </p:spPr>
      </p:sp>
      <p:sp>
        <p:nvSpPr>
          <p:cNvPr id="18441" name="Rectangle 7">
            <a:extLst>
              <a:ext uri="{FF2B5EF4-FFF2-40B4-BE49-F238E27FC236}">
                <a16:creationId xmlns:a16="http://schemas.microsoft.com/office/drawing/2014/main" id="{9151C4EF-279D-B494-7E14-C767F3E7D3B0}"/>
              </a:ext>
            </a:extLst>
          </p:cNvPr>
          <p:cNvSpPr>
            <a:spLocks noGrp="1" noChangeArrowheads="1"/>
          </p:cNvSpPr>
          <p:nvPr>
            <p:ph type="body" idx="1"/>
          </p:nvPr>
        </p:nvSpPr>
        <p:spPr>
          <a:xfrm>
            <a:off x="912813" y="4343400"/>
            <a:ext cx="5030787" cy="4114800"/>
          </a:xfrm>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93657" tIns="46036" rIns="93657" bIns="46036"/>
          <a:lstStyle/>
          <a:p>
            <a:pPr defTabSz="930275">
              <a:spcBef>
                <a:spcPct val="0"/>
              </a:spcBef>
            </a:pPr>
            <a:endParaRPr lang="en-US" altLang="en-US">
              <a:latin typeface="Arial" panose="020B0604020202020204" pitchFamily="34" charset="0"/>
            </a:endParaRPr>
          </a:p>
        </p:txBody>
      </p:sp>
    </p:spTree>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482" name="Slide Image Placeholder 1">
            <a:extLst>
              <a:ext uri="{FF2B5EF4-FFF2-40B4-BE49-F238E27FC236}">
                <a16:creationId xmlns:a16="http://schemas.microsoft.com/office/drawing/2014/main" id="{1F1844E7-1607-49CC-AFE8-BB45B4684364}"/>
              </a:ext>
            </a:extLst>
          </p:cNvPr>
          <p:cNvSpPr>
            <a:spLocks noGrp="1" noRot="1" noChangeAspect="1" noTextEdit="1"/>
          </p:cNvSpPr>
          <p:nvPr>
            <p:ph type="sldImg"/>
          </p:nvPr>
        </p:nvSpPr>
        <p:spPr>
          <a:ln/>
        </p:spPr>
      </p:sp>
      <p:sp>
        <p:nvSpPr>
          <p:cNvPr id="20483" name="Notes Placeholder 2">
            <a:extLst>
              <a:ext uri="{FF2B5EF4-FFF2-40B4-BE49-F238E27FC236}">
                <a16:creationId xmlns:a16="http://schemas.microsoft.com/office/drawing/2014/main" id="{2DD0E857-9704-B1E9-8C42-EE0BB47D384A}"/>
              </a:ext>
            </a:extLst>
          </p:cNvPr>
          <p:cNvSpPr>
            <a:spLocks noGrp="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a:spcBef>
                <a:spcPct val="0"/>
              </a:spcBef>
            </a:pPr>
            <a:endParaRPr lang="en-US" altLang="en-US">
              <a:latin typeface="Arial" panose="020B0604020202020204" pitchFamily="34" charset="0"/>
            </a:endParaRPr>
          </a:p>
        </p:txBody>
      </p:sp>
      <p:sp>
        <p:nvSpPr>
          <p:cNvPr id="20484" name="Slide Number Placeholder 3">
            <a:extLst>
              <a:ext uri="{FF2B5EF4-FFF2-40B4-BE49-F238E27FC236}">
                <a16:creationId xmlns:a16="http://schemas.microsoft.com/office/drawing/2014/main" id="{E70DF0DE-D78A-3C9B-5B6E-C1A04E6B42CB}"/>
              </a:ext>
            </a:extLst>
          </p:cNvPr>
          <p:cNvSpPr>
            <a:spLocks noGrp="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a:solidFill>
                  <a:schemeClr val="tx1"/>
                </a:solidFill>
                <a:latin typeface="Arial" panose="020B0604020202020204" pitchFamily="34" charset="0"/>
              </a:defRPr>
            </a:lvl1pPr>
            <a:lvl2pPr marL="742950" indent="-285750" eaLnBrk="0" hangingPunct="0">
              <a:defRPr>
                <a:solidFill>
                  <a:schemeClr val="tx1"/>
                </a:solidFill>
                <a:latin typeface="Arial" panose="020B0604020202020204" pitchFamily="34" charset="0"/>
              </a:defRPr>
            </a:lvl2pPr>
            <a:lvl3pPr marL="1143000" indent="-228600" eaLnBrk="0" hangingPunct="0">
              <a:defRPr>
                <a:solidFill>
                  <a:schemeClr val="tx1"/>
                </a:solidFill>
                <a:latin typeface="Arial" panose="020B0604020202020204" pitchFamily="34" charset="0"/>
              </a:defRPr>
            </a:lvl3pPr>
            <a:lvl4pPr marL="1600200" indent="-228600" eaLnBrk="0" hangingPunct="0">
              <a:defRPr>
                <a:solidFill>
                  <a:schemeClr val="tx1"/>
                </a:solidFill>
                <a:latin typeface="Arial" panose="020B0604020202020204" pitchFamily="34" charset="0"/>
              </a:defRPr>
            </a:lvl4pPr>
            <a:lvl5pPr marL="2057400" indent="-228600" eaLnBrk="0" hangingPunct="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eaLnBrk="1" hangingPunct="1"/>
            <a:fld id="{4A6311FE-50DF-45C8-9EAC-823304726DDA}" type="slidenum">
              <a:rPr lang="en-US" altLang="en-US"/>
              <a:pPr eaLnBrk="1" hangingPunct="1"/>
              <a:t>26</a:t>
            </a:fld>
            <a:endParaRPr lang="en-US" altLang="en-US"/>
          </a:p>
        </p:txBody>
      </p:sp>
    </p:spTree>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9458" name="Rectangle 7">
            <a:extLst>
              <a:ext uri="{FF2B5EF4-FFF2-40B4-BE49-F238E27FC236}">
                <a16:creationId xmlns:a16="http://schemas.microsoft.com/office/drawing/2014/main" id="{DBDE951B-BCEE-18E8-9B65-7D3B207F9EA8}"/>
              </a:ext>
            </a:extLst>
          </p:cNvPr>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a:solidFill>
                  <a:schemeClr val="tx1"/>
                </a:solidFill>
                <a:latin typeface="Arial" panose="020B0604020202020204" pitchFamily="34" charset="0"/>
              </a:defRPr>
            </a:lvl1pPr>
            <a:lvl2pPr marL="742950" indent="-285750" eaLnBrk="0" hangingPunct="0">
              <a:defRPr>
                <a:solidFill>
                  <a:schemeClr val="tx1"/>
                </a:solidFill>
                <a:latin typeface="Arial" panose="020B0604020202020204" pitchFamily="34" charset="0"/>
              </a:defRPr>
            </a:lvl2pPr>
            <a:lvl3pPr marL="1143000" indent="-228600" eaLnBrk="0" hangingPunct="0">
              <a:defRPr>
                <a:solidFill>
                  <a:schemeClr val="tx1"/>
                </a:solidFill>
                <a:latin typeface="Arial" panose="020B0604020202020204" pitchFamily="34" charset="0"/>
              </a:defRPr>
            </a:lvl3pPr>
            <a:lvl4pPr marL="1600200" indent="-228600" eaLnBrk="0" hangingPunct="0">
              <a:defRPr>
                <a:solidFill>
                  <a:schemeClr val="tx1"/>
                </a:solidFill>
                <a:latin typeface="Arial" panose="020B0604020202020204" pitchFamily="34" charset="0"/>
              </a:defRPr>
            </a:lvl4pPr>
            <a:lvl5pPr marL="2057400" indent="-228600" eaLnBrk="0" hangingPunct="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eaLnBrk="1" hangingPunct="1"/>
            <a:fld id="{F9D55C42-F740-4B45-BDB6-3ECC77B33B35}" type="slidenum">
              <a:rPr lang="en-US" altLang="en-US"/>
              <a:pPr eaLnBrk="1" hangingPunct="1"/>
              <a:t>27</a:t>
            </a:fld>
            <a:endParaRPr lang="en-US" altLang="en-US"/>
          </a:p>
        </p:txBody>
      </p:sp>
      <p:sp>
        <p:nvSpPr>
          <p:cNvPr id="215042" name="Rectangle 7">
            <a:extLst>
              <a:ext uri="{FF2B5EF4-FFF2-40B4-BE49-F238E27FC236}">
                <a16:creationId xmlns:a16="http://schemas.microsoft.com/office/drawing/2014/main" id="{7602FB05-F41C-34B9-6D93-567788A2008B}"/>
              </a:ext>
            </a:extLst>
          </p:cNvPr>
          <p:cNvSpPr txBox="1">
            <a:spLocks noGrp="1" noChangeArrowheads="1"/>
          </p:cNvSpPr>
          <p:nvPr/>
        </p:nvSpPr>
        <p:spPr bwMode="auto">
          <a:xfrm>
            <a:off x="3884613" y="8685213"/>
            <a:ext cx="2971800" cy="457200"/>
          </a:xfrm>
          <a:prstGeom prst="rect">
            <a:avLst/>
          </a:prstGeom>
          <a:noFill/>
          <a:ln>
            <a:miter lim="800000"/>
            <a:headEnd/>
            <a:tailEnd/>
          </a:ln>
        </p:spPr>
        <p:txBody>
          <a:bodyPr lIns="91435" tIns="45718" rIns="91435" bIns="45718" anchor="b"/>
          <a:lstStyle>
            <a:lvl1pPr eaLnBrk="0" hangingPunct="0">
              <a:defRPr>
                <a:solidFill>
                  <a:schemeClr val="tx1"/>
                </a:solidFill>
                <a:latin typeface="Arial" panose="020B0604020202020204" pitchFamily="34" charset="0"/>
              </a:defRPr>
            </a:lvl1pPr>
            <a:lvl2pPr marL="742950" indent="-285750" eaLnBrk="0" hangingPunct="0">
              <a:defRPr>
                <a:solidFill>
                  <a:schemeClr val="tx1"/>
                </a:solidFill>
                <a:latin typeface="Arial" panose="020B0604020202020204" pitchFamily="34" charset="0"/>
              </a:defRPr>
            </a:lvl2pPr>
            <a:lvl3pPr marL="1143000" indent="-228600" eaLnBrk="0" hangingPunct="0">
              <a:defRPr>
                <a:solidFill>
                  <a:schemeClr val="tx1"/>
                </a:solidFill>
                <a:latin typeface="Arial" panose="020B0604020202020204" pitchFamily="34" charset="0"/>
              </a:defRPr>
            </a:lvl3pPr>
            <a:lvl4pPr marL="1600200" indent="-228600" eaLnBrk="0" hangingPunct="0">
              <a:defRPr>
                <a:solidFill>
                  <a:schemeClr val="tx1"/>
                </a:solidFill>
                <a:latin typeface="Arial" panose="020B0604020202020204" pitchFamily="34" charset="0"/>
              </a:defRPr>
            </a:lvl4pPr>
            <a:lvl5pPr marL="2057400" indent="-228600" eaLnBrk="0" hangingPunct="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algn="r" eaLnBrk="1" hangingPunct="1"/>
            <a:fld id="{9618B808-3832-4704-A1A0-937A7A4BA1D5}" type="slidenum">
              <a:rPr lang="en-US" altLang="en-US" sz="1200">
                <a:latin typeface="Calibri" panose="020F0502020204030204" pitchFamily="34" charset="0"/>
              </a:rPr>
              <a:pPr algn="r" eaLnBrk="1" hangingPunct="1"/>
              <a:t>27</a:t>
            </a:fld>
            <a:endParaRPr lang="en-US" altLang="en-US" sz="1200">
              <a:latin typeface="Calibri" panose="020F0502020204030204" pitchFamily="34" charset="0"/>
            </a:endParaRPr>
          </a:p>
        </p:txBody>
      </p:sp>
      <p:sp>
        <p:nvSpPr>
          <p:cNvPr id="19460" name="Rectangle 2">
            <a:extLst>
              <a:ext uri="{FF2B5EF4-FFF2-40B4-BE49-F238E27FC236}">
                <a16:creationId xmlns:a16="http://schemas.microsoft.com/office/drawing/2014/main" id="{4C4447D8-B96B-0186-47D3-7CCCED875577}"/>
              </a:ext>
            </a:extLst>
          </p:cNvPr>
          <p:cNvSpPr>
            <a:spLocks noChangeArrowheads="1"/>
          </p:cNvSpPr>
          <p:nvPr/>
        </p:nvSpPr>
        <p:spPr bwMode="auto">
          <a:xfrm>
            <a:off x="3883025" y="0"/>
            <a:ext cx="2973388"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91435" tIns="45718" rIns="91435" bIns="45718" anchor="ctr"/>
          <a:lstStyle>
            <a:lvl1pPr eaLnBrk="0" hangingPunct="0">
              <a:defRPr>
                <a:solidFill>
                  <a:schemeClr val="tx1"/>
                </a:solidFill>
                <a:latin typeface="Arial" panose="020B0604020202020204" pitchFamily="34" charset="0"/>
              </a:defRPr>
            </a:lvl1pPr>
            <a:lvl2pPr marL="742950" indent="-285750" eaLnBrk="0" hangingPunct="0">
              <a:defRPr>
                <a:solidFill>
                  <a:schemeClr val="tx1"/>
                </a:solidFill>
                <a:latin typeface="Arial" panose="020B0604020202020204" pitchFamily="34" charset="0"/>
              </a:defRPr>
            </a:lvl2pPr>
            <a:lvl3pPr marL="1143000" indent="-228600" eaLnBrk="0" hangingPunct="0">
              <a:defRPr>
                <a:solidFill>
                  <a:schemeClr val="tx1"/>
                </a:solidFill>
                <a:latin typeface="Arial" panose="020B0604020202020204" pitchFamily="34" charset="0"/>
              </a:defRPr>
            </a:lvl3pPr>
            <a:lvl4pPr marL="1600200" indent="-228600" eaLnBrk="0" hangingPunct="0">
              <a:defRPr>
                <a:solidFill>
                  <a:schemeClr val="tx1"/>
                </a:solidFill>
                <a:latin typeface="Arial" panose="020B0604020202020204" pitchFamily="34" charset="0"/>
              </a:defRPr>
            </a:lvl4pPr>
            <a:lvl5pPr marL="2057400" indent="-228600" eaLnBrk="0" hangingPunct="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eaLnBrk="1" hangingPunct="1"/>
            <a:endParaRPr lang="en-US" altLang="en-US">
              <a:latin typeface="Calibri" panose="020F0502020204030204" pitchFamily="34" charset="0"/>
              <a:cs typeface="Arial" panose="020B0604020202020204" pitchFamily="34" charset="0"/>
            </a:endParaRPr>
          </a:p>
        </p:txBody>
      </p:sp>
      <p:sp>
        <p:nvSpPr>
          <p:cNvPr id="19461" name="Rectangle 3">
            <a:extLst>
              <a:ext uri="{FF2B5EF4-FFF2-40B4-BE49-F238E27FC236}">
                <a16:creationId xmlns:a16="http://schemas.microsoft.com/office/drawing/2014/main" id="{627C222E-5B3E-02C8-DB9C-09F6EFD9A623}"/>
              </a:ext>
            </a:extLst>
          </p:cNvPr>
          <p:cNvSpPr>
            <a:spLocks noChangeArrowheads="1"/>
          </p:cNvSpPr>
          <p:nvPr/>
        </p:nvSpPr>
        <p:spPr bwMode="auto">
          <a:xfrm>
            <a:off x="3883025" y="8685213"/>
            <a:ext cx="2973388" cy="45878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19048" tIns="0" rIns="19048" bIns="0" anchor="b"/>
          <a:lstStyle>
            <a:lvl1pPr defTabSz="930275" eaLnBrk="0" hangingPunct="0">
              <a:defRPr>
                <a:solidFill>
                  <a:schemeClr val="tx1"/>
                </a:solidFill>
                <a:latin typeface="Arial" panose="020B0604020202020204" pitchFamily="34" charset="0"/>
              </a:defRPr>
            </a:lvl1pPr>
            <a:lvl2pPr marL="742950" indent="-285750" defTabSz="930275" eaLnBrk="0" hangingPunct="0">
              <a:defRPr>
                <a:solidFill>
                  <a:schemeClr val="tx1"/>
                </a:solidFill>
                <a:latin typeface="Arial" panose="020B0604020202020204" pitchFamily="34" charset="0"/>
              </a:defRPr>
            </a:lvl2pPr>
            <a:lvl3pPr marL="1143000" indent="-228600" defTabSz="930275" eaLnBrk="0" hangingPunct="0">
              <a:defRPr>
                <a:solidFill>
                  <a:schemeClr val="tx1"/>
                </a:solidFill>
                <a:latin typeface="Arial" panose="020B0604020202020204" pitchFamily="34" charset="0"/>
              </a:defRPr>
            </a:lvl3pPr>
            <a:lvl4pPr marL="1600200" indent="-228600" defTabSz="930275" eaLnBrk="0" hangingPunct="0">
              <a:defRPr>
                <a:solidFill>
                  <a:schemeClr val="tx1"/>
                </a:solidFill>
                <a:latin typeface="Arial" panose="020B0604020202020204" pitchFamily="34" charset="0"/>
              </a:defRPr>
            </a:lvl4pPr>
            <a:lvl5pPr marL="2057400" indent="-228600" defTabSz="930275" eaLnBrk="0" hangingPunct="0">
              <a:defRPr>
                <a:solidFill>
                  <a:schemeClr val="tx1"/>
                </a:solidFill>
                <a:latin typeface="Arial" panose="020B0604020202020204" pitchFamily="34" charset="0"/>
              </a:defRPr>
            </a:lvl5pPr>
            <a:lvl6pPr marL="2514600" indent="-228600" defTabSz="930275" eaLnBrk="0" fontAlgn="base" hangingPunct="0">
              <a:spcBef>
                <a:spcPct val="0"/>
              </a:spcBef>
              <a:spcAft>
                <a:spcPct val="0"/>
              </a:spcAft>
              <a:defRPr>
                <a:solidFill>
                  <a:schemeClr val="tx1"/>
                </a:solidFill>
                <a:latin typeface="Arial" panose="020B0604020202020204" pitchFamily="34" charset="0"/>
              </a:defRPr>
            </a:lvl6pPr>
            <a:lvl7pPr marL="2971800" indent="-228600" defTabSz="930275" eaLnBrk="0" fontAlgn="base" hangingPunct="0">
              <a:spcBef>
                <a:spcPct val="0"/>
              </a:spcBef>
              <a:spcAft>
                <a:spcPct val="0"/>
              </a:spcAft>
              <a:defRPr>
                <a:solidFill>
                  <a:schemeClr val="tx1"/>
                </a:solidFill>
                <a:latin typeface="Arial" panose="020B0604020202020204" pitchFamily="34" charset="0"/>
              </a:defRPr>
            </a:lvl7pPr>
            <a:lvl8pPr marL="3429000" indent="-228600" defTabSz="930275" eaLnBrk="0" fontAlgn="base" hangingPunct="0">
              <a:spcBef>
                <a:spcPct val="0"/>
              </a:spcBef>
              <a:spcAft>
                <a:spcPct val="0"/>
              </a:spcAft>
              <a:defRPr>
                <a:solidFill>
                  <a:schemeClr val="tx1"/>
                </a:solidFill>
                <a:latin typeface="Arial" panose="020B0604020202020204" pitchFamily="34" charset="0"/>
              </a:defRPr>
            </a:lvl8pPr>
            <a:lvl9pPr marL="3886200" indent="-228600" defTabSz="930275" eaLnBrk="0" fontAlgn="base" hangingPunct="0">
              <a:spcBef>
                <a:spcPct val="0"/>
              </a:spcBef>
              <a:spcAft>
                <a:spcPct val="0"/>
              </a:spcAft>
              <a:defRPr>
                <a:solidFill>
                  <a:schemeClr val="tx1"/>
                </a:solidFill>
                <a:latin typeface="Arial" panose="020B0604020202020204" pitchFamily="34" charset="0"/>
              </a:defRPr>
            </a:lvl9pPr>
          </a:lstStyle>
          <a:p>
            <a:pPr algn="r"/>
            <a:r>
              <a:rPr lang="en-US" altLang="en-US" sz="1000" i="1">
                <a:latin typeface="Times New Roman" panose="02020603050405020304" pitchFamily="18" charset="0"/>
                <a:cs typeface="Arial" panose="020B0604020202020204" pitchFamily="34" charset="0"/>
              </a:rPr>
              <a:t>18</a:t>
            </a:r>
          </a:p>
        </p:txBody>
      </p:sp>
      <p:sp>
        <p:nvSpPr>
          <p:cNvPr id="19462" name="Rectangle 4">
            <a:extLst>
              <a:ext uri="{FF2B5EF4-FFF2-40B4-BE49-F238E27FC236}">
                <a16:creationId xmlns:a16="http://schemas.microsoft.com/office/drawing/2014/main" id="{82725882-9A9F-707C-7AC5-9A7462237B32}"/>
              </a:ext>
            </a:extLst>
          </p:cNvPr>
          <p:cNvSpPr>
            <a:spLocks noChangeArrowheads="1"/>
          </p:cNvSpPr>
          <p:nvPr/>
        </p:nvSpPr>
        <p:spPr bwMode="auto">
          <a:xfrm>
            <a:off x="-1588" y="8685213"/>
            <a:ext cx="2971801" cy="45878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91435" tIns="45718" rIns="91435" bIns="45718" anchor="ctr"/>
          <a:lstStyle>
            <a:lvl1pPr eaLnBrk="0" hangingPunct="0">
              <a:defRPr>
                <a:solidFill>
                  <a:schemeClr val="tx1"/>
                </a:solidFill>
                <a:latin typeface="Arial" panose="020B0604020202020204" pitchFamily="34" charset="0"/>
              </a:defRPr>
            </a:lvl1pPr>
            <a:lvl2pPr marL="742950" indent="-285750" eaLnBrk="0" hangingPunct="0">
              <a:defRPr>
                <a:solidFill>
                  <a:schemeClr val="tx1"/>
                </a:solidFill>
                <a:latin typeface="Arial" panose="020B0604020202020204" pitchFamily="34" charset="0"/>
              </a:defRPr>
            </a:lvl2pPr>
            <a:lvl3pPr marL="1143000" indent="-228600" eaLnBrk="0" hangingPunct="0">
              <a:defRPr>
                <a:solidFill>
                  <a:schemeClr val="tx1"/>
                </a:solidFill>
                <a:latin typeface="Arial" panose="020B0604020202020204" pitchFamily="34" charset="0"/>
              </a:defRPr>
            </a:lvl3pPr>
            <a:lvl4pPr marL="1600200" indent="-228600" eaLnBrk="0" hangingPunct="0">
              <a:defRPr>
                <a:solidFill>
                  <a:schemeClr val="tx1"/>
                </a:solidFill>
                <a:latin typeface="Arial" panose="020B0604020202020204" pitchFamily="34" charset="0"/>
              </a:defRPr>
            </a:lvl4pPr>
            <a:lvl5pPr marL="2057400" indent="-228600" eaLnBrk="0" hangingPunct="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eaLnBrk="1" hangingPunct="1"/>
            <a:endParaRPr lang="en-US" altLang="en-US">
              <a:latin typeface="Calibri" panose="020F0502020204030204" pitchFamily="34" charset="0"/>
              <a:cs typeface="Arial" panose="020B0604020202020204" pitchFamily="34" charset="0"/>
            </a:endParaRPr>
          </a:p>
        </p:txBody>
      </p:sp>
      <p:sp>
        <p:nvSpPr>
          <p:cNvPr id="19463" name="Rectangle 5">
            <a:extLst>
              <a:ext uri="{FF2B5EF4-FFF2-40B4-BE49-F238E27FC236}">
                <a16:creationId xmlns:a16="http://schemas.microsoft.com/office/drawing/2014/main" id="{8E18E923-CF35-04E8-BABD-FC740A8CA38C}"/>
              </a:ext>
            </a:extLst>
          </p:cNvPr>
          <p:cNvSpPr>
            <a:spLocks noChangeArrowheads="1"/>
          </p:cNvSpPr>
          <p:nvPr/>
        </p:nvSpPr>
        <p:spPr bwMode="auto">
          <a:xfrm>
            <a:off x="-1588" y="0"/>
            <a:ext cx="2971801"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91435" tIns="45718" rIns="91435" bIns="45718" anchor="ctr"/>
          <a:lstStyle>
            <a:lvl1pPr eaLnBrk="0" hangingPunct="0">
              <a:defRPr>
                <a:solidFill>
                  <a:schemeClr val="tx1"/>
                </a:solidFill>
                <a:latin typeface="Arial" panose="020B0604020202020204" pitchFamily="34" charset="0"/>
              </a:defRPr>
            </a:lvl1pPr>
            <a:lvl2pPr marL="742950" indent="-285750" eaLnBrk="0" hangingPunct="0">
              <a:defRPr>
                <a:solidFill>
                  <a:schemeClr val="tx1"/>
                </a:solidFill>
                <a:latin typeface="Arial" panose="020B0604020202020204" pitchFamily="34" charset="0"/>
              </a:defRPr>
            </a:lvl2pPr>
            <a:lvl3pPr marL="1143000" indent="-228600" eaLnBrk="0" hangingPunct="0">
              <a:defRPr>
                <a:solidFill>
                  <a:schemeClr val="tx1"/>
                </a:solidFill>
                <a:latin typeface="Arial" panose="020B0604020202020204" pitchFamily="34" charset="0"/>
              </a:defRPr>
            </a:lvl3pPr>
            <a:lvl4pPr marL="1600200" indent="-228600" eaLnBrk="0" hangingPunct="0">
              <a:defRPr>
                <a:solidFill>
                  <a:schemeClr val="tx1"/>
                </a:solidFill>
                <a:latin typeface="Arial" panose="020B0604020202020204" pitchFamily="34" charset="0"/>
              </a:defRPr>
            </a:lvl4pPr>
            <a:lvl5pPr marL="2057400" indent="-228600" eaLnBrk="0" hangingPunct="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eaLnBrk="1" hangingPunct="1"/>
            <a:endParaRPr lang="en-US" altLang="en-US">
              <a:latin typeface="Calibri" panose="020F0502020204030204" pitchFamily="34" charset="0"/>
              <a:cs typeface="Arial" panose="020B0604020202020204" pitchFamily="34" charset="0"/>
            </a:endParaRPr>
          </a:p>
        </p:txBody>
      </p:sp>
      <p:sp>
        <p:nvSpPr>
          <p:cNvPr id="19464" name="Rectangle 6">
            <a:extLst>
              <a:ext uri="{FF2B5EF4-FFF2-40B4-BE49-F238E27FC236}">
                <a16:creationId xmlns:a16="http://schemas.microsoft.com/office/drawing/2014/main" id="{D65AEDB0-DAA3-D305-B0FD-BA001C6D92C6}"/>
              </a:ext>
            </a:extLst>
          </p:cNvPr>
          <p:cNvSpPr>
            <a:spLocks noGrp="1" noRot="1" noChangeAspect="1" noChangeArrowheads="1" noTextEdit="1"/>
          </p:cNvSpPr>
          <p:nvPr>
            <p:ph type="sldImg"/>
          </p:nvPr>
        </p:nvSpPr>
        <p:spPr>
          <a:xfrm>
            <a:off x="395288" y="692150"/>
            <a:ext cx="6070600" cy="3416300"/>
          </a:xfrm>
          <a:ln cap="flat">
            <a:solidFill>
              <a:schemeClr val="tx1"/>
            </a:solidFill>
          </a:ln>
        </p:spPr>
      </p:sp>
      <p:sp>
        <p:nvSpPr>
          <p:cNvPr id="19465" name="Rectangle 7">
            <a:extLst>
              <a:ext uri="{FF2B5EF4-FFF2-40B4-BE49-F238E27FC236}">
                <a16:creationId xmlns:a16="http://schemas.microsoft.com/office/drawing/2014/main" id="{C946CDB0-DD11-78F3-BB3E-4E0E4D674C9D}"/>
              </a:ext>
            </a:extLst>
          </p:cNvPr>
          <p:cNvSpPr>
            <a:spLocks noGrp="1" noChangeArrowheads="1"/>
          </p:cNvSpPr>
          <p:nvPr>
            <p:ph type="body" idx="1"/>
          </p:nvPr>
        </p:nvSpPr>
        <p:spPr>
          <a:xfrm>
            <a:off x="909638" y="4343400"/>
            <a:ext cx="5032375" cy="4114800"/>
          </a:xfrm>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93648" tIns="46032" rIns="93648" bIns="46032"/>
          <a:lstStyle/>
          <a:p>
            <a:pPr eaLnBrk="1" hangingPunct="1">
              <a:spcBef>
                <a:spcPct val="0"/>
              </a:spcBef>
            </a:pPr>
            <a:endParaRPr lang="en-US" altLang="en-US">
              <a:latin typeface="Arial" panose="020B0604020202020204" pitchFamily="34" charset="0"/>
            </a:endParaRPr>
          </a:p>
        </p:txBody>
      </p:sp>
    </p:spTree>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602" name="Rectangle 7">
            <a:extLst>
              <a:ext uri="{FF2B5EF4-FFF2-40B4-BE49-F238E27FC236}">
                <a16:creationId xmlns:a16="http://schemas.microsoft.com/office/drawing/2014/main" id="{B28A3681-8707-6088-6194-06D35DB3B436}"/>
              </a:ext>
            </a:extLst>
          </p:cNvPr>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a:solidFill>
                  <a:schemeClr val="tx1"/>
                </a:solidFill>
                <a:latin typeface="Arial" panose="020B0604020202020204" pitchFamily="34" charset="0"/>
              </a:defRPr>
            </a:lvl1pPr>
            <a:lvl2pPr marL="742950" indent="-285750" eaLnBrk="0" hangingPunct="0">
              <a:defRPr>
                <a:solidFill>
                  <a:schemeClr val="tx1"/>
                </a:solidFill>
                <a:latin typeface="Arial" panose="020B0604020202020204" pitchFamily="34" charset="0"/>
              </a:defRPr>
            </a:lvl2pPr>
            <a:lvl3pPr marL="1143000" indent="-228600" eaLnBrk="0" hangingPunct="0">
              <a:defRPr>
                <a:solidFill>
                  <a:schemeClr val="tx1"/>
                </a:solidFill>
                <a:latin typeface="Arial" panose="020B0604020202020204" pitchFamily="34" charset="0"/>
              </a:defRPr>
            </a:lvl3pPr>
            <a:lvl4pPr marL="1600200" indent="-228600" eaLnBrk="0" hangingPunct="0">
              <a:defRPr>
                <a:solidFill>
                  <a:schemeClr val="tx1"/>
                </a:solidFill>
                <a:latin typeface="Arial" panose="020B0604020202020204" pitchFamily="34" charset="0"/>
              </a:defRPr>
            </a:lvl4pPr>
            <a:lvl5pPr marL="2057400" indent="-228600" eaLnBrk="0" hangingPunct="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eaLnBrk="1" hangingPunct="1"/>
            <a:fld id="{1E00A6E6-0F78-4B57-98C0-F4D3E022BDD1}" type="slidenum">
              <a:rPr lang="en-US" altLang="en-US"/>
              <a:pPr eaLnBrk="1" hangingPunct="1"/>
              <a:t>28</a:t>
            </a:fld>
            <a:endParaRPr lang="en-US" altLang="en-US"/>
          </a:p>
        </p:txBody>
      </p:sp>
      <p:sp>
        <p:nvSpPr>
          <p:cNvPr id="25603" name="Rectangle 7">
            <a:extLst>
              <a:ext uri="{FF2B5EF4-FFF2-40B4-BE49-F238E27FC236}">
                <a16:creationId xmlns:a16="http://schemas.microsoft.com/office/drawing/2014/main" id="{EF036DA2-96D8-B0DC-C79F-ED06CE08D455}"/>
              </a:ext>
            </a:extLst>
          </p:cNvPr>
          <p:cNvSpPr txBox="1">
            <a:spLocks noGrp="1" noChangeArrowheads="1"/>
          </p:cNvSpPr>
          <p:nvPr/>
        </p:nvSpPr>
        <p:spPr bwMode="auto">
          <a:xfrm>
            <a:off x="3884613" y="8685213"/>
            <a:ext cx="297180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b"/>
          <a:lstStyle>
            <a:lvl1pPr eaLnBrk="0" hangingPunct="0">
              <a:defRPr>
                <a:solidFill>
                  <a:schemeClr val="tx1"/>
                </a:solidFill>
                <a:latin typeface="Arial" panose="020B0604020202020204" pitchFamily="34" charset="0"/>
              </a:defRPr>
            </a:lvl1pPr>
            <a:lvl2pPr marL="742950" indent="-285750" eaLnBrk="0" hangingPunct="0">
              <a:defRPr>
                <a:solidFill>
                  <a:schemeClr val="tx1"/>
                </a:solidFill>
                <a:latin typeface="Arial" panose="020B0604020202020204" pitchFamily="34" charset="0"/>
              </a:defRPr>
            </a:lvl2pPr>
            <a:lvl3pPr marL="1143000" indent="-228600" eaLnBrk="0" hangingPunct="0">
              <a:defRPr>
                <a:solidFill>
                  <a:schemeClr val="tx1"/>
                </a:solidFill>
                <a:latin typeface="Arial" panose="020B0604020202020204" pitchFamily="34" charset="0"/>
              </a:defRPr>
            </a:lvl3pPr>
            <a:lvl4pPr marL="1600200" indent="-228600" eaLnBrk="0" hangingPunct="0">
              <a:defRPr>
                <a:solidFill>
                  <a:schemeClr val="tx1"/>
                </a:solidFill>
                <a:latin typeface="Arial" panose="020B0604020202020204" pitchFamily="34" charset="0"/>
              </a:defRPr>
            </a:lvl4pPr>
            <a:lvl5pPr marL="2057400" indent="-228600" eaLnBrk="0" hangingPunct="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algn="r" eaLnBrk="1" hangingPunct="1"/>
            <a:fld id="{77E2C036-61C6-4579-B9F4-15A96313DE6E}" type="slidenum">
              <a:rPr lang="en-US" altLang="en-US" sz="1200"/>
              <a:pPr algn="r" eaLnBrk="1" hangingPunct="1"/>
              <a:t>28</a:t>
            </a:fld>
            <a:endParaRPr lang="en-US" altLang="en-US" sz="1200"/>
          </a:p>
        </p:txBody>
      </p:sp>
      <p:sp>
        <p:nvSpPr>
          <p:cNvPr id="25604" name="Rectangle 2">
            <a:extLst>
              <a:ext uri="{FF2B5EF4-FFF2-40B4-BE49-F238E27FC236}">
                <a16:creationId xmlns:a16="http://schemas.microsoft.com/office/drawing/2014/main" id="{9D41C059-929D-39A2-DB99-67697F9439C9}"/>
              </a:ext>
            </a:extLst>
          </p:cNvPr>
          <p:cNvSpPr>
            <a:spLocks noGrp="1" noRot="1" noChangeAspect="1" noChangeArrowheads="1" noTextEdit="1"/>
          </p:cNvSpPr>
          <p:nvPr>
            <p:ph type="sldImg"/>
          </p:nvPr>
        </p:nvSpPr>
        <p:spPr>
          <a:ln/>
        </p:spPr>
      </p:sp>
      <p:sp>
        <p:nvSpPr>
          <p:cNvPr id="25605" name="Rectangle 3">
            <a:extLst>
              <a:ext uri="{FF2B5EF4-FFF2-40B4-BE49-F238E27FC236}">
                <a16:creationId xmlns:a16="http://schemas.microsoft.com/office/drawing/2014/main" id="{2B0BAF6A-734C-AAEE-948C-D354B676B62E}"/>
              </a:ext>
            </a:extLst>
          </p:cNvPr>
          <p:cNvSpPr>
            <a:spLocks noGrp="1" noChangeArrowheads="1"/>
          </p:cNvSpPr>
          <p:nvPr>
            <p:ph type="body" idx="1"/>
          </p:nvPr>
        </p:nvSpPr>
        <p:spPr>
          <a:xfrm>
            <a:off x="914400" y="4343400"/>
            <a:ext cx="5029200" cy="4114800"/>
          </a:xfrm>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en-US" altLang="en-US">
              <a:latin typeface="Arial" panose="020B0604020202020204" pitchFamily="34" charset="0"/>
            </a:endParaRPr>
          </a:p>
        </p:txBody>
      </p:sp>
    </p:spTree>
    <p:extLst>
      <p:ext uri="{BB962C8B-B14F-4D97-AF65-F5344CB8AC3E}">
        <p14:creationId xmlns:p14="http://schemas.microsoft.com/office/powerpoint/2010/main" val="602664534"/>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1506" name="Slide Image Placeholder 1">
            <a:extLst>
              <a:ext uri="{FF2B5EF4-FFF2-40B4-BE49-F238E27FC236}">
                <a16:creationId xmlns:a16="http://schemas.microsoft.com/office/drawing/2014/main" id="{558B587F-D48E-3C09-AA08-ACBDBDCB5F2C}"/>
              </a:ext>
            </a:extLst>
          </p:cNvPr>
          <p:cNvSpPr>
            <a:spLocks noGrp="1" noRot="1" noChangeAspect="1" noTextEdit="1"/>
          </p:cNvSpPr>
          <p:nvPr>
            <p:ph type="sldImg"/>
          </p:nvPr>
        </p:nvSpPr>
        <p:spPr>
          <a:ln/>
        </p:spPr>
      </p:sp>
      <p:sp>
        <p:nvSpPr>
          <p:cNvPr id="21507" name="Notes Placeholder 2">
            <a:extLst>
              <a:ext uri="{FF2B5EF4-FFF2-40B4-BE49-F238E27FC236}">
                <a16:creationId xmlns:a16="http://schemas.microsoft.com/office/drawing/2014/main" id="{95958D00-42B4-6157-F96D-28AB616A8E72}"/>
              </a:ext>
            </a:extLst>
          </p:cNvPr>
          <p:cNvSpPr>
            <a:spLocks noGrp="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en-US" altLang="en-US">
              <a:latin typeface="Arial" panose="020B0604020202020204" pitchFamily="34" charset="0"/>
            </a:endParaRPr>
          </a:p>
        </p:txBody>
      </p:sp>
      <p:sp>
        <p:nvSpPr>
          <p:cNvPr id="21508" name="Slide Number Placeholder 3">
            <a:extLst>
              <a:ext uri="{FF2B5EF4-FFF2-40B4-BE49-F238E27FC236}">
                <a16:creationId xmlns:a16="http://schemas.microsoft.com/office/drawing/2014/main" id="{1308F104-14DA-4CB5-8AE7-9C865C8CBDE6}"/>
              </a:ext>
            </a:extLst>
          </p:cNvPr>
          <p:cNvSpPr>
            <a:spLocks noGrp="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a:solidFill>
                  <a:schemeClr val="tx1"/>
                </a:solidFill>
                <a:latin typeface="Arial" panose="020B0604020202020204" pitchFamily="34" charset="0"/>
              </a:defRPr>
            </a:lvl1pPr>
            <a:lvl2pPr marL="742950" indent="-285750" eaLnBrk="0" hangingPunct="0">
              <a:defRPr>
                <a:solidFill>
                  <a:schemeClr val="tx1"/>
                </a:solidFill>
                <a:latin typeface="Arial" panose="020B0604020202020204" pitchFamily="34" charset="0"/>
              </a:defRPr>
            </a:lvl2pPr>
            <a:lvl3pPr marL="1143000" indent="-228600" eaLnBrk="0" hangingPunct="0">
              <a:defRPr>
                <a:solidFill>
                  <a:schemeClr val="tx1"/>
                </a:solidFill>
                <a:latin typeface="Arial" panose="020B0604020202020204" pitchFamily="34" charset="0"/>
              </a:defRPr>
            </a:lvl3pPr>
            <a:lvl4pPr marL="1600200" indent="-228600" eaLnBrk="0" hangingPunct="0">
              <a:defRPr>
                <a:solidFill>
                  <a:schemeClr val="tx1"/>
                </a:solidFill>
                <a:latin typeface="Arial" panose="020B0604020202020204" pitchFamily="34" charset="0"/>
              </a:defRPr>
            </a:lvl4pPr>
            <a:lvl5pPr marL="2057400" indent="-228600" eaLnBrk="0" hangingPunct="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eaLnBrk="1" hangingPunct="1"/>
            <a:fld id="{A0F2A162-85CB-492D-A90F-F63EAEF8433F}" type="slidenum">
              <a:rPr lang="en-US" altLang="en-US"/>
              <a:pPr eaLnBrk="1" hangingPunct="1"/>
              <a:t>29</a:t>
            </a:fld>
            <a:endParaRPr lang="en-US" altLang="en-US"/>
          </a:p>
        </p:txBody>
      </p:sp>
    </p:spTree>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2530" name="Rectangle 7">
            <a:extLst>
              <a:ext uri="{FF2B5EF4-FFF2-40B4-BE49-F238E27FC236}">
                <a16:creationId xmlns:a16="http://schemas.microsoft.com/office/drawing/2014/main" id="{998A49F4-F429-67A3-CA18-3CB7DC57BE1A}"/>
              </a:ext>
            </a:extLst>
          </p:cNvPr>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a:solidFill>
                  <a:schemeClr val="tx1"/>
                </a:solidFill>
                <a:latin typeface="Arial" panose="020B0604020202020204" pitchFamily="34" charset="0"/>
              </a:defRPr>
            </a:lvl1pPr>
            <a:lvl2pPr marL="742950" indent="-285750" eaLnBrk="0" hangingPunct="0">
              <a:defRPr>
                <a:solidFill>
                  <a:schemeClr val="tx1"/>
                </a:solidFill>
                <a:latin typeface="Arial" panose="020B0604020202020204" pitchFamily="34" charset="0"/>
              </a:defRPr>
            </a:lvl2pPr>
            <a:lvl3pPr marL="1143000" indent="-228600" eaLnBrk="0" hangingPunct="0">
              <a:defRPr>
                <a:solidFill>
                  <a:schemeClr val="tx1"/>
                </a:solidFill>
                <a:latin typeface="Arial" panose="020B0604020202020204" pitchFamily="34" charset="0"/>
              </a:defRPr>
            </a:lvl3pPr>
            <a:lvl4pPr marL="1600200" indent="-228600" eaLnBrk="0" hangingPunct="0">
              <a:defRPr>
                <a:solidFill>
                  <a:schemeClr val="tx1"/>
                </a:solidFill>
                <a:latin typeface="Arial" panose="020B0604020202020204" pitchFamily="34" charset="0"/>
              </a:defRPr>
            </a:lvl4pPr>
            <a:lvl5pPr marL="2057400" indent="-228600" eaLnBrk="0" hangingPunct="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eaLnBrk="1" hangingPunct="1"/>
            <a:fld id="{70194B9D-976B-4CED-8712-74E77414BBFC}" type="slidenum">
              <a:rPr lang="en-US" altLang="en-US"/>
              <a:pPr eaLnBrk="1" hangingPunct="1"/>
              <a:t>30</a:t>
            </a:fld>
            <a:endParaRPr lang="en-US" altLang="en-US"/>
          </a:p>
        </p:txBody>
      </p:sp>
      <p:sp>
        <p:nvSpPr>
          <p:cNvPr id="224258" name="Rectangle 7">
            <a:extLst>
              <a:ext uri="{FF2B5EF4-FFF2-40B4-BE49-F238E27FC236}">
                <a16:creationId xmlns:a16="http://schemas.microsoft.com/office/drawing/2014/main" id="{8242270E-1A81-2B97-A5F7-5AE4AB473308}"/>
              </a:ext>
            </a:extLst>
          </p:cNvPr>
          <p:cNvSpPr txBox="1">
            <a:spLocks noGrp="1" noChangeArrowheads="1"/>
          </p:cNvSpPr>
          <p:nvPr/>
        </p:nvSpPr>
        <p:spPr bwMode="auto">
          <a:xfrm>
            <a:off x="3884613" y="8685213"/>
            <a:ext cx="2971800" cy="457200"/>
          </a:xfrm>
          <a:prstGeom prst="rect">
            <a:avLst/>
          </a:prstGeom>
          <a:noFill/>
          <a:ln>
            <a:miter lim="800000"/>
            <a:headEnd/>
            <a:tailEnd/>
          </a:ln>
        </p:spPr>
        <p:txBody>
          <a:bodyPr lIns="91435" tIns="45718" rIns="91435" bIns="45718" anchor="b"/>
          <a:lstStyle>
            <a:lvl1pPr eaLnBrk="0" hangingPunct="0">
              <a:defRPr>
                <a:solidFill>
                  <a:schemeClr val="tx1"/>
                </a:solidFill>
                <a:latin typeface="Arial" panose="020B0604020202020204" pitchFamily="34" charset="0"/>
              </a:defRPr>
            </a:lvl1pPr>
            <a:lvl2pPr marL="742950" indent="-285750" eaLnBrk="0" hangingPunct="0">
              <a:defRPr>
                <a:solidFill>
                  <a:schemeClr val="tx1"/>
                </a:solidFill>
                <a:latin typeface="Arial" panose="020B0604020202020204" pitchFamily="34" charset="0"/>
              </a:defRPr>
            </a:lvl2pPr>
            <a:lvl3pPr marL="1143000" indent="-228600" eaLnBrk="0" hangingPunct="0">
              <a:defRPr>
                <a:solidFill>
                  <a:schemeClr val="tx1"/>
                </a:solidFill>
                <a:latin typeface="Arial" panose="020B0604020202020204" pitchFamily="34" charset="0"/>
              </a:defRPr>
            </a:lvl3pPr>
            <a:lvl4pPr marL="1600200" indent="-228600" eaLnBrk="0" hangingPunct="0">
              <a:defRPr>
                <a:solidFill>
                  <a:schemeClr val="tx1"/>
                </a:solidFill>
                <a:latin typeface="Arial" panose="020B0604020202020204" pitchFamily="34" charset="0"/>
              </a:defRPr>
            </a:lvl4pPr>
            <a:lvl5pPr marL="2057400" indent="-228600" eaLnBrk="0" hangingPunct="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algn="r" eaLnBrk="1" hangingPunct="1"/>
            <a:fld id="{897464F4-C16A-4C29-9BD9-64D89A6E1AF5}" type="slidenum">
              <a:rPr lang="en-US" altLang="en-US" sz="1200">
                <a:latin typeface="Calibri" panose="020F0502020204030204" pitchFamily="34" charset="0"/>
              </a:rPr>
              <a:pPr algn="r" eaLnBrk="1" hangingPunct="1"/>
              <a:t>30</a:t>
            </a:fld>
            <a:endParaRPr lang="en-US" altLang="en-US" sz="1200">
              <a:latin typeface="Calibri" panose="020F0502020204030204" pitchFamily="34" charset="0"/>
            </a:endParaRPr>
          </a:p>
        </p:txBody>
      </p:sp>
      <p:sp>
        <p:nvSpPr>
          <p:cNvPr id="22532" name="Rectangle 2">
            <a:extLst>
              <a:ext uri="{FF2B5EF4-FFF2-40B4-BE49-F238E27FC236}">
                <a16:creationId xmlns:a16="http://schemas.microsoft.com/office/drawing/2014/main" id="{3A6AEDB3-35E6-C3A6-CF94-F325C8D11A7A}"/>
              </a:ext>
            </a:extLst>
          </p:cNvPr>
          <p:cNvSpPr>
            <a:spLocks noChangeArrowheads="1"/>
          </p:cNvSpPr>
          <p:nvPr/>
        </p:nvSpPr>
        <p:spPr bwMode="auto">
          <a:xfrm>
            <a:off x="3884613" y="0"/>
            <a:ext cx="2973387"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wrap="none" lIns="91435" tIns="45718" rIns="91435" bIns="45718" anchor="ctr"/>
          <a:lstStyle>
            <a:lvl1pPr eaLnBrk="0" hangingPunct="0">
              <a:defRPr>
                <a:solidFill>
                  <a:schemeClr val="tx1"/>
                </a:solidFill>
                <a:latin typeface="Arial" panose="020B0604020202020204" pitchFamily="34" charset="0"/>
              </a:defRPr>
            </a:lvl1pPr>
            <a:lvl2pPr marL="742950" indent="-285750" eaLnBrk="0" hangingPunct="0">
              <a:defRPr>
                <a:solidFill>
                  <a:schemeClr val="tx1"/>
                </a:solidFill>
                <a:latin typeface="Arial" panose="020B0604020202020204" pitchFamily="34" charset="0"/>
              </a:defRPr>
            </a:lvl2pPr>
            <a:lvl3pPr marL="1143000" indent="-228600" eaLnBrk="0" hangingPunct="0">
              <a:defRPr>
                <a:solidFill>
                  <a:schemeClr val="tx1"/>
                </a:solidFill>
                <a:latin typeface="Arial" panose="020B0604020202020204" pitchFamily="34" charset="0"/>
              </a:defRPr>
            </a:lvl3pPr>
            <a:lvl4pPr marL="1600200" indent="-228600" eaLnBrk="0" hangingPunct="0">
              <a:defRPr>
                <a:solidFill>
                  <a:schemeClr val="tx1"/>
                </a:solidFill>
                <a:latin typeface="Arial" panose="020B0604020202020204" pitchFamily="34" charset="0"/>
              </a:defRPr>
            </a:lvl4pPr>
            <a:lvl5pPr marL="2057400" indent="-228600" eaLnBrk="0" hangingPunct="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eaLnBrk="1" hangingPunct="1"/>
            <a:endParaRPr lang="en-US" altLang="en-US">
              <a:latin typeface="Calibri" panose="020F0502020204030204" pitchFamily="34" charset="0"/>
              <a:cs typeface="Arial" panose="020B0604020202020204" pitchFamily="34" charset="0"/>
            </a:endParaRPr>
          </a:p>
        </p:txBody>
      </p:sp>
      <p:sp>
        <p:nvSpPr>
          <p:cNvPr id="22533" name="Rectangle 3">
            <a:extLst>
              <a:ext uri="{FF2B5EF4-FFF2-40B4-BE49-F238E27FC236}">
                <a16:creationId xmlns:a16="http://schemas.microsoft.com/office/drawing/2014/main" id="{1F3A74CA-F65B-ACE0-D18F-52DFD1F17122}"/>
              </a:ext>
            </a:extLst>
          </p:cNvPr>
          <p:cNvSpPr>
            <a:spLocks noChangeArrowheads="1"/>
          </p:cNvSpPr>
          <p:nvPr/>
        </p:nvSpPr>
        <p:spPr bwMode="auto">
          <a:xfrm>
            <a:off x="3884613" y="8685213"/>
            <a:ext cx="2973387" cy="45878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lIns="19049" tIns="0" rIns="19049" bIns="0" anchor="b"/>
          <a:lstStyle>
            <a:lvl1pPr defTabSz="930275" eaLnBrk="0" hangingPunct="0">
              <a:defRPr>
                <a:solidFill>
                  <a:schemeClr val="tx1"/>
                </a:solidFill>
                <a:latin typeface="Arial" panose="020B0604020202020204" pitchFamily="34" charset="0"/>
              </a:defRPr>
            </a:lvl1pPr>
            <a:lvl2pPr marL="742950" indent="-285750" defTabSz="930275" eaLnBrk="0" hangingPunct="0">
              <a:defRPr>
                <a:solidFill>
                  <a:schemeClr val="tx1"/>
                </a:solidFill>
                <a:latin typeface="Arial" panose="020B0604020202020204" pitchFamily="34" charset="0"/>
              </a:defRPr>
            </a:lvl2pPr>
            <a:lvl3pPr marL="1143000" indent="-228600" defTabSz="930275" eaLnBrk="0" hangingPunct="0">
              <a:defRPr>
                <a:solidFill>
                  <a:schemeClr val="tx1"/>
                </a:solidFill>
                <a:latin typeface="Arial" panose="020B0604020202020204" pitchFamily="34" charset="0"/>
              </a:defRPr>
            </a:lvl3pPr>
            <a:lvl4pPr marL="1600200" indent="-228600" defTabSz="930275" eaLnBrk="0" hangingPunct="0">
              <a:defRPr>
                <a:solidFill>
                  <a:schemeClr val="tx1"/>
                </a:solidFill>
                <a:latin typeface="Arial" panose="020B0604020202020204" pitchFamily="34" charset="0"/>
              </a:defRPr>
            </a:lvl4pPr>
            <a:lvl5pPr marL="2057400" indent="-228600" defTabSz="930275" eaLnBrk="0" hangingPunct="0">
              <a:defRPr>
                <a:solidFill>
                  <a:schemeClr val="tx1"/>
                </a:solidFill>
                <a:latin typeface="Arial" panose="020B0604020202020204" pitchFamily="34" charset="0"/>
              </a:defRPr>
            </a:lvl5pPr>
            <a:lvl6pPr marL="2514600" indent="-228600" defTabSz="930275" eaLnBrk="0" fontAlgn="base" hangingPunct="0">
              <a:spcBef>
                <a:spcPct val="0"/>
              </a:spcBef>
              <a:spcAft>
                <a:spcPct val="0"/>
              </a:spcAft>
              <a:defRPr>
                <a:solidFill>
                  <a:schemeClr val="tx1"/>
                </a:solidFill>
                <a:latin typeface="Arial" panose="020B0604020202020204" pitchFamily="34" charset="0"/>
              </a:defRPr>
            </a:lvl6pPr>
            <a:lvl7pPr marL="2971800" indent="-228600" defTabSz="930275" eaLnBrk="0" fontAlgn="base" hangingPunct="0">
              <a:spcBef>
                <a:spcPct val="0"/>
              </a:spcBef>
              <a:spcAft>
                <a:spcPct val="0"/>
              </a:spcAft>
              <a:defRPr>
                <a:solidFill>
                  <a:schemeClr val="tx1"/>
                </a:solidFill>
                <a:latin typeface="Arial" panose="020B0604020202020204" pitchFamily="34" charset="0"/>
              </a:defRPr>
            </a:lvl7pPr>
            <a:lvl8pPr marL="3429000" indent="-228600" defTabSz="930275" eaLnBrk="0" fontAlgn="base" hangingPunct="0">
              <a:spcBef>
                <a:spcPct val="0"/>
              </a:spcBef>
              <a:spcAft>
                <a:spcPct val="0"/>
              </a:spcAft>
              <a:defRPr>
                <a:solidFill>
                  <a:schemeClr val="tx1"/>
                </a:solidFill>
                <a:latin typeface="Arial" panose="020B0604020202020204" pitchFamily="34" charset="0"/>
              </a:defRPr>
            </a:lvl8pPr>
            <a:lvl9pPr marL="3886200" indent="-228600" defTabSz="930275" eaLnBrk="0" fontAlgn="base" hangingPunct="0">
              <a:spcBef>
                <a:spcPct val="0"/>
              </a:spcBef>
              <a:spcAft>
                <a:spcPct val="0"/>
              </a:spcAft>
              <a:defRPr>
                <a:solidFill>
                  <a:schemeClr val="tx1"/>
                </a:solidFill>
                <a:latin typeface="Arial" panose="020B0604020202020204" pitchFamily="34" charset="0"/>
              </a:defRPr>
            </a:lvl9pPr>
          </a:lstStyle>
          <a:p>
            <a:pPr algn="r"/>
            <a:r>
              <a:rPr lang="en-US" altLang="en-US" sz="1000" i="1">
                <a:latin typeface="Times New Roman" panose="02020603050405020304" pitchFamily="18" charset="0"/>
                <a:cs typeface="Arial" panose="020B0604020202020204" pitchFamily="34" charset="0"/>
              </a:rPr>
              <a:t>21</a:t>
            </a:r>
          </a:p>
        </p:txBody>
      </p:sp>
      <p:sp>
        <p:nvSpPr>
          <p:cNvPr id="22534" name="Rectangle 4">
            <a:extLst>
              <a:ext uri="{FF2B5EF4-FFF2-40B4-BE49-F238E27FC236}">
                <a16:creationId xmlns:a16="http://schemas.microsoft.com/office/drawing/2014/main" id="{1931EF28-1851-4904-9C84-E3605335DC97}"/>
              </a:ext>
            </a:extLst>
          </p:cNvPr>
          <p:cNvSpPr>
            <a:spLocks noChangeArrowheads="1"/>
          </p:cNvSpPr>
          <p:nvPr/>
        </p:nvSpPr>
        <p:spPr bwMode="auto">
          <a:xfrm>
            <a:off x="0" y="8685213"/>
            <a:ext cx="2971800" cy="45878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wrap="none" lIns="91435" tIns="45718" rIns="91435" bIns="45718" anchor="ctr"/>
          <a:lstStyle>
            <a:lvl1pPr eaLnBrk="0" hangingPunct="0">
              <a:defRPr>
                <a:solidFill>
                  <a:schemeClr val="tx1"/>
                </a:solidFill>
                <a:latin typeface="Arial" panose="020B0604020202020204" pitchFamily="34" charset="0"/>
              </a:defRPr>
            </a:lvl1pPr>
            <a:lvl2pPr marL="742950" indent="-285750" eaLnBrk="0" hangingPunct="0">
              <a:defRPr>
                <a:solidFill>
                  <a:schemeClr val="tx1"/>
                </a:solidFill>
                <a:latin typeface="Arial" panose="020B0604020202020204" pitchFamily="34" charset="0"/>
              </a:defRPr>
            </a:lvl2pPr>
            <a:lvl3pPr marL="1143000" indent="-228600" eaLnBrk="0" hangingPunct="0">
              <a:defRPr>
                <a:solidFill>
                  <a:schemeClr val="tx1"/>
                </a:solidFill>
                <a:latin typeface="Arial" panose="020B0604020202020204" pitchFamily="34" charset="0"/>
              </a:defRPr>
            </a:lvl3pPr>
            <a:lvl4pPr marL="1600200" indent="-228600" eaLnBrk="0" hangingPunct="0">
              <a:defRPr>
                <a:solidFill>
                  <a:schemeClr val="tx1"/>
                </a:solidFill>
                <a:latin typeface="Arial" panose="020B0604020202020204" pitchFamily="34" charset="0"/>
              </a:defRPr>
            </a:lvl4pPr>
            <a:lvl5pPr marL="2057400" indent="-228600" eaLnBrk="0" hangingPunct="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eaLnBrk="1" hangingPunct="1"/>
            <a:endParaRPr lang="en-US" altLang="en-US">
              <a:latin typeface="Calibri" panose="020F0502020204030204" pitchFamily="34" charset="0"/>
              <a:cs typeface="Arial" panose="020B0604020202020204" pitchFamily="34" charset="0"/>
            </a:endParaRPr>
          </a:p>
        </p:txBody>
      </p:sp>
      <p:sp>
        <p:nvSpPr>
          <p:cNvPr id="22535" name="Rectangle 5">
            <a:extLst>
              <a:ext uri="{FF2B5EF4-FFF2-40B4-BE49-F238E27FC236}">
                <a16:creationId xmlns:a16="http://schemas.microsoft.com/office/drawing/2014/main" id="{A2D1814B-0509-BB25-A2E7-CCFACAACE3E5}"/>
              </a:ext>
            </a:extLst>
          </p:cNvPr>
          <p:cNvSpPr>
            <a:spLocks noChangeArrowheads="1"/>
          </p:cNvSpPr>
          <p:nvPr/>
        </p:nvSpPr>
        <p:spPr bwMode="auto">
          <a:xfrm>
            <a:off x="0" y="0"/>
            <a:ext cx="297180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wrap="none" lIns="91435" tIns="45718" rIns="91435" bIns="45718" anchor="ctr"/>
          <a:lstStyle>
            <a:lvl1pPr eaLnBrk="0" hangingPunct="0">
              <a:defRPr>
                <a:solidFill>
                  <a:schemeClr val="tx1"/>
                </a:solidFill>
                <a:latin typeface="Arial" panose="020B0604020202020204" pitchFamily="34" charset="0"/>
              </a:defRPr>
            </a:lvl1pPr>
            <a:lvl2pPr marL="742950" indent="-285750" eaLnBrk="0" hangingPunct="0">
              <a:defRPr>
                <a:solidFill>
                  <a:schemeClr val="tx1"/>
                </a:solidFill>
                <a:latin typeface="Arial" panose="020B0604020202020204" pitchFamily="34" charset="0"/>
              </a:defRPr>
            </a:lvl2pPr>
            <a:lvl3pPr marL="1143000" indent="-228600" eaLnBrk="0" hangingPunct="0">
              <a:defRPr>
                <a:solidFill>
                  <a:schemeClr val="tx1"/>
                </a:solidFill>
                <a:latin typeface="Arial" panose="020B0604020202020204" pitchFamily="34" charset="0"/>
              </a:defRPr>
            </a:lvl3pPr>
            <a:lvl4pPr marL="1600200" indent="-228600" eaLnBrk="0" hangingPunct="0">
              <a:defRPr>
                <a:solidFill>
                  <a:schemeClr val="tx1"/>
                </a:solidFill>
                <a:latin typeface="Arial" panose="020B0604020202020204" pitchFamily="34" charset="0"/>
              </a:defRPr>
            </a:lvl4pPr>
            <a:lvl5pPr marL="2057400" indent="-228600" eaLnBrk="0" hangingPunct="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eaLnBrk="1" hangingPunct="1"/>
            <a:endParaRPr lang="en-US" altLang="en-US">
              <a:latin typeface="Calibri" panose="020F0502020204030204" pitchFamily="34" charset="0"/>
              <a:cs typeface="Arial" panose="020B0604020202020204" pitchFamily="34" charset="0"/>
            </a:endParaRPr>
          </a:p>
        </p:txBody>
      </p:sp>
      <p:sp>
        <p:nvSpPr>
          <p:cNvPr id="22536" name="Rectangle 6">
            <a:extLst>
              <a:ext uri="{FF2B5EF4-FFF2-40B4-BE49-F238E27FC236}">
                <a16:creationId xmlns:a16="http://schemas.microsoft.com/office/drawing/2014/main" id="{E6BE8CEB-F6AE-FCBC-5ED9-CDF033213918}"/>
              </a:ext>
            </a:extLst>
          </p:cNvPr>
          <p:cNvSpPr>
            <a:spLocks noGrp="1" noRot="1" noChangeAspect="1" noChangeArrowheads="1" noTextEdit="1"/>
          </p:cNvSpPr>
          <p:nvPr>
            <p:ph type="sldImg"/>
          </p:nvPr>
        </p:nvSpPr>
        <p:spPr>
          <a:xfrm>
            <a:off x="393700" y="692150"/>
            <a:ext cx="6070600" cy="3416300"/>
          </a:xfrm>
          <a:ln cap="flat">
            <a:solidFill>
              <a:schemeClr val="tx1"/>
            </a:solidFill>
          </a:ln>
        </p:spPr>
      </p:sp>
      <p:sp>
        <p:nvSpPr>
          <p:cNvPr id="22537" name="Rectangle 7">
            <a:extLst>
              <a:ext uri="{FF2B5EF4-FFF2-40B4-BE49-F238E27FC236}">
                <a16:creationId xmlns:a16="http://schemas.microsoft.com/office/drawing/2014/main" id="{3FD1BF11-C420-FC63-C5EA-7D82351C6C8D}"/>
              </a:ext>
            </a:extLst>
          </p:cNvPr>
          <p:cNvSpPr>
            <a:spLocks noGrp="1" noChangeArrowheads="1"/>
          </p:cNvSpPr>
          <p:nvPr>
            <p:ph type="body" idx="1"/>
          </p:nvPr>
        </p:nvSpPr>
        <p:spPr>
          <a:xfrm>
            <a:off x="912813" y="4343400"/>
            <a:ext cx="5030787" cy="4114800"/>
          </a:xfrm>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93657" tIns="46036" rIns="93657" bIns="46036"/>
          <a:lstStyle/>
          <a:p>
            <a:pPr defTabSz="930275" eaLnBrk="1" hangingPunct="1">
              <a:spcBef>
                <a:spcPct val="0"/>
              </a:spcBef>
            </a:pPr>
            <a:endParaRPr lang="en-US" altLang="en-US">
              <a:latin typeface="Arial" panose="020B0604020202020204" pitchFamily="34" charset="0"/>
            </a:endParaRPr>
          </a:p>
        </p:txBody>
      </p:sp>
    </p:spTree>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3554" name="Slide Image Placeholder 1">
            <a:extLst>
              <a:ext uri="{FF2B5EF4-FFF2-40B4-BE49-F238E27FC236}">
                <a16:creationId xmlns:a16="http://schemas.microsoft.com/office/drawing/2014/main" id="{E0DF72D1-4DB5-70AE-70A8-2BC027465B90}"/>
              </a:ext>
            </a:extLst>
          </p:cNvPr>
          <p:cNvSpPr>
            <a:spLocks noGrp="1" noRot="1" noChangeAspect="1" noTextEdit="1"/>
          </p:cNvSpPr>
          <p:nvPr>
            <p:ph type="sldImg"/>
          </p:nvPr>
        </p:nvSpPr>
        <p:spPr>
          <a:ln/>
        </p:spPr>
      </p:sp>
      <p:sp>
        <p:nvSpPr>
          <p:cNvPr id="23555" name="Notes Placeholder 2">
            <a:extLst>
              <a:ext uri="{FF2B5EF4-FFF2-40B4-BE49-F238E27FC236}">
                <a16:creationId xmlns:a16="http://schemas.microsoft.com/office/drawing/2014/main" id="{6E3DCBDD-01C5-EAC5-8A9D-EE19CDFB2A99}"/>
              </a:ext>
            </a:extLst>
          </p:cNvPr>
          <p:cNvSpPr>
            <a:spLocks noGrp="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a:spcBef>
                <a:spcPct val="0"/>
              </a:spcBef>
            </a:pPr>
            <a:endParaRPr lang="en-US" altLang="en-US">
              <a:latin typeface="Arial" panose="020B0604020202020204" pitchFamily="34" charset="0"/>
            </a:endParaRPr>
          </a:p>
        </p:txBody>
      </p:sp>
      <p:sp>
        <p:nvSpPr>
          <p:cNvPr id="23556" name="Slide Number Placeholder 3">
            <a:extLst>
              <a:ext uri="{FF2B5EF4-FFF2-40B4-BE49-F238E27FC236}">
                <a16:creationId xmlns:a16="http://schemas.microsoft.com/office/drawing/2014/main" id="{D8992B73-72F8-7CB0-3F13-094B5476187E}"/>
              </a:ext>
            </a:extLst>
          </p:cNvPr>
          <p:cNvSpPr>
            <a:spLocks noGrp="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a:solidFill>
                  <a:schemeClr val="tx1"/>
                </a:solidFill>
                <a:latin typeface="Arial" panose="020B0604020202020204" pitchFamily="34" charset="0"/>
              </a:defRPr>
            </a:lvl1pPr>
            <a:lvl2pPr marL="742950" indent="-285750" eaLnBrk="0" hangingPunct="0">
              <a:defRPr>
                <a:solidFill>
                  <a:schemeClr val="tx1"/>
                </a:solidFill>
                <a:latin typeface="Arial" panose="020B0604020202020204" pitchFamily="34" charset="0"/>
              </a:defRPr>
            </a:lvl2pPr>
            <a:lvl3pPr marL="1143000" indent="-228600" eaLnBrk="0" hangingPunct="0">
              <a:defRPr>
                <a:solidFill>
                  <a:schemeClr val="tx1"/>
                </a:solidFill>
                <a:latin typeface="Arial" panose="020B0604020202020204" pitchFamily="34" charset="0"/>
              </a:defRPr>
            </a:lvl3pPr>
            <a:lvl4pPr marL="1600200" indent="-228600" eaLnBrk="0" hangingPunct="0">
              <a:defRPr>
                <a:solidFill>
                  <a:schemeClr val="tx1"/>
                </a:solidFill>
                <a:latin typeface="Arial" panose="020B0604020202020204" pitchFamily="34" charset="0"/>
              </a:defRPr>
            </a:lvl4pPr>
            <a:lvl5pPr marL="2057400" indent="-228600" eaLnBrk="0" hangingPunct="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eaLnBrk="1" hangingPunct="1"/>
            <a:fld id="{BAC2E952-BAE2-4838-B9B7-108308454F13}" type="slidenum">
              <a:rPr lang="en-US" altLang="en-US"/>
              <a:pPr eaLnBrk="1" hangingPunct="1"/>
              <a:t>31</a:t>
            </a:fld>
            <a:endParaRPr lang="en-US" altLang="en-US"/>
          </a:p>
        </p:txBody>
      </p:sp>
    </p:spTree>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602" name="Rectangle 7">
            <a:extLst>
              <a:ext uri="{FF2B5EF4-FFF2-40B4-BE49-F238E27FC236}">
                <a16:creationId xmlns:a16="http://schemas.microsoft.com/office/drawing/2014/main" id="{B28A3681-8707-6088-6194-06D35DB3B436}"/>
              </a:ext>
            </a:extLst>
          </p:cNvPr>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a:solidFill>
                  <a:schemeClr val="tx1"/>
                </a:solidFill>
                <a:latin typeface="Arial" panose="020B0604020202020204" pitchFamily="34" charset="0"/>
              </a:defRPr>
            </a:lvl1pPr>
            <a:lvl2pPr marL="742950" indent="-285750" eaLnBrk="0" hangingPunct="0">
              <a:defRPr>
                <a:solidFill>
                  <a:schemeClr val="tx1"/>
                </a:solidFill>
                <a:latin typeface="Arial" panose="020B0604020202020204" pitchFamily="34" charset="0"/>
              </a:defRPr>
            </a:lvl2pPr>
            <a:lvl3pPr marL="1143000" indent="-228600" eaLnBrk="0" hangingPunct="0">
              <a:defRPr>
                <a:solidFill>
                  <a:schemeClr val="tx1"/>
                </a:solidFill>
                <a:latin typeface="Arial" panose="020B0604020202020204" pitchFamily="34" charset="0"/>
              </a:defRPr>
            </a:lvl3pPr>
            <a:lvl4pPr marL="1600200" indent="-228600" eaLnBrk="0" hangingPunct="0">
              <a:defRPr>
                <a:solidFill>
                  <a:schemeClr val="tx1"/>
                </a:solidFill>
                <a:latin typeface="Arial" panose="020B0604020202020204" pitchFamily="34" charset="0"/>
              </a:defRPr>
            </a:lvl4pPr>
            <a:lvl5pPr marL="2057400" indent="-228600" eaLnBrk="0" hangingPunct="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eaLnBrk="1" hangingPunct="1"/>
            <a:fld id="{1E00A6E6-0F78-4B57-98C0-F4D3E022BDD1}" type="slidenum">
              <a:rPr lang="en-US" altLang="en-US"/>
              <a:pPr eaLnBrk="1" hangingPunct="1"/>
              <a:t>32</a:t>
            </a:fld>
            <a:endParaRPr lang="en-US" altLang="en-US"/>
          </a:p>
        </p:txBody>
      </p:sp>
      <p:sp>
        <p:nvSpPr>
          <p:cNvPr id="25603" name="Rectangle 7">
            <a:extLst>
              <a:ext uri="{FF2B5EF4-FFF2-40B4-BE49-F238E27FC236}">
                <a16:creationId xmlns:a16="http://schemas.microsoft.com/office/drawing/2014/main" id="{EF036DA2-96D8-B0DC-C79F-ED06CE08D455}"/>
              </a:ext>
            </a:extLst>
          </p:cNvPr>
          <p:cNvSpPr txBox="1">
            <a:spLocks noGrp="1" noChangeArrowheads="1"/>
          </p:cNvSpPr>
          <p:nvPr/>
        </p:nvSpPr>
        <p:spPr bwMode="auto">
          <a:xfrm>
            <a:off x="3884613" y="8685213"/>
            <a:ext cx="297180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b"/>
          <a:lstStyle>
            <a:lvl1pPr eaLnBrk="0" hangingPunct="0">
              <a:defRPr>
                <a:solidFill>
                  <a:schemeClr val="tx1"/>
                </a:solidFill>
                <a:latin typeface="Arial" panose="020B0604020202020204" pitchFamily="34" charset="0"/>
              </a:defRPr>
            </a:lvl1pPr>
            <a:lvl2pPr marL="742950" indent="-285750" eaLnBrk="0" hangingPunct="0">
              <a:defRPr>
                <a:solidFill>
                  <a:schemeClr val="tx1"/>
                </a:solidFill>
                <a:latin typeface="Arial" panose="020B0604020202020204" pitchFamily="34" charset="0"/>
              </a:defRPr>
            </a:lvl2pPr>
            <a:lvl3pPr marL="1143000" indent="-228600" eaLnBrk="0" hangingPunct="0">
              <a:defRPr>
                <a:solidFill>
                  <a:schemeClr val="tx1"/>
                </a:solidFill>
                <a:latin typeface="Arial" panose="020B0604020202020204" pitchFamily="34" charset="0"/>
              </a:defRPr>
            </a:lvl3pPr>
            <a:lvl4pPr marL="1600200" indent="-228600" eaLnBrk="0" hangingPunct="0">
              <a:defRPr>
                <a:solidFill>
                  <a:schemeClr val="tx1"/>
                </a:solidFill>
                <a:latin typeface="Arial" panose="020B0604020202020204" pitchFamily="34" charset="0"/>
              </a:defRPr>
            </a:lvl4pPr>
            <a:lvl5pPr marL="2057400" indent="-228600" eaLnBrk="0" hangingPunct="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algn="r" eaLnBrk="1" hangingPunct="1"/>
            <a:fld id="{77E2C036-61C6-4579-B9F4-15A96313DE6E}" type="slidenum">
              <a:rPr lang="en-US" altLang="en-US" sz="1200"/>
              <a:pPr algn="r" eaLnBrk="1" hangingPunct="1"/>
              <a:t>32</a:t>
            </a:fld>
            <a:endParaRPr lang="en-US" altLang="en-US" sz="1200"/>
          </a:p>
        </p:txBody>
      </p:sp>
      <p:sp>
        <p:nvSpPr>
          <p:cNvPr id="25604" name="Rectangle 2">
            <a:extLst>
              <a:ext uri="{FF2B5EF4-FFF2-40B4-BE49-F238E27FC236}">
                <a16:creationId xmlns:a16="http://schemas.microsoft.com/office/drawing/2014/main" id="{9D41C059-929D-39A2-DB99-67697F9439C9}"/>
              </a:ext>
            </a:extLst>
          </p:cNvPr>
          <p:cNvSpPr>
            <a:spLocks noGrp="1" noRot="1" noChangeAspect="1" noChangeArrowheads="1" noTextEdit="1"/>
          </p:cNvSpPr>
          <p:nvPr>
            <p:ph type="sldImg"/>
          </p:nvPr>
        </p:nvSpPr>
        <p:spPr>
          <a:ln/>
        </p:spPr>
      </p:sp>
      <p:sp>
        <p:nvSpPr>
          <p:cNvPr id="25605" name="Rectangle 3">
            <a:extLst>
              <a:ext uri="{FF2B5EF4-FFF2-40B4-BE49-F238E27FC236}">
                <a16:creationId xmlns:a16="http://schemas.microsoft.com/office/drawing/2014/main" id="{2B0BAF6A-734C-AAEE-948C-D354B676B62E}"/>
              </a:ext>
            </a:extLst>
          </p:cNvPr>
          <p:cNvSpPr>
            <a:spLocks noGrp="1" noChangeArrowheads="1"/>
          </p:cNvSpPr>
          <p:nvPr>
            <p:ph type="body" idx="1"/>
          </p:nvPr>
        </p:nvSpPr>
        <p:spPr>
          <a:xfrm>
            <a:off x="914400" y="4343400"/>
            <a:ext cx="5029200" cy="4114800"/>
          </a:xfrm>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en-US" altLang="en-US">
              <a:latin typeface="Arial" panose="020B0604020202020204" pitchFamily="34" charset="0"/>
            </a:endParaRPr>
          </a:p>
        </p:txBody>
      </p:sp>
    </p:spTree>
    <p:extLst>
      <p:ext uri="{BB962C8B-B14F-4D97-AF65-F5344CB8AC3E}">
        <p14:creationId xmlns:p14="http://schemas.microsoft.com/office/powerpoint/2010/main" val="3021968138"/>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6626" name="Slide Image Placeholder 1">
            <a:extLst>
              <a:ext uri="{FF2B5EF4-FFF2-40B4-BE49-F238E27FC236}">
                <a16:creationId xmlns:a16="http://schemas.microsoft.com/office/drawing/2014/main" id="{BEEC9E34-E318-F843-8AE9-9D6089B83489}"/>
              </a:ext>
            </a:extLst>
          </p:cNvPr>
          <p:cNvSpPr>
            <a:spLocks noGrp="1" noRot="1" noChangeAspect="1" noTextEdit="1"/>
          </p:cNvSpPr>
          <p:nvPr>
            <p:ph type="sldImg"/>
          </p:nvPr>
        </p:nvSpPr>
        <p:spPr>
          <a:ln/>
        </p:spPr>
      </p:sp>
      <p:sp>
        <p:nvSpPr>
          <p:cNvPr id="26627" name="Notes Placeholder 2">
            <a:extLst>
              <a:ext uri="{FF2B5EF4-FFF2-40B4-BE49-F238E27FC236}">
                <a16:creationId xmlns:a16="http://schemas.microsoft.com/office/drawing/2014/main" id="{528D14AD-E40F-34E8-CFBA-FBF693E5C417}"/>
              </a:ext>
            </a:extLst>
          </p:cNvPr>
          <p:cNvSpPr>
            <a:spLocks noGrp="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en-US" altLang="en-US">
              <a:latin typeface="Arial" panose="020B0604020202020204" pitchFamily="34" charset="0"/>
            </a:endParaRPr>
          </a:p>
        </p:txBody>
      </p:sp>
      <p:sp>
        <p:nvSpPr>
          <p:cNvPr id="26628" name="Slide Number Placeholder 3">
            <a:extLst>
              <a:ext uri="{FF2B5EF4-FFF2-40B4-BE49-F238E27FC236}">
                <a16:creationId xmlns:a16="http://schemas.microsoft.com/office/drawing/2014/main" id="{FF84A643-7A32-CA3D-CEAF-27E5721D8A9C}"/>
              </a:ext>
            </a:extLst>
          </p:cNvPr>
          <p:cNvSpPr>
            <a:spLocks noGrp="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a:solidFill>
                  <a:schemeClr val="tx1"/>
                </a:solidFill>
                <a:latin typeface="Arial" panose="020B0604020202020204" pitchFamily="34" charset="0"/>
              </a:defRPr>
            </a:lvl1pPr>
            <a:lvl2pPr marL="742950" indent="-285750" eaLnBrk="0" hangingPunct="0">
              <a:defRPr>
                <a:solidFill>
                  <a:schemeClr val="tx1"/>
                </a:solidFill>
                <a:latin typeface="Arial" panose="020B0604020202020204" pitchFamily="34" charset="0"/>
              </a:defRPr>
            </a:lvl2pPr>
            <a:lvl3pPr marL="1143000" indent="-228600" eaLnBrk="0" hangingPunct="0">
              <a:defRPr>
                <a:solidFill>
                  <a:schemeClr val="tx1"/>
                </a:solidFill>
                <a:latin typeface="Arial" panose="020B0604020202020204" pitchFamily="34" charset="0"/>
              </a:defRPr>
            </a:lvl3pPr>
            <a:lvl4pPr marL="1600200" indent="-228600" eaLnBrk="0" hangingPunct="0">
              <a:defRPr>
                <a:solidFill>
                  <a:schemeClr val="tx1"/>
                </a:solidFill>
                <a:latin typeface="Arial" panose="020B0604020202020204" pitchFamily="34" charset="0"/>
              </a:defRPr>
            </a:lvl4pPr>
            <a:lvl5pPr marL="2057400" indent="-228600" eaLnBrk="0" hangingPunct="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eaLnBrk="1" hangingPunct="1"/>
            <a:fld id="{6C578D13-75B8-441C-A6DE-FE25257549F0}" type="slidenum">
              <a:rPr lang="en-US" altLang="en-US"/>
              <a:pPr eaLnBrk="1" hangingPunct="1"/>
              <a:t>33</a:t>
            </a:fld>
            <a:endParaRPr lang="en-US" altLang="en-US"/>
          </a:p>
        </p:txBody>
      </p:sp>
    </p:spTree>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8914" name="Rectangle 7">
            <a:extLst>
              <a:ext uri="{FF2B5EF4-FFF2-40B4-BE49-F238E27FC236}">
                <a16:creationId xmlns:a16="http://schemas.microsoft.com/office/drawing/2014/main" id="{D828C47E-A352-5E64-A900-420818821A95}"/>
              </a:ext>
            </a:extLst>
          </p:cNvPr>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a:solidFill>
                  <a:schemeClr val="tx1"/>
                </a:solidFill>
                <a:latin typeface="Arial" panose="020B0604020202020204" pitchFamily="34" charset="0"/>
              </a:defRPr>
            </a:lvl1pPr>
            <a:lvl2pPr marL="742950" indent="-285750" eaLnBrk="0" hangingPunct="0">
              <a:defRPr>
                <a:solidFill>
                  <a:schemeClr val="tx1"/>
                </a:solidFill>
                <a:latin typeface="Arial" panose="020B0604020202020204" pitchFamily="34" charset="0"/>
              </a:defRPr>
            </a:lvl2pPr>
            <a:lvl3pPr marL="1143000" indent="-228600" eaLnBrk="0" hangingPunct="0">
              <a:defRPr>
                <a:solidFill>
                  <a:schemeClr val="tx1"/>
                </a:solidFill>
                <a:latin typeface="Arial" panose="020B0604020202020204" pitchFamily="34" charset="0"/>
              </a:defRPr>
            </a:lvl3pPr>
            <a:lvl4pPr marL="1600200" indent="-228600" eaLnBrk="0" hangingPunct="0">
              <a:defRPr>
                <a:solidFill>
                  <a:schemeClr val="tx1"/>
                </a:solidFill>
                <a:latin typeface="Arial" panose="020B0604020202020204" pitchFamily="34" charset="0"/>
              </a:defRPr>
            </a:lvl4pPr>
            <a:lvl5pPr marL="2057400" indent="-228600" eaLnBrk="0" hangingPunct="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eaLnBrk="1" hangingPunct="1"/>
            <a:fld id="{E522C45F-CAA7-4B15-AF43-62EF3D9FDEBB}" type="slidenum">
              <a:rPr lang="en-US" altLang="en-US"/>
              <a:pPr eaLnBrk="1" hangingPunct="1"/>
              <a:t>36</a:t>
            </a:fld>
            <a:endParaRPr lang="en-US" altLang="en-US"/>
          </a:p>
        </p:txBody>
      </p:sp>
      <p:sp>
        <p:nvSpPr>
          <p:cNvPr id="38915" name="Rectangle 7">
            <a:extLst>
              <a:ext uri="{FF2B5EF4-FFF2-40B4-BE49-F238E27FC236}">
                <a16:creationId xmlns:a16="http://schemas.microsoft.com/office/drawing/2014/main" id="{0A0B8398-421F-AE29-AD15-BB3727D0421C}"/>
              </a:ext>
            </a:extLst>
          </p:cNvPr>
          <p:cNvSpPr txBox="1">
            <a:spLocks noGrp="1" noChangeArrowheads="1"/>
          </p:cNvSpPr>
          <p:nvPr/>
        </p:nvSpPr>
        <p:spPr bwMode="auto">
          <a:xfrm>
            <a:off x="3884613" y="8685213"/>
            <a:ext cx="297180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b"/>
          <a:lstStyle>
            <a:lvl1pPr eaLnBrk="0" hangingPunct="0">
              <a:defRPr>
                <a:solidFill>
                  <a:schemeClr val="tx1"/>
                </a:solidFill>
                <a:latin typeface="Arial" panose="020B0604020202020204" pitchFamily="34" charset="0"/>
              </a:defRPr>
            </a:lvl1pPr>
            <a:lvl2pPr marL="742950" indent="-285750" eaLnBrk="0" hangingPunct="0">
              <a:defRPr>
                <a:solidFill>
                  <a:schemeClr val="tx1"/>
                </a:solidFill>
                <a:latin typeface="Arial" panose="020B0604020202020204" pitchFamily="34" charset="0"/>
              </a:defRPr>
            </a:lvl2pPr>
            <a:lvl3pPr marL="1143000" indent="-228600" eaLnBrk="0" hangingPunct="0">
              <a:defRPr>
                <a:solidFill>
                  <a:schemeClr val="tx1"/>
                </a:solidFill>
                <a:latin typeface="Arial" panose="020B0604020202020204" pitchFamily="34" charset="0"/>
              </a:defRPr>
            </a:lvl3pPr>
            <a:lvl4pPr marL="1600200" indent="-228600" eaLnBrk="0" hangingPunct="0">
              <a:defRPr>
                <a:solidFill>
                  <a:schemeClr val="tx1"/>
                </a:solidFill>
                <a:latin typeface="Arial" panose="020B0604020202020204" pitchFamily="34" charset="0"/>
              </a:defRPr>
            </a:lvl4pPr>
            <a:lvl5pPr marL="2057400" indent="-228600" eaLnBrk="0" hangingPunct="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algn="r" eaLnBrk="1" hangingPunct="1"/>
            <a:fld id="{D08A39F5-9AD7-4ECC-B531-789E7844FCB7}" type="slidenum">
              <a:rPr lang="en-US" altLang="en-US" sz="1200"/>
              <a:pPr algn="r" eaLnBrk="1" hangingPunct="1"/>
              <a:t>36</a:t>
            </a:fld>
            <a:endParaRPr lang="en-US" altLang="en-US" sz="1200"/>
          </a:p>
        </p:txBody>
      </p:sp>
      <p:sp>
        <p:nvSpPr>
          <p:cNvPr id="38916" name="Rectangle 2">
            <a:extLst>
              <a:ext uri="{FF2B5EF4-FFF2-40B4-BE49-F238E27FC236}">
                <a16:creationId xmlns:a16="http://schemas.microsoft.com/office/drawing/2014/main" id="{ACD60E99-80EA-725F-80DC-18E970DCB428}"/>
              </a:ext>
            </a:extLst>
          </p:cNvPr>
          <p:cNvSpPr>
            <a:spLocks noChangeArrowheads="1"/>
          </p:cNvSpPr>
          <p:nvPr/>
        </p:nvSpPr>
        <p:spPr bwMode="auto">
          <a:xfrm>
            <a:off x="3881438" y="0"/>
            <a:ext cx="2974975" cy="4540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lstStyle>
            <a:lvl1pPr eaLnBrk="0" hangingPunct="0">
              <a:defRPr>
                <a:solidFill>
                  <a:schemeClr val="tx1"/>
                </a:solidFill>
                <a:latin typeface="Arial" panose="020B0604020202020204" pitchFamily="34" charset="0"/>
              </a:defRPr>
            </a:lvl1pPr>
            <a:lvl2pPr marL="742950" indent="-285750" eaLnBrk="0" hangingPunct="0">
              <a:defRPr>
                <a:solidFill>
                  <a:schemeClr val="tx1"/>
                </a:solidFill>
                <a:latin typeface="Arial" panose="020B0604020202020204" pitchFamily="34" charset="0"/>
              </a:defRPr>
            </a:lvl2pPr>
            <a:lvl3pPr marL="1143000" indent="-228600" eaLnBrk="0" hangingPunct="0">
              <a:defRPr>
                <a:solidFill>
                  <a:schemeClr val="tx1"/>
                </a:solidFill>
                <a:latin typeface="Arial" panose="020B0604020202020204" pitchFamily="34" charset="0"/>
              </a:defRPr>
            </a:lvl3pPr>
            <a:lvl4pPr marL="1600200" indent="-228600" eaLnBrk="0" hangingPunct="0">
              <a:defRPr>
                <a:solidFill>
                  <a:schemeClr val="tx1"/>
                </a:solidFill>
                <a:latin typeface="Arial" panose="020B0604020202020204" pitchFamily="34" charset="0"/>
              </a:defRPr>
            </a:lvl4pPr>
            <a:lvl5pPr marL="2057400" indent="-228600" eaLnBrk="0" hangingPunct="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eaLnBrk="1" hangingPunct="1"/>
            <a:endParaRPr lang="en-US" altLang="en-US"/>
          </a:p>
        </p:txBody>
      </p:sp>
      <p:sp>
        <p:nvSpPr>
          <p:cNvPr id="38917" name="Rectangle 3">
            <a:extLst>
              <a:ext uri="{FF2B5EF4-FFF2-40B4-BE49-F238E27FC236}">
                <a16:creationId xmlns:a16="http://schemas.microsoft.com/office/drawing/2014/main" id="{7401470D-223A-90BC-3B9A-7533A3924AE9}"/>
              </a:ext>
            </a:extLst>
          </p:cNvPr>
          <p:cNvSpPr>
            <a:spLocks noChangeArrowheads="1"/>
          </p:cNvSpPr>
          <p:nvPr/>
        </p:nvSpPr>
        <p:spPr bwMode="auto">
          <a:xfrm>
            <a:off x="3881438" y="8685213"/>
            <a:ext cx="2974975" cy="45878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18991" tIns="0" rIns="18991" bIns="0" anchor="b"/>
          <a:lstStyle>
            <a:lvl1pPr defTabSz="968375" eaLnBrk="0" hangingPunct="0">
              <a:defRPr>
                <a:solidFill>
                  <a:schemeClr val="tx1"/>
                </a:solidFill>
                <a:latin typeface="Arial" panose="020B0604020202020204" pitchFamily="34" charset="0"/>
              </a:defRPr>
            </a:lvl1pPr>
            <a:lvl2pPr marL="742950" indent="-285750" defTabSz="968375" eaLnBrk="0" hangingPunct="0">
              <a:defRPr>
                <a:solidFill>
                  <a:schemeClr val="tx1"/>
                </a:solidFill>
                <a:latin typeface="Arial" panose="020B0604020202020204" pitchFamily="34" charset="0"/>
              </a:defRPr>
            </a:lvl2pPr>
            <a:lvl3pPr marL="1143000" indent="-228600" defTabSz="968375" eaLnBrk="0" hangingPunct="0">
              <a:defRPr>
                <a:solidFill>
                  <a:schemeClr val="tx1"/>
                </a:solidFill>
                <a:latin typeface="Arial" panose="020B0604020202020204" pitchFamily="34" charset="0"/>
              </a:defRPr>
            </a:lvl3pPr>
            <a:lvl4pPr marL="1600200" indent="-228600" defTabSz="968375" eaLnBrk="0" hangingPunct="0">
              <a:defRPr>
                <a:solidFill>
                  <a:schemeClr val="tx1"/>
                </a:solidFill>
                <a:latin typeface="Arial" panose="020B0604020202020204" pitchFamily="34" charset="0"/>
              </a:defRPr>
            </a:lvl4pPr>
            <a:lvl5pPr marL="2057400" indent="-228600" defTabSz="968375" eaLnBrk="0" hangingPunct="0">
              <a:defRPr>
                <a:solidFill>
                  <a:schemeClr val="tx1"/>
                </a:solidFill>
                <a:latin typeface="Arial" panose="020B0604020202020204" pitchFamily="34" charset="0"/>
              </a:defRPr>
            </a:lvl5pPr>
            <a:lvl6pPr marL="2514600" indent="-228600" defTabSz="968375" eaLnBrk="0" fontAlgn="base" hangingPunct="0">
              <a:spcBef>
                <a:spcPct val="0"/>
              </a:spcBef>
              <a:spcAft>
                <a:spcPct val="0"/>
              </a:spcAft>
              <a:defRPr>
                <a:solidFill>
                  <a:schemeClr val="tx1"/>
                </a:solidFill>
                <a:latin typeface="Arial" panose="020B0604020202020204" pitchFamily="34" charset="0"/>
              </a:defRPr>
            </a:lvl6pPr>
            <a:lvl7pPr marL="2971800" indent="-228600" defTabSz="968375" eaLnBrk="0" fontAlgn="base" hangingPunct="0">
              <a:spcBef>
                <a:spcPct val="0"/>
              </a:spcBef>
              <a:spcAft>
                <a:spcPct val="0"/>
              </a:spcAft>
              <a:defRPr>
                <a:solidFill>
                  <a:schemeClr val="tx1"/>
                </a:solidFill>
                <a:latin typeface="Arial" panose="020B0604020202020204" pitchFamily="34" charset="0"/>
              </a:defRPr>
            </a:lvl7pPr>
            <a:lvl8pPr marL="3429000" indent="-228600" defTabSz="968375" eaLnBrk="0" fontAlgn="base" hangingPunct="0">
              <a:spcBef>
                <a:spcPct val="0"/>
              </a:spcBef>
              <a:spcAft>
                <a:spcPct val="0"/>
              </a:spcAft>
              <a:defRPr>
                <a:solidFill>
                  <a:schemeClr val="tx1"/>
                </a:solidFill>
                <a:latin typeface="Arial" panose="020B0604020202020204" pitchFamily="34" charset="0"/>
              </a:defRPr>
            </a:lvl8pPr>
            <a:lvl9pPr marL="3886200" indent="-228600" defTabSz="968375" eaLnBrk="0" fontAlgn="base" hangingPunct="0">
              <a:spcBef>
                <a:spcPct val="0"/>
              </a:spcBef>
              <a:spcAft>
                <a:spcPct val="0"/>
              </a:spcAft>
              <a:defRPr>
                <a:solidFill>
                  <a:schemeClr val="tx1"/>
                </a:solidFill>
                <a:latin typeface="Arial" panose="020B0604020202020204" pitchFamily="34" charset="0"/>
              </a:defRPr>
            </a:lvl9pPr>
          </a:lstStyle>
          <a:p>
            <a:pPr algn="r"/>
            <a:r>
              <a:rPr lang="en-US" altLang="en-US" sz="1000" i="1">
                <a:latin typeface="Times New Roman" panose="02020603050405020304" pitchFamily="18" charset="0"/>
                <a:cs typeface="Arial" panose="020B0604020202020204" pitchFamily="34" charset="0"/>
              </a:rPr>
              <a:t>21</a:t>
            </a:r>
          </a:p>
        </p:txBody>
      </p:sp>
      <p:sp>
        <p:nvSpPr>
          <p:cNvPr id="38918" name="Rectangle 4">
            <a:extLst>
              <a:ext uri="{FF2B5EF4-FFF2-40B4-BE49-F238E27FC236}">
                <a16:creationId xmlns:a16="http://schemas.microsoft.com/office/drawing/2014/main" id="{1DD82086-97B2-8F74-5ED5-70C32FF1C28E}"/>
              </a:ext>
            </a:extLst>
          </p:cNvPr>
          <p:cNvSpPr>
            <a:spLocks noChangeArrowheads="1"/>
          </p:cNvSpPr>
          <p:nvPr/>
        </p:nvSpPr>
        <p:spPr bwMode="auto">
          <a:xfrm>
            <a:off x="-1588" y="8685213"/>
            <a:ext cx="2971801" cy="45878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lstStyle>
            <a:lvl1pPr eaLnBrk="0" hangingPunct="0">
              <a:defRPr>
                <a:solidFill>
                  <a:schemeClr val="tx1"/>
                </a:solidFill>
                <a:latin typeface="Arial" panose="020B0604020202020204" pitchFamily="34" charset="0"/>
              </a:defRPr>
            </a:lvl1pPr>
            <a:lvl2pPr marL="742950" indent="-285750" eaLnBrk="0" hangingPunct="0">
              <a:defRPr>
                <a:solidFill>
                  <a:schemeClr val="tx1"/>
                </a:solidFill>
                <a:latin typeface="Arial" panose="020B0604020202020204" pitchFamily="34" charset="0"/>
              </a:defRPr>
            </a:lvl2pPr>
            <a:lvl3pPr marL="1143000" indent="-228600" eaLnBrk="0" hangingPunct="0">
              <a:defRPr>
                <a:solidFill>
                  <a:schemeClr val="tx1"/>
                </a:solidFill>
                <a:latin typeface="Arial" panose="020B0604020202020204" pitchFamily="34" charset="0"/>
              </a:defRPr>
            </a:lvl3pPr>
            <a:lvl4pPr marL="1600200" indent="-228600" eaLnBrk="0" hangingPunct="0">
              <a:defRPr>
                <a:solidFill>
                  <a:schemeClr val="tx1"/>
                </a:solidFill>
                <a:latin typeface="Arial" panose="020B0604020202020204" pitchFamily="34" charset="0"/>
              </a:defRPr>
            </a:lvl4pPr>
            <a:lvl5pPr marL="2057400" indent="-228600" eaLnBrk="0" hangingPunct="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eaLnBrk="1" hangingPunct="1"/>
            <a:endParaRPr lang="en-US" altLang="en-US"/>
          </a:p>
        </p:txBody>
      </p:sp>
      <p:sp>
        <p:nvSpPr>
          <p:cNvPr id="38919" name="Rectangle 5">
            <a:extLst>
              <a:ext uri="{FF2B5EF4-FFF2-40B4-BE49-F238E27FC236}">
                <a16:creationId xmlns:a16="http://schemas.microsoft.com/office/drawing/2014/main" id="{8D026AFC-5BA3-CC84-908D-FE9769495533}"/>
              </a:ext>
            </a:extLst>
          </p:cNvPr>
          <p:cNvSpPr>
            <a:spLocks noChangeArrowheads="1"/>
          </p:cNvSpPr>
          <p:nvPr/>
        </p:nvSpPr>
        <p:spPr bwMode="auto">
          <a:xfrm>
            <a:off x="-1588" y="0"/>
            <a:ext cx="2971801" cy="4540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lstStyle>
            <a:lvl1pPr eaLnBrk="0" hangingPunct="0">
              <a:defRPr>
                <a:solidFill>
                  <a:schemeClr val="tx1"/>
                </a:solidFill>
                <a:latin typeface="Arial" panose="020B0604020202020204" pitchFamily="34" charset="0"/>
              </a:defRPr>
            </a:lvl1pPr>
            <a:lvl2pPr marL="742950" indent="-285750" eaLnBrk="0" hangingPunct="0">
              <a:defRPr>
                <a:solidFill>
                  <a:schemeClr val="tx1"/>
                </a:solidFill>
                <a:latin typeface="Arial" panose="020B0604020202020204" pitchFamily="34" charset="0"/>
              </a:defRPr>
            </a:lvl2pPr>
            <a:lvl3pPr marL="1143000" indent="-228600" eaLnBrk="0" hangingPunct="0">
              <a:defRPr>
                <a:solidFill>
                  <a:schemeClr val="tx1"/>
                </a:solidFill>
                <a:latin typeface="Arial" panose="020B0604020202020204" pitchFamily="34" charset="0"/>
              </a:defRPr>
            </a:lvl3pPr>
            <a:lvl4pPr marL="1600200" indent="-228600" eaLnBrk="0" hangingPunct="0">
              <a:defRPr>
                <a:solidFill>
                  <a:schemeClr val="tx1"/>
                </a:solidFill>
                <a:latin typeface="Arial" panose="020B0604020202020204" pitchFamily="34" charset="0"/>
              </a:defRPr>
            </a:lvl4pPr>
            <a:lvl5pPr marL="2057400" indent="-228600" eaLnBrk="0" hangingPunct="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eaLnBrk="1" hangingPunct="1"/>
            <a:endParaRPr lang="en-US" altLang="en-US"/>
          </a:p>
        </p:txBody>
      </p:sp>
      <p:sp>
        <p:nvSpPr>
          <p:cNvPr id="38920" name="Rectangle 6">
            <a:extLst>
              <a:ext uri="{FF2B5EF4-FFF2-40B4-BE49-F238E27FC236}">
                <a16:creationId xmlns:a16="http://schemas.microsoft.com/office/drawing/2014/main" id="{8E8F6233-FA7D-D6FB-03C6-2177429C97DC}"/>
              </a:ext>
            </a:extLst>
          </p:cNvPr>
          <p:cNvSpPr>
            <a:spLocks noGrp="1" noRot="1" noChangeAspect="1" noChangeArrowheads="1" noTextEdit="1"/>
          </p:cNvSpPr>
          <p:nvPr>
            <p:ph type="sldImg"/>
          </p:nvPr>
        </p:nvSpPr>
        <p:spPr>
          <a:xfrm>
            <a:off x="395288" y="692150"/>
            <a:ext cx="6072187" cy="3416300"/>
          </a:xfrm>
          <a:ln w="12700" cap="flat">
            <a:solidFill>
              <a:schemeClr val="tx1"/>
            </a:solidFill>
          </a:ln>
        </p:spPr>
      </p:sp>
      <p:sp>
        <p:nvSpPr>
          <p:cNvPr id="38921" name="Rectangle 7">
            <a:extLst>
              <a:ext uri="{FF2B5EF4-FFF2-40B4-BE49-F238E27FC236}">
                <a16:creationId xmlns:a16="http://schemas.microsoft.com/office/drawing/2014/main" id="{F8FA27B6-2175-412C-8C90-6322A7593807}"/>
              </a:ext>
            </a:extLst>
          </p:cNvPr>
          <p:cNvSpPr>
            <a:spLocks noGrp="1" noChangeArrowheads="1"/>
          </p:cNvSpPr>
          <p:nvPr>
            <p:ph type="body" idx="1"/>
          </p:nvPr>
        </p:nvSpPr>
        <p:spPr>
          <a:xfrm>
            <a:off x="911225" y="4341813"/>
            <a:ext cx="5027613" cy="4116387"/>
          </a:xfrm>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94958" tIns="47479" rIns="94958" bIns="47479"/>
          <a:lstStyle/>
          <a:p>
            <a:pPr defTabSz="955675" eaLnBrk="1" hangingPunct="1"/>
            <a:endParaRPr lang="en-US" altLang="en-US">
              <a:latin typeface="Arial" panose="020B0604020202020204" pitchFamily="34" charset="0"/>
            </a:endParaRPr>
          </a:p>
        </p:txBody>
      </p:sp>
    </p:spTree>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7890" name="Slide Image Placeholder 1">
            <a:extLst>
              <a:ext uri="{FF2B5EF4-FFF2-40B4-BE49-F238E27FC236}">
                <a16:creationId xmlns:a16="http://schemas.microsoft.com/office/drawing/2014/main" id="{D3D7D767-5F93-0868-F0DE-AC2D8896A424}"/>
              </a:ext>
            </a:extLst>
          </p:cNvPr>
          <p:cNvSpPr>
            <a:spLocks noGrp="1" noRot="1" noChangeAspect="1" noTextEdit="1"/>
          </p:cNvSpPr>
          <p:nvPr>
            <p:ph type="sldImg"/>
          </p:nvPr>
        </p:nvSpPr>
        <p:spPr>
          <a:ln/>
        </p:spPr>
      </p:sp>
      <p:sp>
        <p:nvSpPr>
          <p:cNvPr id="37891" name="Notes Placeholder 2">
            <a:extLst>
              <a:ext uri="{FF2B5EF4-FFF2-40B4-BE49-F238E27FC236}">
                <a16:creationId xmlns:a16="http://schemas.microsoft.com/office/drawing/2014/main" id="{5BEA96DA-028D-F941-10E2-A7500758B1A2}"/>
              </a:ext>
            </a:extLst>
          </p:cNvPr>
          <p:cNvSpPr>
            <a:spLocks noGrp="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en-US" altLang="en-US">
              <a:latin typeface="Arial" panose="020B0604020202020204" pitchFamily="34" charset="0"/>
            </a:endParaRPr>
          </a:p>
        </p:txBody>
      </p:sp>
      <p:sp>
        <p:nvSpPr>
          <p:cNvPr id="37892" name="Slide Number Placeholder 3">
            <a:extLst>
              <a:ext uri="{FF2B5EF4-FFF2-40B4-BE49-F238E27FC236}">
                <a16:creationId xmlns:a16="http://schemas.microsoft.com/office/drawing/2014/main" id="{07601DA2-6B33-7FD8-3AB4-44637CFF0709}"/>
              </a:ext>
            </a:extLst>
          </p:cNvPr>
          <p:cNvSpPr>
            <a:spLocks noGrp="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a:solidFill>
                  <a:schemeClr val="tx1"/>
                </a:solidFill>
                <a:latin typeface="Arial" panose="020B0604020202020204" pitchFamily="34" charset="0"/>
              </a:defRPr>
            </a:lvl1pPr>
            <a:lvl2pPr marL="742950" indent="-285750" eaLnBrk="0" hangingPunct="0">
              <a:defRPr>
                <a:solidFill>
                  <a:schemeClr val="tx1"/>
                </a:solidFill>
                <a:latin typeface="Arial" panose="020B0604020202020204" pitchFamily="34" charset="0"/>
              </a:defRPr>
            </a:lvl2pPr>
            <a:lvl3pPr marL="1143000" indent="-228600" eaLnBrk="0" hangingPunct="0">
              <a:defRPr>
                <a:solidFill>
                  <a:schemeClr val="tx1"/>
                </a:solidFill>
                <a:latin typeface="Arial" panose="020B0604020202020204" pitchFamily="34" charset="0"/>
              </a:defRPr>
            </a:lvl3pPr>
            <a:lvl4pPr marL="1600200" indent="-228600" eaLnBrk="0" hangingPunct="0">
              <a:defRPr>
                <a:solidFill>
                  <a:schemeClr val="tx1"/>
                </a:solidFill>
                <a:latin typeface="Arial" panose="020B0604020202020204" pitchFamily="34" charset="0"/>
              </a:defRPr>
            </a:lvl4pPr>
            <a:lvl5pPr marL="2057400" indent="-228600" eaLnBrk="0" hangingPunct="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eaLnBrk="1" hangingPunct="1"/>
            <a:fld id="{F05E9E77-28A6-4FDA-B999-206BCD737DDD}" type="slidenum">
              <a:rPr lang="en-US" altLang="en-US"/>
              <a:pPr eaLnBrk="1" hangingPunct="1"/>
              <a:t>38</a:t>
            </a:fld>
            <a:endParaRPr lang="en-US" altLang="en-US"/>
          </a:p>
        </p:txBody>
      </p:sp>
    </p:spTree>
    <p:extLst>
      <p:ext uri="{BB962C8B-B14F-4D97-AF65-F5344CB8AC3E}">
        <p14:creationId xmlns:p14="http://schemas.microsoft.com/office/powerpoint/2010/main" val="3368694795"/>
      </p:ext>
    </p:extLst>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602" name="Rectangle 7">
            <a:extLst>
              <a:ext uri="{FF2B5EF4-FFF2-40B4-BE49-F238E27FC236}">
                <a16:creationId xmlns:a16="http://schemas.microsoft.com/office/drawing/2014/main" id="{B28A3681-8707-6088-6194-06D35DB3B436}"/>
              </a:ext>
            </a:extLst>
          </p:cNvPr>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a:solidFill>
                  <a:schemeClr val="tx1"/>
                </a:solidFill>
                <a:latin typeface="Arial" panose="020B0604020202020204" pitchFamily="34" charset="0"/>
              </a:defRPr>
            </a:lvl1pPr>
            <a:lvl2pPr marL="742950" indent="-285750" eaLnBrk="0" hangingPunct="0">
              <a:defRPr>
                <a:solidFill>
                  <a:schemeClr val="tx1"/>
                </a:solidFill>
                <a:latin typeface="Arial" panose="020B0604020202020204" pitchFamily="34" charset="0"/>
              </a:defRPr>
            </a:lvl2pPr>
            <a:lvl3pPr marL="1143000" indent="-228600" eaLnBrk="0" hangingPunct="0">
              <a:defRPr>
                <a:solidFill>
                  <a:schemeClr val="tx1"/>
                </a:solidFill>
                <a:latin typeface="Arial" panose="020B0604020202020204" pitchFamily="34" charset="0"/>
              </a:defRPr>
            </a:lvl3pPr>
            <a:lvl4pPr marL="1600200" indent="-228600" eaLnBrk="0" hangingPunct="0">
              <a:defRPr>
                <a:solidFill>
                  <a:schemeClr val="tx1"/>
                </a:solidFill>
                <a:latin typeface="Arial" panose="020B0604020202020204" pitchFamily="34" charset="0"/>
              </a:defRPr>
            </a:lvl4pPr>
            <a:lvl5pPr marL="2057400" indent="-228600" eaLnBrk="0" hangingPunct="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eaLnBrk="1" hangingPunct="1"/>
            <a:fld id="{1E00A6E6-0F78-4B57-98C0-F4D3E022BDD1}" type="slidenum">
              <a:rPr lang="en-US" altLang="en-US"/>
              <a:pPr eaLnBrk="1" hangingPunct="1"/>
              <a:t>41</a:t>
            </a:fld>
            <a:endParaRPr lang="en-US" altLang="en-US"/>
          </a:p>
        </p:txBody>
      </p:sp>
      <p:sp>
        <p:nvSpPr>
          <p:cNvPr id="25603" name="Rectangle 7">
            <a:extLst>
              <a:ext uri="{FF2B5EF4-FFF2-40B4-BE49-F238E27FC236}">
                <a16:creationId xmlns:a16="http://schemas.microsoft.com/office/drawing/2014/main" id="{EF036DA2-96D8-B0DC-C79F-ED06CE08D455}"/>
              </a:ext>
            </a:extLst>
          </p:cNvPr>
          <p:cNvSpPr txBox="1">
            <a:spLocks noGrp="1" noChangeArrowheads="1"/>
          </p:cNvSpPr>
          <p:nvPr/>
        </p:nvSpPr>
        <p:spPr bwMode="auto">
          <a:xfrm>
            <a:off x="3884613" y="8685213"/>
            <a:ext cx="297180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b"/>
          <a:lstStyle>
            <a:lvl1pPr eaLnBrk="0" hangingPunct="0">
              <a:defRPr>
                <a:solidFill>
                  <a:schemeClr val="tx1"/>
                </a:solidFill>
                <a:latin typeface="Arial" panose="020B0604020202020204" pitchFamily="34" charset="0"/>
              </a:defRPr>
            </a:lvl1pPr>
            <a:lvl2pPr marL="742950" indent="-285750" eaLnBrk="0" hangingPunct="0">
              <a:defRPr>
                <a:solidFill>
                  <a:schemeClr val="tx1"/>
                </a:solidFill>
                <a:latin typeface="Arial" panose="020B0604020202020204" pitchFamily="34" charset="0"/>
              </a:defRPr>
            </a:lvl2pPr>
            <a:lvl3pPr marL="1143000" indent="-228600" eaLnBrk="0" hangingPunct="0">
              <a:defRPr>
                <a:solidFill>
                  <a:schemeClr val="tx1"/>
                </a:solidFill>
                <a:latin typeface="Arial" panose="020B0604020202020204" pitchFamily="34" charset="0"/>
              </a:defRPr>
            </a:lvl3pPr>
            <a:lvl4pPr marL="1600200" indent="-228600" eaLnBrk="0" hangingPunct="0">
              <a:defRPr>
                <a:solidFill>
                  <a:schemeClr val="tx1"/>
                </a:solidFill>
                <a:latin typeface="Arial" panose="020B0604020202020204" pitchFamily="34" charset="0"/>
              </a:defRPr>
            </a:lvl4pPr>
            <a:lvl5pPr marL="2057400" indent="-228600" eaLnBrk="0" hangingPunct="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algn="r" eaLnBrk="1" hangingPunct="1"/>
            <a:fld id="{77E2C036-61C6-4579-B9F4-15A96313DE6E}" type="slidenum">
              <a:rPr lang="en-US" altLang="en-US" sz="1200"/>
              <a:pPr algn="r" eaLnBrk="1" hangingPunct="1"/>
              <a:t>41</a:t>
            </a:fld>
            <a:endParaRPr lang="en-US" altLang="en-US" sz="1200"/>
          </a:p>
        </p:txBody>
      </p:sp>
      <p:sp>
        <p:nvSpPr>
          <p:cNvPr id="25604" name="Rectangle 2">
            <a:extLst>
              <a:ext uri="{FF2B5EF4-FFF2-40B4-BE49-F238E27FC236}">
                <a16:creationId xmlns:a16="http://schemas.microsoft.com/office/drawing/2014/main" id="{9D41C059-929D-39A2-DB99-67697F9439C9}"/>
              </a:ext>
            </a:extLst>
          </p:cNvPr>
          <p:cNvSpPr>
            <a:spLocks noGrp="1" noRot="1" noChangeAspect="1" noChangeArrowheads="1" noTextEdit="1"/>
          </p:cNvSpPr>
          <p:nvPr>
            <p:ph type="sldImg"/>
          </p:nvPr>
        </p:nvSpPr>
        <p:spPr>
          <a:ln/>
        </p:spPr>
      </p:sp>
      <p:sp>
        <p:nvSpPr>
          <p:cNvPr id="25605" name="Rectangle 3">
            <a:extLst>
              <a:ext uri="{FF2B5EF4-FFF2-40B4-BE49-F238E27FC236}">
                <a16:creationId xmlns:a16="http://schemas.microsoft.com/office/drawing/2014/main" id="{2B0BAF6A-734C-AAEE-948C-D354B676B62E}"/>
              </a:ext>
            </a:extLst>
          </p:cNvPr>
          <p:cNvSpPr>
            <a:spLocks noGrp="1" noChangeArrowheads="1"/>
          </p:cNvSpPr>
          <p:nvPr>
            <p:ph type="body" idx="1"/>
          </p:nvPr>
        </p:nvSpPr>
        <p:spPr>
          <a:xfrm>
            <a:off x="914400" y="4343400"/>
            <a:ext cx="5029200" cy="4114800"/>
          </a:xfrm>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en-US" altLang="en-US">
              <a:latin typeface="Arial" panose="020B0604020202020204" pitchFamily="34" charset="0"/>
            </a:endParaRPr>
          </a:p>
        </p:txBody>
      </p:sp>
    </p:spTree>
    <p:extLst>
      <p:ext uri="{BB962C8B-B14F-4D97-AF65-F5344CB8AC3E}">
        <p14:creationId xmlns:p14="http://schemas.microsoft.com/office/powerpoint/2010/main" val="1803649010"/>
      </p:ext>
    </p:extLst>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885FD6B6-2818-40A7-83C2-FF5708794920}" type="slidenum">
              <a:rPr lang="en-US" smtClean="0"/>
              <a:t>42</a:t>
            </a:fld>
            <a:endParaRPr lang="en-US"/>
          </a:p>
        </p:txBody>
      </p:sp>
    </p:spTree>
    <p:extLst>
      <p:ext uri="{BB962C8B-B14F-4D97-AF65-F5344CB8AC3E}">
        <p14:creationId xmlns:p14="http://schemas.microsoft.com/office/powerpoint/2010/main" val="2930827393"/>
      </p:ext>
    </p:extLst>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4578" name="Rectangle 2">
            <a:extLst>
              <a:ext uri="{FF2B5EF4-FFF2-40B4-BE49-F238E27FC236}">
                <a16:creationId xmlns:a16="http://schemas.microsoft.com/office/drawing/2014/main" id="{E18C4C7E-3DBF-B5A0-D887-DC0331780284}"/>
              </a:ext>
            </a:extLst>
          </p:cNvPr>
          <p:cNvSpPr>
            <a:spLocks noGrp="1" noRot="1" noChangeAspect="1" noChangeArrowheads="1" noTextEdit="1"/>
          </p:cNvSpPr>
          <p:nvPr>
            <p:ph type="sldImg"/>
          </p:nvPr>
        </p:nvSpPr>
        <p:spPr>
          <a:ln/>
        </p:spPr>
      </p:sp>
      <p:sp>
        <p:nvSpPr>
          <p:cNvPr id="24579" name="Rectangle 3">
            <a:extLst>
              <a:ext uri="{FF2B5EF4-FFF2-40B4-BE49-F238E27FC236}">
                <a16:creationId xmlns:a16="http://schemas.microsoft.com/office/drawing/2014/main" id="{3F75573B-144F-A7A5-E32F-3376E32DE102}"/>
              </a:ext>
            </a:extLst>
          </p:cNvPr>
          <p:cNvSpPr>
            <a:spLocks noGrp="1" noChangeArrowheads="1"/>
          </p:cNvSpPr>
          <p:nvPr>
            <p:ph type="body" idx="1"/>
          </p:nvPr>
        </p:nvSpPr>
        <p:spPr>
          <a:xfrm>
            <a:off x="914400" y="4343400"/>
            <a:ext cx="5029200" cy="4114800"/>
          </a:xfrm>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en-US" altLang="en-US">
              <a:latin typeface="Arial" panose="020B0604020202020204" pitchFamily="34" charset="0"/>
            </a:endParaRPr>
          </a:p>
        </p:txBody>
      </p:sp>
    </p:spTree>
    <p:extLst>
      <p:ext uri="{BB962C8B-B14F-4D97-AF65-F5344CB8AC3E}">
        <p14:creationId xmlns:p14="http://schemas.microsoft.com/office/powerpoint/2010/main" val="3634397350"/>
      </p:ext>
    </p:extLst>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6626" name="Slide Image Placeholder 1">
            <a:extLst>
              <a:ext uri="{FF2B5EF4-FFF2-40B4-BE49-F238E27FC236}">
                <a16:creationId xmlns:a16="http://schemas.microsoft.com/office/drawing/2014/main" id="{27448CD2-8465-D9EF-8D41-F54801F9DB38}"/>
              </a:ext>
            </a:extLst>
          </p:cNvPr>
          <p:cNvSpPr>
            <a:spLocks noGrp="1" noRot="1" noChangeAspect="1" noTextEdit="1"/>
          </p:cNvSpPr>
          <p:nvPr>
            <p:ph type="sldImg"/>
          </p:nvPr>
        </p:nvSpPr>
        <p:spPr>
          <a:ln/>
        </p:spPr>
      </p:sp>
      <p:sp>
        <p:nvSpPr>
          <p:cNvPr id="26627" name="Notes Placeholder 2">
            <a:extLst>
              <a:ext uri="{FF2B5EF4-FFF2-40B4-BE49-F238E27FC236}">
                <a16:creationId xmlns:a16="http://schemas.microsoft.com/office/drawing/2014/main" id="{1539FCF3-E122-8F65-6D2E-74A80FF9AEED}"/>
              </a:ext>
            </a:extLst>
          </p:cNvPr>
          <p:cNvSpPr>
            <a:spLocks noGrp="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en-US" altLang="en-US">
              <a:latin typeface="Arial" panose="020B0604020202020204" pitchFamily="34" charset="0"/>
            </a:endParaRPr>
          </a:p>
        </p:txBody>
      </p:sp>
      <p:sp>
        <p:nvSpPr>
          <p:cNvPr id="26628" name="Slide Number Placeholder 3">
            <a:extLst>
              <a:ext uri="{FF2B5EF4-FFF2-40B4-BE49-F238E27FC236}">
                <a16:creationId xmlns:a16="http://schemas.microsoft.com/office/drawing/2014/main" id="{7F9EDD0E-7195-06E8-93EE-11932BAA0D2B}"/>
              </a:ext>
            </a:extLst>
          </p:cNvPr>
          <p:cNvSpPr>
            <a:spLocks noGrp="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a:solidFill>
                  <a:schemeClr val="tx1"/>
                </a:solidFill>
                <a:latin typeface="Arial" panose="020B0604020202020204" pitchFamily="34" charset="0"/>
              </a:defRPr>
            </a:lvl1pPr>
            <a:lvl2pPr marL="742950" indent="-285750" eaLnBrk="0" hangingPunct="0">
              <a:defRPr>
                <a:solidFill>
                  <a:schemeClr val="tx1"/>
                </a:solidFill>
                <a:latin typeface="Arial" panose="020B0604020202020204" pitchFamily="34" charset="0"/>
              </a:defRPr>
            </a:lvl2pPr>
            <a:lvl3pPr marL="1143000" indent="-228600" eaLnBrk="0" hangingPunct="0">
              <a:defRPr>
                <a:solidFill>
                  <a:schemeClr val="tx1"/>
                </a:solidFill>
                <a:latin typeface="Arial" panose="020B0604020202020204" pitchFamily="34" charset="0"/>
              </a:defRPr>
            </a:lvl3pPr>
            <a:lvl4pPr marL="1600200" indent="-228600" eaLnBrk="0" hangingPunct="0">
              <a:defRPr>
                <a:solidFill>
                  <a:schemeClr val="tx1"/>
                </a:solidFill>
                <a:latin typeface="Arial" panose="020B0604020202020204" pitchFamily="34" charset="0"/>
              </a:defRPr>
            </a:lvl4pPr>
            <a:lvl5pPr marL="2057400" indent="-228600" eaLnBrk="0" hangingPunct="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eaLnBrk="1" hangingPunct="1"/>
            <a:fld id="{49EFD99E-2C0E-4193-8E95-782D9FA2C05B}" type="slidenum">
              <a:rPr lang="en-US" altLang="en-US"/>
              <a:pPr eaLnBrk="1" hangingPunct="1"/>
              <a:t>46</a:t>
            </a:fld>
            <a:endParaRPr lang="en-US" altLang="en-US"/>
          </a:p>
        </p:txBody>
      </p:sp>
    </p:spTree>
    <p:extLst>
      <p:ext uri="{BB962C8B-B14F-4D97-AF65-F5344CB8AC3E}">
        <p14:creationId xmlns:p14="http://schemas.microsoft.com/office/powerpoint/2010/main" val="681006685"/>
      </p:ext>
    </p:extLst>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7650" name="Slide Image Placeholder 1">
            <a:extLst>
              <a:ext uri="{FF2B5EF4-FFF2-40B4-BE49-F238E27FC236}">
                <a16:creationId xmlns:a16="http://schemas.microsoft.com/office/drawing/2014/main" id="{56CF79CC-E71C-ED31-2139-DDF5514BBB29}"/>
              </a:ext>
            </a:extLst>
          </p:cNvPr>
          <p:cNvSpPr>
            <a:spLocks noGrp="1" noRot="1" noChangeAspect="1" noTextEdit="1"/>
          </p:cNvSpPr>
          <p:nvPr>
            <p:ph type="sldImg"/>
          </p:nvPr>
        </p:nvSpPr>
        <p:spPr>
          <a:ln/>
        </p:spPr>
      </p:sp>
      <p:sp>
        <p:nvSpPr>
          <p:cNvPr id="27651" name="Notes Placeholder 2">
            <a:extLst>
              <a:ext uri="{FF2B5EF4-FFF2-40B4-BE49-F238E27FC236}">
                <a16:creationId xmlns:a16="http://schemas.microsoft.com/office/drawing/2014/main" id="{AD0C7352-4FAA-B845-522D-DC33770FEA0E}"/>
              </a:ext>
            </a:extLst>
          </p:cNvPr>
          <p:cNvSpPr>
            <a:spLocks noGrp="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en-US" altLang="en-US">
              <a:latin typeface="Arial" panose="020B0604020202020204" pitchFamily="34" charset="0"/>
            </a:endParaRPr>
          </a:p>
        </p:txBody>
      </p:sp>
      <p:sp>
        <p:nvSpPr>
          <p:cNvPr id="27652" name="Slide Number Placeholder 3">
            <a:extLst>
              <a:ext uri="{FF2B5EF4-FFF2-40B4-BE49-F238E27FC236}">
                <a16:creationId xmlns:a16="http://schemas.microsoft.com/office/drawing/2014/main" id="{D93220BD-4C92-508C-6757-33A47468661B}"/>
              </a:ext>
            </a:extLst>
          </p:cNvPr>
          <p:cNvSpPr>
            <a:spLocks noGrp="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a:solidFill>
                  <a:schemeClr val="tx1"/>
                </a:solidFill>
                <a:latin typeface="Arial" panose="020B0604020202020204" pitchFamily="34" charset="0"/>
              </a:defRPr>
            </a:lvl1pPr>
            <a:lvl2pPr marL="742950" indent="-285750" eaLnBrk="0" hangingPunct="0">
              <a:defRPr>
                <a:solidFill>
                  <a:schemeClr val="tx1"/>
                </a:solidFill>
                <a:latin typeface="Arial" panose="020B0604020202020204" pitchFamily="34" charset="0"/>
              </a:defRPr>
            </a:lvl2pPr>
            <a:lvl3pPr marL="1143000" indent="-228600" eaLnBrk="0" hangingPunct="0">
              <a:defRPr>
                <a:solidFill>
                  <a:schemeClr val="tx1"/>
                </a:solidFill>
                <a:latin typeface="Arial" panose="020B0604020202020204" pitchFamily="34" charset="0"/>
              </a:defRPr>
            </a:lvl3pPr>
            <a:lvl4pPr marL="1600200" indent="-228600" eaLnBrk="0" hangingPunct="0">
              <a:defRPr>
                <a:solidFill>
                  <a:schemeClr val="tx1"/>
                </a:solidFill>
                <a:latin typeface="Arial" panose="020B0604020202020204" pitchFamily="34" charset="0"/>
              </a:defRPr>
            </a:lvl4pPr>
            <a:lvl5pPr marL="2057400" indent="-228600" eaLnBrk="0" hangingPunct="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eaLnBrk="1" hangingPunct="1"/>
            <a:fld id="{4C686B88-E4F5-4055-8AF9-1019FC4E0FF1}" type="slidenum">
              <a:rPr lang="en-US" altLang="en-US"/>
              <a:pPr eaLnBrk="1" hangingPunct="1"/>
              <a:t>47</a:t>
            </a:fld>
            <a:endParaRPr lang="en-US" altLang="en-US"/>
          </a:p>
        </p:txBody>
      </p:sp>
    </p:spTree>
    <p:extLst>
      <p:ext uri="{BB962C8B-B14F-4D97-AF65-F5344CB8AC3E}">
        <p14:creationId xmlns:p14="http://schemas.microsoft.com/office/powerpoint/2010/main" val="4169364439"/>
      </p:ext>
    </p:extLst>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602" name="Slide Image Placeholder 1">
            <a:extLst>
              <a:ext uri="{FF2B5EF4-FFF2-40B4-BE49-F238E27FC236}">
                <a16:creationId xmlns:a16="http://schemas.microsoft.com/office/drawing/2014/main" id="{33F93689-CB30-26A0-4B71-E18090093F82}"/>
              </a:ext>
            </a:extLst>
          </p:cNvPr>
          <p:cNvSpPr>
            <a:spLocks noGrp="1" noRot="1" noChangeAspect="1" noTextEdit="1"/>
          </p:cNvSpPr>
          <p:nvPr>
            <p:ph type="sldImg"/>
          </p:nvPr>
        </p:nvSpPr>
        <p:spPr>
          <a:ln/>
        </p:spPr>
      </p:sp>
      <p:sp>
        <p:nvSpPr>
          <p:cNvPr id="25603" name="Notes Placeholder 2">
            <a:extLst>
              <a:ext uri="{FF2B5EF4-FFF2-40B4-BE49-F238E27FC236}">
                <a16:creationId xmlns:a16="http://schemas.microsoft.com/office/drawing/2014/main" id="{FAD13BB4-B345-3895-1373-A6F200893C58}"/>
              </a:ext>
            </a:extLst>
          </p:cNvPr>
          <p:cNvSpPr>
            <a:spLocks noGrp="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en-US" altLang="en-US">
              <a:latin typeface="Arial" panose="020B0604020202020204" pitchFamily="34" charset="0"/>
            </a:endParaRPr>
          </a:p>
        </p:txBody>
      </p:sp>
      <p:sp>
        <p:nvSpPr>
          <p:cNvPr id="25604" name="Slide Number Placeholder 3">
            <a:extLst>
              <a:ext uri="{FF2B5EF4-FFF2-40B4-BE49-F238E27FC236}">
                <a16:creationId xmlns:a16="http://schemas.microsoft.com/office/drawing/2014/main" id="{57980CE0-4546-7ACA-6E88-45ADD0CF2F4F}"/>
              </a:ext>
            </a:extLst>
          </p:cNvPr>
          <p:cNvSpPr>
            <a:spLocks noGrp="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a:solidFill>
                  <a:schemeClr val="tx1"/>
                </a:solidFill>
                <a:latin typeface="Arial" panose="020B0604020202020204" pitchFamily="34" charset="0"/>
              </a:defRPr>
            </a:lvl1pPr>
            <a:lvl2pPr marL="742950" indent="-285750" eaLnBrk="0" hangingPunct="0">
              <a:defRPr>
                <a:solidFill>
                  <a:schemeClr val="tx1"/>
                </a:solidFill>
                <a:latin typeface="Arial" panose="020B0604020202020204" pitchFamily="34" charset="0"/>
              </a:defRPr>
            </a:lvl2pPr>
            <a:lvl3pPr marL="1143000" indent="-228600" eaLnBrk="0" hangingPunct="0">
              <a:defRPr>
                <a:solidFill>
                  <a:schemeClr val="tx1"/>
                </a:solidFill>
                <a:latin typeface="Arial" panose="020B0604020202020204" pitchFamily="34" charset="0"/>
              </a:defRPr>
            </a:lvl3pPr>
            <a:lvl4pPr marL="1600200" indent="-228600" eaLnBrk="0" hangingPunct="0">
              <a:defRPr>
                <a:solidFill>
                  <a:schemeClr val="tx1"/>
                </a:solidFill>
                <a:latin typeface="Arial" panose="020B0604020202020204" pitchFamily="34" charset="0"/>
              </a:defRPr>
            </a:lvl4pPr>
            <a:lvl5pPr marL="2057400" indent="-228600" eaLnBrk="0" hangingPunct="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eaLnBrk="1" hangingPunct="1"/>
            <a:fld id="{CA021966-7C0D-4986-92F0-76BB995EB5BA}" type="slidenum">
              <a:rPr lang="en-US" altLang="en-US"/>
              <a:pPr eaLnBrk="1" hangingPunct="1"/>
              <a:t>48</a:t>
            </a:fld>
            <a:endParaRPr lang="en-US" altLang="en-US"/>
          </a:p>
        </p:txBody>
      </p:sp>
    </p:spTree>
    <p:extLst>
      <p:ext uri="{BB962C8B-B14F-4D97-AF65-F5344CB8AC3E}">
        <p14:creationId xmlns:p14="http://schemas.microsoft.com/office/powerpoint/2010/main" val="1773235052"/>
      </p:ext>
    </p:extLst>
  </p:cSld>
  <p:clrMapOvr>
    <a:masterClrMapping/>
  </p:clrMapOvr>
</p:notes>
</file>

<file path=ppt/notesSlides/notesSlide3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8674" name="Slide Image Placeholder 1">
            <a:extLst>
              <a:ext uri="{FF2B5EF4-FFF2-40B4-BE49-F238E27FC236}">
                <a16:creationId xmlns:a16="http://schemas.microsoft.com/office/drawing/2014/main" id="{2C5E590A-29EF-B6BD-8142-E7A88C075DD8}"/>
              </a:ext>
            </a:extLst>
          </p:cNvPr>
          <p:cNvSpPr>
            <a:spLocks noGrp="1" noRot="1" noChangeAspect="1" noTextEdit="1"/>
          </p:cNvSpPr>
          <p:nvPr>
            <p:ph type="sldImg"/>
          </p:nvPr>
        </p:nvSpPr>
        <p:spPr>
          <a:ln/>
        </p:spPr>
      </p:sp>
      <p:sp>
        <p:nvSpPr>
          <p:cNvPr id="28675" name="Notes Placeholder 2">
            <a:extLst>
              <a:ext uri="{FF2B5EF4-FFF2-40B4-BE49-F238E27FC236}">
                <a16:creationId xmlns:a16="http://schemas.microsoft.com/office/drawing/2014/main" id="{833F8AA8-9AF9-4D9C-987B-1DC2EA06F9F7}"/>
              </a:ext>
            </a:extLst>
          </p:cNvPr>
          <p:cNvSpPr>
            <a:spLocks noGrp="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en-US" altLang="en-US">
              <a:latin typeface="Arial" panose="020B0604020202020204" pitchFamily="34" charset="0"/>
            </a:endParaRPr>
          </a:p>
        </p:txBody>
      </p:sp>
      <p:sp>
        <p:nvSpPr>
          <p:cNvPr id="28676" name="Slide Number Placeholder 3">
            <a:extLst>
              <a:ext uri="{FF2B5EF4-FFF2-40B4-BE49-F238E27FC236}">
                <a16:creationId xmlns:a16="http://schemas.microsoft.com/office/drawing/2014/main" id="{34DE1171-06CC-2766-799E-BFDE5ADDF33F}"/>
              </a:ext>
            </a:extLst>
          </p:cNvPr>
          <p:cNvSpPr>
            <a:spLocks noGrp="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a:solidFill>
                  <a:schemeClr val="tx1"/>
                </a:solidFill>
                <a:latin typeface="Arial" panose="020B0604020202020204" pitchFamily="34" charset="0"/>
              </a:defRPr>
            </a:lvl1pPr>
            <a:lvl2pPr marL="742950" indent="-285750" eaLnBrk="0" hangingPunct="0">
              <a:defRPr>
                <a:solidFill>
                  <a:schemeClr val="tx1"/>
                </a:solidFill>
                <a:latin typeface="Arial" panose="020B0604020202020204" pitchFamily="34" charset="0"/>
              </a:defRPr>
            </a:lvl2pPr>
            <a:lvl3pPr marL="1143000" indent="-228600" eaLnBrk="0" hangingPunct="0">
              <a:defRPr>
                <a:solidFill>
                  <a:schemeClr val="tx1"/>
                </a:solidFill>
                <a:latin typeface="Arial" panose="020B0604020202020204" pitchFamily="34" charset="0"/>
              </a:defRPr>
            </a:lvl3pPr>
            <a:lvl4pPr marL="1600200" indent="-228600" eaLnBrk="0" hangingPunct="0">
              <a:defRPr>
                <a:solidFill>
                  <a:schemeClr val="tx1"/>
                </a:solidFill>
                <a:latin typeface="Arial" panose="020B0604020202020204" pitchFamily="34" charset="0"/>
              </a:defRPr>
            </a:lvl4pPr>
            <a:lvl5pPr marL="2057400" indent="-228600" eaLnBrk="0" hangingPunct="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eaLnBrk="1" hangingPunct="1"/>
            <a:fld id="{CE5105A4-E341-46A7-999D-DFFCEE21B29E}" type="slidenum">
              <a:rPr lang="en-US" altLang="en-US"/>
              <a:pPr eaLnBrk="1" hangingPunct="1"/>
              <a:t>49</a:t>
            </a:fld>
            <a:endParaRPr lang="en-US" altLang="en-US"/>
          </a:p>
        </p:txBody>
      </p:sp>
    </p:spTree>
    <p:extLst>
      <p:ext uri="{BB962C8B-B14F-4D97-AF65-F5344CB8AC3E}">
        <p14:creationId xmlns:p14="http://schemas.microsoft.com/office/powerpoint/2010/main" val="997403300"/>
      </p:ext>
    </p:extLst>
  </p:cSld>
  <p:clrMapOvr>
    <a:masterClrMapping/>
  </p:clrMapOvr>
</p:notes>
</file>

<file path=ppt/notesSlides/notesSlide3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0962" name="Rectangle 2">
            <a:extLst>
              <a:ext uri="{FF2B5EF4-FFF2-40B4-BE49-F238E27FC236}">
                <a16:creationId xmlns:a16="http://schemas.microsoft.com/office/drawing/2014/main" id="{CB11B0F4-EF17-7771-FD99-C0CB14165FCB}"/>
              </a:ext>
            </a:extLst>
          </p:cNvPr>
          <p:cNvSpPr>
            <a:spLocks noGrp="1" noRot="1" noChangeAspect="1" noChangeArrowheads="1" noTextEdit="1"/>
          </p:cNvSpPr>
          <p:nvPr>
            <p:ph type="sldImg"/>
          </p:nvPr>
        </p:nvSpPr>
        <p:spPr>
          <a:ln/>
        </p:spPr>
      </p:sp>
      <p:sp>
        <p:nvSpPr>
          <p:cNvPr id="40963" name="Rectangle 3">
            <a:extLst>
              <a:ext uri="{FF2B5EF4-FFF2-40B4-BE49-F238E27FC236}">
                <a16:creationId xmlns:a16="http://schemas.microsoft.com/office/drawing/2014/main" id="{96B82162-72A5-9C84-9544-CF5ADD330DD9}"/>
              </a:ext>
            </a:extLst>
          </p:cNvPr>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spcBef>
                <a:spcPct val="0"/>
              </a:spcBef>
            </a:pPr>
            <a:endParaRPr lang="en-US" altLang="en-US">
              <a:latin typeface="Arial" panose="020B0604020202020204" pitchFamily="34" charset="0"/>
            </a:endParaRPr>
          </a:p>
        </p:txBody>
      </p:sp>
    </p:spTree>
  </p:cSld>
  <p:clrMapOvr>
    <a:masterClrMapping/>
  </p:clrMapOvr>
</p:notes>
</file>

<file path=ppt/notesSlides/notesSlide3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lang="en-IN" dirty="0"/>
          </a:p>
        </p:txBody>
      </p:sp>
      <p:sp>
        <p:nvSpPr>
          <p:cNvPr id="4" name="Slide Number Placeholder 3"/>
          <p:cNvSpPr>
            <a:spLocks noGrp="1"/>
          </p:cNvSpPr>
          <p:nvPr>
            <p:ph type="sldNum" sz="quarter" idx="5"/>
          </p:nvPr>
        </p:nvSpPr>
        <p:spPr/>
        <p:txBody>
          <a:bodyPr/>
          <a:lstStyle/>
          <a:p>
            <a:fld id="{969E8D09-9492-4554-9C8F-456CB81F32A8}" type="slidenum">
              <a:rPr lang="en-US" smtClean="0"/>
              <a:t>51</a:t>
            </a:fld>
            <a:endParaRPr lang="en-US"/>
          </a:p>
        </p:txBody>
      </p:sp>
    </p:spTree>
    <p:extLst>
      <p:ext uri="{BB962C8B-B14F-4D97-AF65-F5344CB8AC3E}">
        <p14:creationId xmlns:p14="http://schemas.microsoft.com/office/powerpoint/2010/main" val="1876769950"/>
      </p:ext>
    </p:extLst>
  </p:cSld>
  <p:clrMapOvr>
    <a:masterClrMapping/>
  </p:clrMapOvr>
</p:notes>
</file>

<file path=ppt/notesSlides/notesSlide3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IN" dirty="0"/>
          </a:p>
        </p:txBody>
      </p:sp>
      <p:sp>
        <p:nvSpPr>
          <p:cNvPr id="4" name="Slide Number Placeholder 3"/>
          <p:cNvSpPr>
            <a:spLocks noGrp="1"/>
          </p:cNvSpPr>
          <p:nvPr>
            <p:ph type="sldNum" sz="quarter" idx="5"/>
          </p:nvPr>
        </p:nvSpPr>
        <p:spPr/>
        <p:txBody>
          <a:bodyPr/>
          <a:lstStyle/>
          <a:p>
            <a:fld id="{969E8D09-9492-4554-9C8F-456CB81F32A8}" type="slidenum">
              <a:rPr lang="en-US" smtClean="0"/>
              <a:t>52</a:t>
            </a:fld>
            <a:endParaRPr lang="en-US"/>
          </a:p>
        </p:txBody>
      </p:sp>
    </p:spTree>
    <p:extLst>
      <p:ext uri="{BB962C8B-B14F-4D97-AF65-F5344CB8AC3E}">
        <p14:creationId xmlns:p14="http://schemas.microsoft.com/office/powerpoint/2010/main" val="1492222077"/>
      </p:ext>
    </p:extLst>
  </p:cSld>
  <p:clrMapOvr>
    <a:masterClrMapping/>
  </p:clrMapOvr>
</p:notes>
</file>

<file path=ppt/notesSlides/notesSlide3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1200" b="0" i="0" u="none" strike="noStrike" baseline="0" dirty="0">
                <a:solidFill>
                  <a:srgbClr val="221E1F"/>
                </a:solidFill>
                <a:latin typeface="STIX MathJax Main"/>
              </a:rPr>
              <a:t>For future reference, our discussion of stock valuation techniques is summarized in Table 8.2.</a:t>
            </a:r>
            <a:endParaRPr lang="en-US" altLang="en-US" dirty="0"/>
          </a:p>
          <a:p>
            <a:endParaRPr lang="en-IN" dirty="0"/>
          </a:p>
        </p:txBody>
      </p:sp>
      <p:sp>
        <p:nvSpPr>
          <p:cNvPr id="4" name="Slide Number Placeholder 3"/>
          <p:cNvSpPr>
            <a:spLocks noGrp="1"/>
          </p:cNvSpPr>
          <p:nvPr>
            <p:ph type="sldNum" sz="quarter" idx="5"/>
          </p:nvPr>
        </p:nvSpPr>
        <p:spPr/>
        <p:txBody>
          <a:bodyPr/>
          <a:lstStyle/>
          <a:p>
            <a:fld id="{969E8D09-9492-4554-9C8F-456CB81F32A8}" type="slidenum">
              <a:rPr lang="en-US" smtClean="0"/>
              <a:t>54</a:t>
            </a:fld>
            <a:endParaRPr lang="en-US"/>
          </a:p>
        </p:txBody>
      </p:sp>
    </p:spTree>
    <p:extLst>
      <p:ext uri="{BB962C8B-B14F-4D97-AF65-F5344CB8AC3E}">
        <p14:creationId xmlns:p14="http://schemas.microsoft.com/office/powerpoint/2010/main" val="3096021141"/>
      </p:ext>
    </p:extLst>
  </p:cSld>
  <p:clrMapOvr>
    <a:masterClrMapping/>
  </p:clrMapOvr>
</p:notes>
</file>

<file path=ppt/notesSlides/notesSlide4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lgn="l" defTabSz="914400" rtl="0" eaLnBrk="0" fontAlgn="base" latinLnBrk="0" hangingPunct="0">
              <a:lnSpc>
                <a:spcPct val="100000"/>
              </a:lnSpc>
              <a:spcBef>
                <a:spcPct val="30000"/>
              </a:spcBef>
              <a:spcAft>
                <a:spcPct val="0"/>
              </a:spcAft>
              <a:buClrTx/>
              <a:buSzTx/>
              <a:buFontTx/>
              <a:buNone/>
              <a:tabLst/>
              <a:defRPr/>
            </a:pPr>
            <a:endParaRPr lang="en-US" altLang="en-US" sz="1050" dirty="0"/>
          </a:p>
        </p:txBody>
      </p:sp>
      <p:sp>
        <p:nvSpPr>
          <p:cNvPr id="4" name="Slide Number Placeholder 3"/>
          <p:cNvSpPr>
            <a:spLocks noGrp="1"/>
          </p:cNvSpPr>
          <p:nvPr>
            <p:ph type="sldNum" sz="quarter" idx="5"/>
          </p:nvPr>
        </p:nvSpPr>
        <p:spPr/>
        <p:txBody>
          <a:bodyPr/>
          <a:lstStyle/>
          <a:p>
            <a:fld id="{969E8D09-9492-4554-9C8F-456CB81F32A8}" type="slidenum">
              <a:rPr lang="en-US" smtClean="0"/>
              <a:t>58</a:t>
            </a:fld>
            <a:endParaRPr lang="en-US"/>
          </a:p>
        </p:txBody>
      </p:sp>
    </p:spTree>
    <p:extLst>
      <p:ext uri="{BB962C8B-B14F-4D97-AF65-F5344CB8AC3E}">
        <p14:creationId xmlns:p14="http://schemas.microsoft.com/office/powerpoint/2010/main" val="3005735580"/>
      </p:ext>
    </p:extLst>
  </p:cSld>
  <p:clrMapOvr>
    <a:masterClrMapping/>
  </p:clrMapOvr>
</p:notes>
</file>

<file path=ppt/notesSlides/notesSlide4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lgn="l" defTabSz="914400" rtl="0" eaLnBrk="0" fontAlgn="base" latinLnBrk="0" hangingPunct="0">
              <a:lnSpc>
                <a:spcPct val="100000"/>
              </a:lnSpc>
              <a:spcBef>
                <a:spcPct val="30000"/>
              </a:spcBef>
              <a:spcAft>
                <a:spcPct val="0"/>
              </a:spcAft>
              <a:buClrTx/>
              <a:buSzTx/>
              <a:buFontTx/>
              <a:buNone/>
              <a:tabLst/>
              <a:defRPr/>
            </a:pPr>
            <a:endParaRPr lang="en-US" altLang="en-US" sz="1050" dirty="0"/>
          </a:p>
        </p:txBody>
      </p:sp>
      <p:sp>
        <p:nvSpPr>
          <p:cNvPr id="4" name="Slide Number Placeholder 3"/>
          <p:cNvSpPr>
            <a:spLocks noGrp="1"/>
          </p:cNvSpPr>
          <p:nvPr>
            <p:ph type="sldNum" sz="quarter" idx="5"/>
          </p:nvPr>
        </p:nvSpPr>
        <p:spPr/>
        <p:txBody>
          <a:bodyPr/>
          <a:lstStyle/>
          <a:p>
            <a:fld id="{969E8D09-9492-4554-9C8F-456CB81F32A8}" type="slidenum">
              <a:rPr lang="en-US" smtClean="0"/>
              <a:t>59</a:t>
            </a:fld>
            <a:endParaRPr lang="en-US"/>
          </a:p>
        </p:txBody>
      </p:sp>
    </p:spTree>
    <p:extLst>
      <p:ext uri="{BB962C8B-B14F-4D97-AF65-F5344CB8AC3E}">
        <p14:creationId xmlns:p14="http://schemas.microsoft.com/office/powerpoint/2010/main" val="1289723901"/>
      </p:ext>
    </p:extLst>
  </p:cSld>
  <p:clrMapOvr>
    <a:masterClrMapping/>
  </p:clrMapOvr>
</p:notes>
</file>

<file path=ppt/notesSlides/notesSlide4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eaLnBrk="1" hangingPunct="1"/>
            <a:endParaRPr lang="en-US" altLang="en-US" sz="1050" dirty="0"/>
          </a:p>
        </p:txBody>
      </p:sp>
      <p:sp>
        <p:nvSpPr>
          <p:cNvPr id="4" name="Slide Number Placeholder 3"/>
          <p:cNvSpPr>
            <a:spLocks noGrp="1"/>
          </p:cNvSpPr>
          <p:nvPr>
            <p:ph type="sldNum" sz="quarter" idx="5"/>
          </p:nvPr>
        </p:nvSpPr>
        <p:spPr/>
        <p:txBody>
          <a:bodyPr/>
          <a:lstStyle/>
          <a:p>
            <a:fld id="{969E8D09-9492-4554-9C8F-456CB81F32A8}" type="slidenum">
              <a:rPr lang="en-US" smtClean="0"/>
              <a:t>61</a:t>
            </a:fld>
            <a:endParaRPr lang="en-US"/>
          </a:p>
        </p:txBody>
      </p:sp>
    </p:spTree>
    <p:extLst>
      <p:ext uri="{BB962C8B-B14F-4D97-AF65-F5344CB8AC3E}">
        <p14:creationId xmlns:p14="http://schemas.microsoft.com/office/powerpoint/2010/main" val="1667403459"/>
      </p:ext>
    </p:extLst>
  </p:cSld>
  <p:clrMapOvr>
    <a:masterClrMapping/>
  </p:clrMapOvr>
</p:notes>
</file>

<file path=ppt/notesSlides/notesSlide4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lgn="l" defTabSz="914400" rtl="0" eaLnBrk="0" fontAlgn="base" latinLnBrk="0" hangingPunct="0">
              <a:lnSpc>
                <a:spcPct val="100000"/>
              </a:lnSpc>
              <a:spcBef>
                <a:spcPct val="30000"/>
              </a:spcBef>
              <a:spcAft>
                <a:spcPct val="0"/>
              </a:spcAft>
              <a:buClrTx/>
              <a:buSzTx/>
              <a:buFontTx/>
              <a:buNone/>
              <a:tabLst/>
              <a:defRPr/>
            </a:pPr>
            <a:endParaRPr lang="en-US" altLang="en-US" sz="1050" dirty="0"/>
          </a:p>
        </p:txBody>
      </p:sp>
      <p:sp>
        <p:nvSpPr>
          <p:cNvPr id="4" name="Slide Number Placeholder 3"/>
          <p:cNvSpPr>
            <a:spLocks noGrp="1"/>
          </p:cNvSpPr>
          <p:nvPr>
            <p:ph type="sldNum" sz="quarter" idx="5"/>
          </p:nvPr>
        </p:nvSpPr>
        <p:spPr/>
        <p:txBody>
          <a:bodyPr/>
          <a:lstStyle/>
          <a:p>
            <a:fld id="{969E8D09-9492-4554-9C8F-456CB81F32A8}" type="slidenum">
              <a:rPr lang="en-US" smtClean="0"/>
              <a:t>62</a:t>
            </a:fld>
            <a:endParaRPr lang="en-US"/>
          </a:p>
        </p:txBody>
      </p:sp>
    </p:spTree>
    <p:extLst>
      <p:ext uri="{BB962C8B-B14F-4D97-AF65-F5344CB8AC3E}">
        <p14:creationId xmlns:p14="http://schemas.microsoft.com/office/powerpoint/2010/main" val="2809007555"/>
      </p:ext>
    </p:extLst>
  </p:cSld>
  <p:clrMapOvr>
    <a:masterClrMapping/>
  </p:clrMapOvr>
</p:notes>
</file>

<file path=ppt/notesSlides/notesSlide4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eaLnBrk="1" hangingPunct="1"/>
            <a:endParaRPr lang="en-US" altLang="en-US" sz="1050" dirty="0"/>
          </a:p>
        </p:txBody>
      </p:sp>
      <p:sp>
        <p:nvSpPr>
          <p:cNvPr id="4" name="Slide Number Placeholder 3"/>
          <p:cNvSpPr>
            <a:spLocks noGrp="1"/>
          </p:cNvSpPr>
          <p:nvPr>
            <p:ph type="sldNum" sz="quarter" idx="5"/>
          </p:nvPr>
        </p:nvSpPr>
        <p:spPr/>
        <p:txBody>
          <a:bodyPr/>
          <a:lstStyle/>
          <a:p>
            <a:fld id="{969E8D09-9492-4554-9C8F-456CB81F32A8}" type="slidenum">
              <a:rPr lang="en-US" smtClean="0"/>
              <a:t>63</a:t>
            </a:fld>
            <a:endParaRPr lang="en-US"/>
          </a:p>
        </p:txBody>
      </p:sp>
    </p:spTree>
    <p:extLst>
      <p:ext uri="{BB962C8B-B14F-4D97-AF65-F5344CB8AC3E}">
        <p14:creationId xmlns:p14="http://schemas.microsoft.com/office/powerpoint/2010/main" val="947593768"/>
      </p:ext>
    </p:extLst>
  </p:cSld>
  <p:clrMapOvr>
    <a:masterClrMapping/>
  </p:clrMapOvr>
</p:notes>
</file>

<file path=ppt/notesSlides/notesSlide4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lgn="l" defTabSz="914400" rtl="0" eaLnBrk="0" fontAlgn="base" latinLnBrk="0" hangingPunct="0">
              <a:lnSpc>
                <a:spcPct val="100000"/>
              </a:lnSpc>
              <a:spcBef>
                <a:spcPct val="30000"/>
              </a:spcBef>
              <a:spcAft>
                <a:spcPct val="0"/>
              </a:spcAft>
              <a:buClrTx/>
              <a:buSzTx/>
              <a:buFontTx/>
              <a:buNone/>
              <a:tabLst/>
              <a:defRPr/>
            </a:pPr>
            <a:endParaRPr lang="en-US" altLang="en-US" sz="1050" dirty="0"/>
          </a:p>
        </p:txBody>
      </p:sp>
      <p:sp>
        <p:nvSpPr>
          <p:cNvPr id="4" name="Slide Number Placeholder 3"/>
          <p:cNvSpPr>
            <a:spLocks noGrp="1"/>
          </p:cNvSpPr>
          <p:nvPr>
            <p:ph type="sldNum" sz="quarter" idx="5"/>
          </p:nvPr>
        </p:nvSpPr>
        <p:spPr/>
        <p:txBody>
          <a:bodyPr/>
          <a:lstStyle/>
          <a:p>
            <a:fld id="{969E8D09-9492-4554-9C8F-456CB81F32A8}" type="slidenum">
              <a:rPr lang="en-US" smtClean="0"/>
              <a:t>64</a:t>
            </a:fld>
            <a:endParaRPr lang="en-US"/>
          </a:p>
        </p:txBody>
      </p:sp>
    </p:spTree>
    <p:extLst>
      <p:ext uri="{BB962C8B-B14F-4D97-AF65-F5344CB8AC3E}">
        <p14:creationId xmlns:p14="http://schemas.microsoft.com/office/powerpoint/2010/main" val="2364503443"/>
      </p:ext>
    </p:extLst>
  </p:cSld>
  <p:clrMapOvr>
    <a:masterClrMapping/>
  </p:clrMapOvr>
</p:notes>
</file>

<file path=ppt/notesSlides/notesSlide4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eaLnBrk="1" hangingPunct="1"/>
            <a:endParaRPr lang="en-US" altLang="en-US" sz="1200" b="0" i="0" u="none" strike="noStrike" baseline="0" dirty="0">
              <a:solidFill>
                <a:srgbClr val="221E1F"/>
              </a:solidFill>
              <a:latin typeface="STIX MathJax Main"/>
            </a:endParaRPr>
          </a:p>
        </p:txBody>
      </p:sp>
      <p:sp>
        <p:nvSpPr>
          <p:cNvPr id="4" name="Slide Number Placeholder 3"/>
          <p:cNvSpPr>
            <a:spLocks noGrp="1"/>
          </p:cNvSpPr>
          <p:nvPr>
            <p:ph type="sldNum" sz="quarter" idx="5"/>
          </p:nvPr>
        </p:nvSpPr>
        <p:spPr/>
        <p:txBody>
          <a:bodyPr/>
          <a:lstStyle/>
          <a:p>
            <a:fld id="{969E8D09-9492-4554-9C8F-456CB81F32A8}" type="slidenum">
              <a:rPr lang="en-US" smtClean="0"/>
              <a:t>68</a:t>
            </a:fld>
            <a:endParaRPr lang="en-US"/>
          </a:p>
        </p:txBody>
      </p:sp>
    </p:spTree>
    <p:extLst>
      <p:ext uri="{BB962C8B-B14F-4D97-AF65-F5344CB8AC3E}">
        <p14:creationId xmlns:p14="http://schemas.microsoft.com/office/powerpoint/2010/main" val="329457306"/>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6A9517D-DA52-CE2A-3BFB-DD247BC54DCF}"/>
              </a:ext>
            </a:extLst>
          </p:cNvPr>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p>
        </p:txBody>
      </p:sp>
      <p:sp>
        <p:nvSpPr>
          <p:cNvPr id="3" name="Subtitle 2">
            <a:extLst>
              <a:ext uri="{FF2B5EF4-FFF2-40B4-BE49-F238E27FC236}">
                <a16:creationId xmlns:a16="http://schemas.microsoft.com/office/drawing/2014/main" id="{42E76D3C-7357-4B4F-B36E-EDB601AFC70B}"/>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p>
        </p:txBody>
      </p:sp>
      <p:sp>
        <p:nvSpPr>
          <p:cNvPr id="4" name="Date Placeholder 3">
            <a:extLst>
              <a:ext uri="{FF2B5EF4-FFF2-40B4-BE49-F238E27FC236}">
                <a16:creationId xmlns:a16="http://schemas.microsoft.com/office/drawing/2014/main" id="{62FA607B-85B8-2478-8965-923A702AEC55}"/>
              </a:ext>
            </a:extLst>
          </p:cNvPr>
          <p:cNvSpPr>
            <a:spLocks noGrp="1"/>
          </p:cNvSpPr>
          <p:nvPr>
            <p:ph type="dt" sz="half" idx="10"/>
          </p:nvPr>
        </p:nvSpPr>
        <p:spPr/>
        <p:txBody>
          <a:bodyPr/>
          <a:lstStyle/>
          <a:p>
            <a:endParaRPr lang="en-US"/>
          </a:p>
        </p:txBody>
      </p:sp>
      <p:sp>
        <p:nvSpPr>
          <p:cNvPr id="5" name="Footer Placeholder 4">
            <a:extLst>
              <a:ext uri="{FF2B5EF4-FFF2-40B4-BE49-F238E27FC236}">
                <a16:creationId xmlns:a16="http://schemas.microsoft.com/office/drawing/2014/main" id="{12160D6F-767C-4D15-29DF-3E9F3E9D7B5E}"/>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E3559D38-CD16-A32B-ED22-FE6C914438A1}"/>
              </a:ext>
            </a:extLst>
          </p:cNvPr>
          <p:cNvSpPr>
            <a:spLocks noGrp="1"/>
          </p:cNvSpPr>
          <p:nvPr>
            <p:ph type="sldNum" sz="quarter" idx="12"/>
          </p:nvPr>
        </p:nvSpPr>
        <p:spPr/>
        <p:txBody>
          <a:bodyPr/>
          <a:lstStyle/>
          <a:p>
            <a:fld id="{E4C8B196-E779-4281-872A-ADBCCF88CE5D}" type="slidenum">
              <a:rPr lang="en-US" smtClean="0"/>
              <a:t>‹#›</a:t>
            </a:fld>
            <a:endParaRPr lang="en-US"/>
          </a:p>
        </p:txBody>
      </p:sp>
    </p:spTree>
    <p:extLst>
      <p:ext uri="{BB962C8B-B14F-4D97-AF65-F5344CB8AC3E}">
        <p14:creationId xmlns:p14="http://schemas.microsoft.com/office/powerpoint/2010/main" val="355402026"/>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CC37D22-0677-0164-524E-FE671ADD77B3}"/>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AE784152-76B1-C8AE-8D60-512CF6AF5CFA}"/>
              </a:ext>
            </a:extLst>
          </p:cNvPr>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BC27BAFA-ECBE-7D5E-9CF6-3CD240433B00}"/>
              </a:ext>
            </a:extLst>
          </p:cNvPr>
          <p:cNvSpPr>
            <a:spLocks noGrp="1"/>
          </p:cNvSpPr>
          <p:nvPr>
            <p:ph type="dt" sz="half" idx="10"/>
          </p:nvPr>
        </p:nvSpPr>
        <p:spPr/>
        <p:txBody>
          <a:bodyPr/>
          <a:lstStyle/>
          <a:p>
            <a:endParaRPr lang="en-US"/>
          </a:p>
        </p:txBody>
      </p:sp>
      <p:sp>
        <p:nvSpPr>
          <p:cNvPr id="5" name="Footer Placeholder 4">
            <a:extLst>
              <a:ext uri="{FF2B5EF4-FFF2-40B4-BE49-F238E27FC236}">
                <a16:creationId xmlns:a16="http://schemas.microsoft.com/office/drawing/2014/main" id="{EB659171-1305-DF10-994E-D5FC156BC174}"/>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10B92C78-3932-D645-807E-15C4FE0D87E3}"/>
              </a:ext>
            </a:extLst>
          </p:cNvPr>
          <p:cNvSpPr>
            <a:spLocks noGrp="1"/>
          </p:cNvSpPr>
          <p:nvPr>
            <p:ph type="sldNum" sz="quarter" idx="12"/>
          </p:nvPr>
        </p:nvSpPr>
        <p:spPr/>
        <p:txBody>
          <a:bodyPr/>
          <a:lstStyle/>
          <a:p>
            <a:fld id="{E4C8B196-E779-4281-872A-ADBCCF88CE5D}" type="slidenum">
              <a:rPr lang="en-US" smtClean="0"/>
              <a:t>‹#›</a:t>
            </a:fld>
            <a:endParaRPr lang="en-US"/>
          </a:p>
        </p:txBody>
      </p:sp>
    </p:spTree>
    <p:extLst>
      <p:ext uri="{BB962C8B-B14F-4D97-AF65-F5344CB8AC3E}">
        <p14:creationId xmlns:p14="http://schemas.microsoft.com/office/powerpoint/2010/main" val="401651144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F7740CA-840B-1855-B4D7-0ABC45B90D36}"/>
              </a:ext>
            </a:extLst>
          </p:cNvPr>
          <p:cNvSpPr>
            <a:spLocks noGrp="1"/>
          </p:cNvSpPr>
          <p:nvPr>
            <p:ph type="title"/>
          </p:nvPr>
        </p:nvSpPr>
        <p:spPr>
          <a:xfrm>
            <a:off x="831850" y="1709738"/>
            <a:ext cx="10515600" cy="2852737"/>
          </a:xfrm>
        </p:spPr>
        <p:txBody>
          <a:bodyPr anchor="b"/>
          <a:lstStyle>
            <a:lvl1pPr>
              <a:defRPr sz="6000"/>
            </a:lvl1pPr>
          </a:lstStyle>
          <a:p>
            <a:r>
              <a:rPr lang="en-US"/>
              <a:t>Click to edit Master title style</a:t>
            </a:r>
          </a:p>
        </p:txBody>
      </p:sp>
      <p:sp>
        <p:nvSpPr>
          <p:cNvPr id="3" name="Text Placeholder 2">
            <a:extLst>
              <a:ext uri="{FF2B5EF4-FFF2-40B4-BE49-F238E27FC236}">
                <a16:creationId xmlns:a16="http://schemas.microsoft.com/office/drawing/2014/main" id="{C548D6F2-B2F3-5FB2-0C2D-FDA2A30EE0DE}"/>
              </a:ext>
            </a:extLst>
          </p:cNvPr>
          <p:cNvSpPr>
            <a:spLocks noGrp="1"/>
          </p:cNvSpPr>
          <p:nvPr>
            <p:ph type="body" idx="1"/>
          </p:nvPr>
        </p:nvSpPr>
        <p:spPr>
          <a:xfrm>
            <a:off x="831850" y="4589463"/>
            <a:ext cx="10515600" cy="1500187"/>
          </a:xfrm>
        </p:spPr>
        <p:txBody>
          <a:bodyPr/>
          <a:lstStyle>
            <a:lvl1pPr marL="0" indent="0">
              <a:buNone/>
              <a:defRPr sz="2400">
                <a:solidFill>
                  <a:schemeClr val="tx1">
                    <a:tint val="82000"/>
                  </a:schemeClr>
                </a:solidFill>
              </a:defRPr>
            </a:lvl1pPr>
            <a:lvl2pPr marL="457200" indent="0">
              <a:buNone/>
              <a:defRPr sz="2000">
                <a:solidFill>
                  <a:schemeClr val="tx1">
                    <a:tint val="82000"/>
                  </a:schemeClr>
                </a:solidFill>
              </a:defRPr>
            </a:lvl2pPr>
            <a:lvl3pPr marL="914400" indent="0">
              <a:buNone/>
              <a:defRPr sz="1800">
                <a:solidFill>
                  <a:schemeClr val="tx1">
                    <a:tint val="82000"/>
                  </a:schemeClr>
                </a:solidFill>
              </a:defRPr>
            </a:lvl3pPr>
            <a:lvl4pPr marL="1371600" indent="0">
              <a:buNone/>
              <a:defRPr sz="1600">
                <a:solidFill>
                  <a:schemeClr val="tx1">
                    <a:tint val="82000"/>
                  </a:schemeClr>
                </a:solidFill>
              </a:defRPr>
            </a:lvl4pPr>
            <a:lvl5pPr marL="1828800" indent="0">
              <a:buNone/>
              <a:defRPr sz="1600">
                <a:solidFill>
                  <a:schemeClr val="tx1">
                    <a:tint val="82000"/>
                  </a:schemeClr>
                </a:solidFill>
              </a:defRPr>
            </a:lvl5pPr>
            <a:lvl6pPr marL="2286000" indent="0">
              <a:buNone/>
              <a:defRPr sz="1600">
                <a:solidFill>
                  <a:schemeClr val="tx1">
                    <a:tint val="82000"/>
                  </a:schemeClr>
                </a:solidFill>
              </a:defRPr>
            </a:lvl6pPr>
            <a:lvl7pPr marL="2743200" indent="0">
              <a:buNone/>
              <a:defRPr sz="1600">
                <a:solidFill>
                  <a:schemeClr val="tx1">
                    <a:tint val="82000"/>
                  </a:schemeClr>
                </a:solidFill>
              </a:defRPr>
            </a:lvl7pPr>
            <a:lvl8pPr marL="3200400" indent="0">
              <a:buNone/>
              <a:defRPr sz="1600">
                <a:solidFill>
                  <a:schemeClr val="tx1">
                    <a:tint val="82000"/>
                  </a:schemeClr>
                </a:solidFill>
              </a:defRPr>
            </a:lvl8pPr>
            <a:lvl9pPr marL="3657600" indent="0">
              <a:buNone/>
              <a:defRPr sz="1600">
                <a:solidFill>
                  <a:schemeClr val="tx1">
                    <a:tint val="82000"/>
                  </a:schemeClr>
                </a:solidFill>
              </a:defRPr>
            </a:lvl9pPr>
          </a:lstStyle>
          <a:p>
            <a:pPr lvl="0"/>
            <a:r>
              <a:rPr lang="en-US"/>
              <a:t>Click to edit Master text styles</a:t>
            </a:r>
          </a:p>
        </p:txBody>
      </p:sp>
      <p:sp>
        <p:nvSpPr>
          <p:cNvPr id="4" name="Date Placeholder 3">
            <a:extLst>
              <a:ext uri="{FF2B5EF4-FFF2-40B4-BE49-F238E27FC236}">
                <a16:creationId xmlns:a16="http://schemas.microsoft.com/office/drawing/2014/main" id="{115AAF69-341F-EEF1-8CF5-8B4139AB984E}"/>
              </a:ext>
            </a:extLst>
          </p:cNvPr>
          <p:cNvSpPr>
            <a:spLocks noGrp="1"/>
          </p:cNvSpPr>
          <p:nvPr>
            <p:ph type="dt" sz="half" idx="10"/>
          </p:nvPr>
        </p:nvSpPr>
        <p:spPr/>
        <p:txBody>
          <a:bodyPr/>
          <a:lstStyle/>
          <a:p>
            <a:endParaRPr lang="en-US"/>
          </a:p>
        </p:txBody>
      </p:sp>
      <p:sp>
        <p:nvSpPr>
          <p:cNvPr id="5" name="Footer Placeholder 4">
            <a:extLst>
              <a:ext uri="{FF2B5EF4-FFF2-40B4-BE49-F238E27FC236}">
                <a16:creationId xmlns:a16="http://schemas.microsoft.com/office/drawing/2014/main" id="{DEC711E7-6C14-46B3-AF9F-2DE17F165824}"/>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63B0759A-1545-84D5-624B-3098C8A48D70}"/>
              </a:ext>
            </a:extLst>
          </p:cNvPr>
          <p:cNvSpPr>
            <a:spLocks noGrp="1"/>
          </p:cNvSpPr>
          <p:nvPr>
            <p:ph type="sldNum" sz="quarter" idx="12"/>
          </p:nvPr>
        </p:nvSpPr>
        <p:spPr/>
        <p:txBody>
          <a:bodyPr/>
          <a:lstStyle/>
          <a:p>
            <a:fld id="{E4C8B196-E779-4281-872A-ADBCCF88CE5D}" type="slidenum">
              <a:rPr lang="en-US" smtClean="0"/>
              <a:t>‹#›</a:t>
            </a:fld>
            <a:endParaRPr lang="en-US"/>
          </a:p>
        </p:txBody>
      </p:sp>
    </p:spTree>
    <p:extLst>
      <p:ext uri="{BB962C8B-B14F-4D97-AF65-F5344CB8AC3E}">
        <p14:creationId xmlns:p14="http://schemas.microsoft.com/office/powerpoint/2010/main" val="2027506721"/>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0563DC5-06AD-03AF-6C2F-FA408881A7E5}"/>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B0E90C8D-2D1E-1A7D-BB5F-52EE93CB25EA}"/>
              </a:ext>
            </a:extLst>
          </p:cNvPr>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a:extLst>
              <a:ext uri="{FF2B5EF4-FFF2-40B4-BE49-F238E27FC236}">
                <a16:creationId xmlns:a16="http://schemas.microsoft.com/office/drawing/2014/main" id="{72EB08DC-9C08-8460-8517-75BEBC5BF751}"/>
              </a:ext>
            </a:extLst>
          </p:cNvPr>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a:extLst>
              <a:ext uri="{FF2B5EF4-FFF2-40B4-BE49-F238E27FC236}">
                <a16:creationId xmlns:a16="http://schemas.microsoft.com/office/drawing/2014/main" id="{30C86CFF-0703-F232-3BDD-E6321FE183EB}"/>
              </a:ext>
            </a:extLst>
          </p:cNvPr>
          <p:cNvSpPr>
            <a:spLocks noGrp="1"/>
          </p:cNvSpPr>
          <p:nvPr>
            <p:ph type="dt" sz="half" idx="10"/>
          </p:nvPr>
        </p:nvSpPr>
        <p:spPr/>
        <p:txBody>
          <a:bodyPr/>
          <a:lstStyle/>
          <a:p>
            <a:endParaRPr lang="en-US"/>
          </a:p>
        </p:txBody>
      </p:sp>
      <p:sp>
        <p:nvSpPr>
          <p:cNvPr id="6" name="Footer Placeholder 5">
            <a:extLst>
              <a:ext uri="{FF2B5EF4-FFF2-40B4-BE49-F238E27FC236}">
                <a16:creationId xmlns:a16="http://schemas.microsoft.com/office/drawing/2014/main" id="{6C050E5F-2943-9E25-84C0-A6C1578AC0F4}"/>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00F863BC-7B9D-E336-767B-B3B40544A558}"/>
              </a:ext>
            </a:extLst>
          </p:cNvPr>
          <p:cNvSpPr>
            <a:spLocks noGrp="1"/>
          </p:cNvSpPr>
          <p:nvPr>
            <p:ph type="sldNum" sz="quarter" idx="12"/>
          </p:nvPr>
        </p:nvSpPr>
        <p:spPr/>
        <p:txBody>
          <a:bodyPr/>
          <a:lstStyle/>
          <a:p>
            <a:fld id="{E4C8B196-E779-4281-872A-ADBCCF88CE5D}" type="slidenum">
              <a:rPr lang="en-US" smtClean="0"/>
              <a:t>‹#›</a:t>
            </a:fld>
            <a:endParaRPr lang="en-US"/>
          </a:p>
        </p:txBody>
      </p:sp>
    </p:spTree>
    <p:extLst>
      <p:ext uri="{BB962C8B-B14F-4D97-AF65-F5344CB8AC3E}">
        <p14:creationId xmlns:p14="http://schemas.microsoft.com/office/powerpoint/2010/main" val="2170528189"/>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EB9E2B4-5BF6-75EC-DA16-78CECDC4FC00}"/>
              </a:ext>
            </a:extLst>
          </p:cNvPr>
          <p:cNvSpPr>
            <a:spLocks noGrp="1"/>
          </p:cNvSpPr>
          <p:nvPr>
            <p:ph type="title"/>
          </p:nvPr>
        </p:nvSpPr>
        <p:spPr>
          <a:xfrm>
            <a:off x="839788" y="365125"/>
            <a:ext cx="10515600" cy="1325563"/>
          </a:xfrm>
        </p:spPr>
        <p:txBody>
          <a:bodyPr/>
          <a:lstStyle/>
          <a:p>
            <a:r>
              <a:rPr lang="en-US"/>
              <a:t>Click to edit Master title style</a:t>
            </a:r>
          </a:p>
        </p:txBody>
      </p:sp>
      <p:sp>
        <p:nvSpPr>
          <p:cNvPr id="3" name="Text Placeholder 2">
            <a:extLst>
              <a:ext uri="{FF2B5EF4-FFF2-40B4-BE49-F238E27FC236}">
                <a16:creationId xmlns:a16="http://schemas.microsoft.com/office/drawing/2014/main" id="{2C37E64E-E7AF-56CB-4214-021E5FFE90A9}"/>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a:extLst>
              <a:ext uri="{FF2B5EF4-FFF2-40B4-BE49-F238E27FC236}">
                <a16:creationId xmlns:a16="http://schemas.microsoft.com/office/drawing/2014/main" id="{14550A9B-B6C2-643E-7690-CD0D49EDDB42}"/>
              </a:ext>
            </a:extLst>
          </p:cNvPr>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a:extLst>
              <a:ext uri="{FF2B5EF4-FFF2-40B4-BE49-F238E27FC236}">
                <a16:creationId xmlns:a16="http://schemas.microsoft.com/office/drawing/2014/main" id="{20835BFA-F294-87B5-ECD3-6837D12BB5D3}"/>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a:extLst>
              <a:ext uri="{FF2B5EF4-FFF2-40B4-BE49-F238E27FC236}">
                <a16:creationId xmlns:a16="http://schemas.microsoft.com/office/drawing/2014/main" id="{977387D3-D19B-BFBE-1968-B7855A301E82}"/>
              </a:ext>
            </a:extLst>
          </p:cNvPr>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a:extLst>
              <a:ext uri="{FF2B5EF4-FFF2-40B4-BE49-F238E27FC236}">
                <a16:creationId xmlns:a16="http://schemas.microsoft.com/office/drawing/2014/main" id="{B04B151A-5EF7-16A4-193F-8150B19E6A7D}"/>
              </a:ext>
            </a:extLst>
          </p:cNvPr>
          <p:cNvSpPr>
            <a:spLocks noGrp="1"/>
          </p:cNvSpPr>
          <p:nvPr>
            <p:ph type="dt" sz="half" idx="10"/>
          </p:nvPr>
        </p:nvSpPr>
        <p:spPr/>
        <p:txBody>
          <a:bodyPr/>
          <a:lstStyle/>
          <a:p>
            <a:endParaRPr lang="en-US"/>
          </a:p>
        </p:txBody>
      </p:sp>
      <p:sp>
        <p:nvSpPr>
          <p:cNvPr id="8" name="Footer Placeholder 7">
            <a:extLst>
              <a:ext uri="{FF2B5EF4-FFF2-40B4-BE49-F238E27FC236}">
                <a16:creationId xmlns:a16="http://schemas.microsoft.com/office/drawing/2014/main" id="{5AEF5B53-853B-C23F-9339-B568556B9B05}"/>
              </a:ext>
            </a:extLst>
          </p:cNvPr>
          <p:cNvSpPr>
            <a:spLocks noGrp="1"/>
          </p:cNvSpPr>
          <p:nvPr>
            <p:ph type="ftr" sz="quarter" idx="11"/>
          </p:nvPr>
        </p:nvSpPr>
        <p:spPr/>
        <p:txBody>
          <a:bodyPr/>
          <a:lstStyle/>
          <a:p>
            <a:endParaRPr lang="en-US"/>
          </a:p>
        </p:txBody>
      </p:sp>
      <p:sp>
        <p:nvSpPr>
          <p:cNvPr id="9" name="Slide Number Placeholder 8">
            <a:extLst>
              <a:ext uri="{FF2B5EF4-FFF2-40B4-BE49-F238E27FC236}">
                <a16:creationId xmlns:a16="http://schemas.microsoft.com/office/drawing/2014/main" id="{B4D302C0-76D4-B5A9-5A60-CB53E52EBB08}"/>
              </a:ext>
            </a:extLst>
          </p:cNvPr>
          <p:cNvSpPr>
            <a:spLocks noGrp="1"/>
          </p:cNvSpPr>
          <p:nvPr>
            <p:ph type="sldNum" sz="quarter" idx="12"/>
          </p:nvPr>
        </p:nvSpPr>
        <p:spPr/>
        <p:txBody>
          <a:bodyPr/>
          <a:lstStyle/>
          <a:p>
            <a:fld id="{E4C8B196-E779-4281-872A-ADBCCF88CE5D}" type="slidenum">
              <a:rPr lang="en-US" smtClean="0"/>
              <a:t>‹#›</a:t>
            </a:fld>
            <a:endParaRPr lang="en-US"/>
          </a:p>
        </p:txBody>
      </p:sp>
    </p:spTree>
    <p:extLst>
      <p:ext uri="{BB962C8B-B14F-4D97-AF65-F5344CB8AC3E}">
        <p14:creationId xmlns:p14="http://schemas.microsoft.com/office/powerpoint/2010/main" val="2567763289"/>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2921573-6C62-D3B2-4EE3-3FA38832C6DF}"/>
              </a:ext>
            </a:extLst>
          </p:cNvPr>
          <p:cNvSpPr>
            <a:spLocks noGrp="1"/>
          </p:cNvSpPr>
          <p:nvPr>
            <p:ph type="title"/>
          </p:nvPr>
        </p:nvSpPr>
        <p:spPr/>
        <p:txBody>
          <a:bodyPr/>
          <a:lstStyle/>
          <a:p>
            <a:r>
              <a:rPr lang="en-US"/>
              <a:t>Click to edit Master title style</a:t>
            </a:r>
          </a:p>
        </p:txBody>
      </p:sp>
      <p:sp>
        <p:nvSpPr>
          <p:cNvPr id="3" name="Date Placeholder 2">
            <a:extLst>
              <a:ext uri="{FF2B5EF4-FFF2-40B4-BE49-F238E27FC236}">
                <a16:creationId xmlns:a16="http://schemas.microsoft.com/office/drawing/2014/main" id="{7BC64681-38BC-FDC4-00C1-372F67BCB4E3}"/>
              </a:ext>
            </a:extLst>
          </p:cNvPr>
          <p:cNvSpPr>
            <a:spLocks noGrp="1"/>
          </p:cNvSpPr>
          <p:nvPr>
            <p:ph type="dt" sz="half" idx="10"/>
          </p:nvPr>
        </p:nvSpPr>
        <p:spPr/>
        <p:txBody>
          <a:bodyPr/>
          <a:lstStyle/>
          <a:p>
            <a:endParaRPr lang="en-US"/>
          </a:p>
        </p:txBody>
      </p:sp>
      <p:sp>
        <p:nvSpPr>
          <p:cNvPr id="4" name="Footer Placeholder 3">
            <a:extLst>
              <a:ext uri="{FF2B5EF4-FFF2-40B4-BE49-F238E27FC236}">
                <a16:creationId xmlns:a16="http://schemas.microsoft.com/office/drawing/2014/main" id="{9DCE22CF-9FE9-9488-7AE1-8E8F0985BDC5}"/>
              </a:ext>
            </a:extLst>
          </p:cNvPr>
          <p:cNvSpPr>
            <a:spLocks noGrp="1"/>
          </p:cNvSpPr>
          <p:nvPr>
            <p:ph type="ftr" sz="quarter" idx="11"/>
          </p:nvPr>
        </p:nvSpPr>
        <p:spPr/>
        <p:txBody>
          <a:bodyPr/>
          <a:lstStyle/>
          <a:p>
            <a:endParaRPr lang="en-US"/>
          </a:p>
        </p:txBody>
      </p:sp>
      <p:sp>
        <p:nvSpPr>
          <p:cNvPr id="5" name="Slide Number Placeholder 4">
            <a:extLst>
              <a:ext uri="{FF2B5EF4-FFF2-40B4-BE49-F238E27FC236}">
                <a16:creationId xmlns:a16="http://schemas.microsoft.com/office/drawing/2014/main" id="{6D6454D1-6704-C10F-949C-27A5A747AF6E}"/>
              </a:ext>
            </a:extLst>
          </p:cNvPr>
          <p:cNvSpPr>
            <a:spLocks noGrp="1"/>
          </p:cNvSpPr>
          <p:nvPr>
            <p:ph type="sldNum" sz="quarter" idx="12"/>
          </p:nvPr>
        </p:nvSpPr>
        <p:spPr/>
        <p:txBody>
          <a:bodyPr/>
          <a:lstStyle/>
          <a:p>
            <a:fld id="{E4C8B196-E779-4281-872A-ADBCCF88CE5D}" type="slidenum">
              <a:rPr lang="en-US" smtClean="0"/>
              <a:t>‹#›</a:t>
            </a:fld>
            <a:endParaRPr lang="en-US"/>
          </a:p>
        </p:txBody>
      </p:sp>
    </p:spTree>
    <p:extLst>
      <p:ext uri="{BB962C8B-B14F-4D97-AF65-F5344CB8AC3E}">
        <p14:creationId xmlns:p14="http://schemas.microsoft.com/office/powerpoint/2010/main" val="2934170638"/>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2CE595F5-1395-2EBF-0965-E8EE1A3D09E8}"/>
              </a:ext>
            </a:extLst>
          </p:cNvPr>
          <p:cNvSpPr>
            <a:spLocks noGrp="1"/>
          </p:cNvSpPr>
          <p:nvPr>
            <p:ph type="dt" sz="half" idx="10"/>
          </p:nvPr>
        </p:nvSpPr>
        <p:spPr/>
        <p:txBody>
          <a:bodyPr/>
          <a:lstStyle/>
          <a:p>
            <a:endParaRPr lang="en-US"/>
          </a:p>
        </p:txBody>
      </p:sp>
      <p:sp>
        <p:nvSpPr>
          <p:cNvPr id="3" name="Footer Placeholder 2">
            <a:extLst>
              <a:ext uri="{FF2B5EF4-FFF2-40B4-BE49-F238E27FC236}">
                <a16:creationId xmlns:a16="http://schemas.microsoft.com/office/drawing/2014/main" id="{EDFE029C-5D47-0DC6-3F31-C8CEBE0CA9B4}"/>
              </a:ext>
            </a:extLst>
          </p:cNvPr>
          <p:cNvSpPr>
            <a:spLocks noGrp="1"/>
          </p:cNvSpPr>
          <p:nvPr>
            <p:ph type="ftr" sz="quarter" idx="11"/>
          </p:nvPr>
        </p:nvSpPr>
        <p:spPr/>
        <p:txBody>
          <a:bodyPr/>
          <a:lstStyle/>
          <a:p>
            <a:endParaRPr lang="en-US"/>
          </a:p>
        </p:txBody>
      </p:sp>
      <p:sp>
        <p:nvSpPr>
          <p:cNvPr id="4" name="Slide Number Placeholder 3">
            <a:extLst>
              <a:ext uri="{FF2B5EF4-FFF2-40B4-BE49-F238E27FC236}">
                <a16:creationId xmlns:a16="http://schemas.microsoft.com/office/drawing/2014/main" id="{BC5AA8E2-0869-9BEB-BBD0-C7A0AC460880}"/>
              </a:ext>
            </a:extLst>
          </p:cNvPr>
          <p:cNvSpPr>
            <a:spLocks noGrp="1"/>
          </p:cNvSpPr>
          <p:nvPr>
            <p:ph type="sldNum" sz="quarter" idx="12"/>
          </p:nvPr>
        </p:nvSpPr>
        <p:spPr/>
        <p:txBody>
          <a:bodyPr/>
          <a:lstStyle/>
          <a:p>
            <a:fld id="{E4C8B196-E779-4281-872A-ADBCCF88CE5D}" type="slidenum">
              <a:rPr lang="en-US" smtClean="0"/>
              <a:t>‹#›</a:t>
            </a:fld>
            <a:endParaRPr lang="en-US"/>
          </a:p>
        </p:txBody>
      </p:sp>
    </p:spTree>
    <p:extLst>
      <p:ext uri="{BB962C8B-B14F-4D97-AF65-F5344CB8AC3E}">
        <p14:creationId xmlns:p14="http://schemas.microsoft.com/office/powerpoint/2010/main" val="1818963400"/>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F60D19F-E3FC-F1BC-A73C-638C4CC5A913}"/>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Content Placeholder 2">
            <a:extLst>
              <a:ext uri="{FF2B5EF4-FFF2-40B4-BE49-F238E27FC236}">
                <a16:creationId xmlns:a16="http://schemas.microsoft.com/office/drawing/2014/main" id="{276B0AB7-396E-D8E4-1B39-CDDB079D2954}"/>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a:extLst>
              <a:ext uri="{FF2B5EF4-FFF2-40B4-BE49-F238E27FC236}">
                <a16:creationId xmlns:a16="http://schemas.microsoft.com/office/drawing/2014/main" id="{72FE502A-0C2E-63F8-DD2E-1E5D76C7F535}"/>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ACD4BD4A-1FC6-A26E-78C6-61A17D547B67}"/>
              </a:ext>
            </a:extLst>
          </p:cNvPr>
          <p:cNvSpPr>
            <a:spLocks noGrp="1"/>
          </p:cNvSpPr>
          <p:nvPr>
            <p:ph type="dt" sz="half" idx="10"/>
          </p:nvPr>
        </p:nvSpPr>
        <p:spPr/>
        <p:txBody>
          <a:bodyPr/>
          <a:lstStyle/>
          <a:p>
            <a:endParaRPr lang="en-US"/>
          </a:p>
        </p:txBody>
      </p:sp>
      <p:sp>
        <p:nvSpPr>
          <p:cNvPr id="6" name="Footer Placeholder 5">
            <a:extLst>
              <a:ext uri="{FF2B5EF4-FFF2-40B4-BE49-F238E27FC236}">
                <a16:creationId xmlns:a16="http://schemas.microsoft.com/office/drawing/2014/main" id="{B16C7608-E190-9433-B4F6-70C7DF8FB86E}"/>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5E1C2677-AAD1-7F5D-473F-9C1791CBA0F8}"/>
              </a:ext>
            </a:extLst>
          </p:cNvPr>
          <p:cNvSpPr>
            <a:spLocks noGrp="1"/>
          </p:cNvSpPr>
          <p:nvPr>
            <p:ph type="sldNum" sz="quarter" idx="12"/>
          </p:nvPr>
        </p:nvSpPr>
        <p:spPr/>
        <p:txBody>
          <a:bodyPr/>
          <a:lstStyle/>
          <a:p>
            <a:fld id="{E4C8B196-E779-4281-872A-ADBCCF88CE5D}" type="slidenum">
              <a:rPr lang="en-US" smtClean="0"/>
              <a:t>‹#›</a:t>
            </a:fld>
            <a:endParaRPr lang="en-US"/>
          </a:p>
        </p:txBody>
      </p:sp>
    </p:spTree>
    <p:extLst>
      <p:ext uri="{BB962C8B-B14F-4D97-AF65-F5344CB8AC3E}">
        <p14:creationId xmlns:p14="http://schemas.microsoft.com/office/powerpoint/2010/main" val="1295477108"/>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50ABDC3-F792-C99D-F3EA-9BBB2BA12089}"/>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Picture Placeholder 2">
            <a:extLst>
              <a:ext uri="{FF2B5EF4-FFF2-40B4-BE49-F238E27FC236}">
                <a16:creationId xmlns:a16="http://schemas.microsoft.com/office/drawing/2014/main" id="{3C1CFA52-7035-B014-4512-24C5B6F51642}"/>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a:extLst>
              <a:ext uri="{FF2B5EF4-FFF2-40B4-BE49-F238E27FC236}">
                <a16:creationId xmlns:a16="http://schemas.microsoft.com/office/drawing/2014/main" id="{E2829297-310C-8297-44E5-1A24CABB3EC7}"/>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EAE255C5-6014-ECDF-61FE-9C602BE1C726}"/>
              </a:ext>
            </a:extLst>
          </p:cNvPr>
          <p:cNvSpPr>
            <a:spLocks noGrp="1"/>
          </p:cNvSpPr>
          <p:nvPr>
            <p:ph type="dt" sz="half" idx="10"/>
          </p:nvPr>
        </p:nvSpPr>
        <p:spPr/>
        <p:txBody>
          <a:bodyPr/>
          <a:lstStyle/>
          <a:p>
            <a:endParaRPr lang="en-US"/>
          </a:p>
        </p:txBody>
      </p:sp>
      <p:sp>
        <p:nvSpPr>
          <p:cNvPr id="6" name="Footer Placeholder 5">
            <a:extLst>
              <a:ext uri="{FF2B5EF4-FFF2-40B4-BE49-F238E27FC236}">
                <a16:creationId xmlns:a16="http://schemas.microsoft.com/office/drawing/2014/main" id="{04A2B781-F379-82E8-11A5-1144AF3FB268}"/>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A36E2AED-8FBE-3DCC-4AAF-1CF2AF4944DC}"/>
              </a:ext>
            </a:extLst>
          </p:cNvPr>
          <p:cNvSpPr>
            <a:spLocks noGrp="1"/>
          </p:cNvSpPr>
          <p:nvPr>
            <p:ph type="sldNum" sz="quarter" idx="12"/>
          </p:nvPr>
        </p:nvSpPr>
        <p:spPr/>
        <p:txBody>
          <a:bodyPr/>
          <a:lstStyle/>
          <a:p>
            <a:fld id="{E4C8B196-E779-4281-872A-ADBCCF88CE5D}" type="slidenum">
              <a:rPr lang="en-US" smtClean="0"/>
              <a:t>‹#›</a:t>
            </a:fld>
            <a:endParaRPr lang="en-US"/>
          </a:p>
        </p:txBody>
      </p:sp>
    </p:spTree>
    <p:extLst>
      <p:ext uri="{BB962C8B-B14F-4D97-AF65-F5344CB8AC3E}">
        <p14:creationId xmlns:p14="http://schemas.microsoft.com/office/powerpoint/2010/main" val="358504807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C40583C-8050-FE62-AF27-3ADFE7C3933A}"/>
              </a:ext>
            </a:extLst>
          </p:cNvPr>
          <p:cNvSpPr>
            <a:spLocks noGrp="1"/>
          </p:cNvSpPr>
          <p:nvPr>
            <p:ph type="title"/>
          </p:nvPr>
        </p:nvSpPr>
        <p:spPr/>
        <p:txBody>
          <a:bodyPr/>
          <a:lstStyle/>
          <a:p>
            <a:r>
              <a:rPr lang="en-US"/>
              <a:t>Click to edit Master title style</a:t>
            </a:r>
          </a:p>
        </p:txBody>
      </p:sp>
      <p:sp>
        <p:nvSpPr>
          <p:cNvPr id="3" name="Vertical Text Placeholder 2">
            <a:extLst>
              <a:ext uri="{FF2B5EF4-FFF2-40B4-BE49-F238E27FC236}">
                <a16:creationId xmlns:a16="http://schemas.microsoft.com/office/drawing/2014/main" id="{B23C5BB8-4358-3ACA-4998-1CEAEDC3BB37}"/>
              </a:ext>
            </a:extLst>
          </p:cNvPr>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53DCDDF7-9941-2CE1-835A-2BD3E9799B35}"/>
              </a:ext>
            </a:extLst>
          </p:cNvPr>
          <p:cNvSpPr>
            <a:spLocks noGrp="1"/>
          </p:cNvSpPr>
          <p:nvPr>
            <p:ph type="dt" sz="half" idx="10"/>
          </p:nvPr>
        </p:nvSpPr>
        <p:spPr/>
        <p:txBody>
          <a:bodyPr/>
          <a:lstStyle/>
          <a:p>
            <a:endParaRPr lang="en-US"/>
          </a:p>
        </p:txBody>
      </p:sp>
      <p:sp>
        <p:nvSpPr>
          <p:cNvPr id="5" name="Footer Placeholder 4">
            <a:extLst>
              <a:ext uri="{FF2B5EF4-FFF2-40B4-BE49-F238E27FC236}">
                <a16:creationId xmlns:a16="http://schemas.microsoft.com/office/drawing/2014/main" id="{0045C10A-B54B-6926-28D9-0754EDC55675}"/>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09E2A6C8-6002-511D-89A7-3A197C752785}"/>
              </a:ext>
            </a:extLst>
          </p:cNvPr>
          <p:cNvSpPr>
            <a:spLocks noGrp="1"/>
          </p:cNvSpPr>
          <p:nvPr>
            <p:ph type="sldNum" sz="quarter" idx="12"/>
          </p:nvPr>
        </p:nvSpPr>
        <p:spPr/>
        <p:txBody>
          <a:bodyPr/>
          <a:lstStyle/>
          <a:p>
            <a:fld id="{E4C8B196-E779-4281-872A-ADBCCF88CE5D}" type="slidenum">
              <a:rPr lang="en-US" smtClean="0"/>
              <a:t>‹#›</a:t>
            </a:fld>
            <a:endParaRPr lang="en-US"/>
          </a:p>
        </p:txBody>
      </p:sp>
    </p:spTree>
    <p:extLst>
      <p:ext uri="{BB962C8B-B14F-4D97-AF65-F5344CB8AC3E}">
        <p14:creationId xmlns:p14="http://schemas.microsoft.com/office/powerpoint/2010/main" val="142516775"/>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E8CD761B-B7C8-D12E-9DE9-DF82689893B7}"/>
              </a:ext>
            </a:extLst>
          </p:cNvPr>
          <p:cNvSpPr>
            <a:spLocks noGrp="1"/>
          </p:cNvSpPr>
          <p:nvPr>
            <p:ph type="title" orient="vert"/>
          </p:nvPr>
        </p:nvSpPr>
        <p:spPr>
          <a:xfrm>
            <a:off x="8724900" y="365125"/>
            <a:ext cx="2628900" cy="5811838"/>
          </a:xfrm>
        </p:spPr>
        <p:txBody>
          <a:bodyPr vert="eaVert"/>
          <a:lstStyle/>
          <a:p>
            <a:r>
              <a:rPr lang="en-US"/>
              <a:t>Click to edit Master title style</a:t>
            </a:r>
          </a:p>
        </p:txBody>
      </p:sp>
      <p:sp>
        <p:nvSpPr>
          <p:cNvPr id="3" name="Vertical Text Placeholder 2">
            <a:extLst>
              <a:ext uri="{FF2B5EF4-FFF2-40B4-BE49-F238E27FC236}">
                <a16:creationId xmlns:a16="http://schemas.microsoft.com/office/drawing/2014/main" id="{9A474A83-C3E8-E376-6C46-459203176862}"/>
              </a:ext>
            </a:extLst>
          </p:cNvPr>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9FCC66D5-24FC-5958-B513-1D5DF8942E7A}"/>
              </a:ext>
            </a:extLst>
          </p:cNvPr>
          <p:cNvSpPr>
            <a:spLocks noGrp="1"/>
          </p:cNvSpPr>
          <p:nvPr>
            <p:ph type="dt" sz="half" idx="10"/>
          </p:nvPr>
        </p:nvSpPr>
        <p:spPr/>
        <p:txBody>
          <a:bodyPr/>
          <a:lstStyle/>
          <a:p>
            <a:endParaRPr lang="en-US"/>
          </a:p>
        </p:txBody>
      </p:sp>
      <p:sp>
        <p:nvSpPr>
          <p:cNvPr id="5" name="Footer Placeholder 4">
            <a:extLst>
              <a:ext uri="{FF2B5EF4-FFF2-40B4-BE49-F238E27FC236}">
                <a16:creationId xmlns:a16="http://schemas.microsoft.com/office/drawing/2014/main" id="{7CB49DDA-C354-D054-056F-245C8D7596EE}"/>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8595DEC3-D7D2-5348-9CA7-945A0F985BF5}"/>
              </a:ext>
            </a:extLst>
          </p:cNvPr>
          <p:cNvSpPr>
            <a:spLocks noGrp="1"/>
          </p:cNvSpPr>
          <p:nvPr>
            <p:ph type="sldNum" sz="quarter" idx="12"/>
          </p:nvPr>
        </p:nvSpPr>
        <p:spPr/>
        <p:txBody>
          <a:bodyPr/>
          <a:lstStyle/>
          <a:p>
            <a:fld id="{E4C8B196-E779-4281-872A-ADBCCF88CE5D}" type="slidenum">
              <a:rPr lang="en-US" smtClean="0"/>
              <a:t>‹#›</a:t>
            </a:fld>
            <a:endParaRPr lang="en-US"/>
          </a:p>
        </p:txBody>
      </p:sp>
    </p:spTree>
    <p:extLst>
      <p:ext uri="{BB962C8B-B14F-4D97-AF65-F5344CB8AC3E}">
        <p14:creationId xmlns:p14="http://schemas.microsoft.com/office/powerpoint/2010/main" val="3449426634"/>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userDrawn="1">
  <p:cSld name="One Main Placeholder">
    <p:spTree>
      <p:nvGrpSpPr>
        <p:cNvPr id="1" name=""/>
        <p:cNvGrpSpPr/>
        <p:nvPr/>
      </p:nvGrpSpPr>
      <p:grpSpPr>
        <a:xfrm>
          <a:off x="0" y="0"/>
          <a:ext cx="0" cy="0"/>
          <a:chOff x="0" y="0"/>
          <a:chExt cx="0" cy="0"/>
        </a:xfrm>
      </p:grpSpPr>
      <p:sp>
        <p:nvSpPr>
          <p:cNvPr id="2" name="Slide Title">
            <a:extLst>
              <a:ext uri="{FF2B5EF4-FFF2-40B4-BE49-F238E27FC236}">
                <a16:creationId xmlns:a16="http://schemas.microsoft.com/office/drawing/2014/main" id="{A4407840-F6A4-4638-BB2F-9FBAA1A81461}"/>
              </a:ext>
            </a:extLst>
          </p:cNvPr>
          <p:cNvSpPr>
            <a:spLocks noGrp="1"/>
          </p:cNvSpPr>
          <p:nvPr>
            <p:ph type="title" hasCustomPrompt="1"/>
          </p:nvPr>
        </p:nvSpPr>
        <p:spPr>
          <a:xfrm>
            <a:off x="457200" y="192491"/>
            <a:ext cx="11277600" cy="903231"/>
          </a:xfrm>
          <a:prstGeom prst="rect">
            <a:avLst/>
          </a:prstGeom>
        </p:spPr>
        <p:txBody>
          <a:bodyPr anchor="ctr">
            <a:normAutofit/>
          </a:bodyPr>
          <a:lstStyle>
            <a:lvl1pPr>
              <a:defRPr sz="3600"/>
            </a:lvl1pPr>
          </a:lstStyle>
          <a:p>
            <a:r>
              <a:rPr lang="en-US" dirty="0"/>
              <a:t>Slide Title</a:t>
            </a:r>
          </a:p>
        </p:txBody>
      </p:sp>
      <p:sp>
        <p:nvSpPr>
          <p:cNvPr id="5" name="Content Placeholder 1">
            <a:extLst>
              <a:ext uri="{FF2B5EF4-FFF2-40B4-BE49-F238E27FC236}">
                <a16:creationId xmlns:a16="http://schemas.microsoft.com/office/drawing/2014/main" id="{D13536C2-DC17-4031-9948-17E37EF99112}"/>
              </a:ext>
            </a:extLst>
          </p:cNvPr>
          <p:cNvSpPr>
            <a:spLocks noGrp="1"/>
          </p:cNvSpPr>
          <p:nvPr>
            <p:ph sz="quarter" idx="11" hasCustomPrompt="1"/>
          </p:nvPr>
        </p:nvSpPr>
        <p:spPr>
          <a:xfrm>
            <a:off x="457200" y="1276710"/>
            <a:ext cx="11277600" cy="4971691"/>
          </a:xfrm>
          <a:prstGeom prst="rect">
            <a:avLst/>
          </a:prstGeom>
        </p:spPr>
        <p:txBody>
          <a:bodyPr>
            <a:noAutofit/>
          </a:bodyPr>
          <a:lstStyle>
            <a:lvl1pPr>
              <a:spcBef>
                <a:spcPts val="1000"/>
              </a:spcBef>
              <a:spcAft>
                <a:spcPts val="0"/>
              </a:spcAft>
              <a:defRPr/>
            </a:lvl1pPr>
            <a:lvl2pPr marL="292608" indent="-292608">
              <a:spcBef>
                <a:spcPts val="1000"/>
              </a:spcBef>
              <a:spcAft>
                <a:spcPts val="0"/>
              </a:spcAft>
              <a:defRPr/>
            </a:lvl2pPr>
          </a:lstStyle>
          <a:p>
            <a:pPr lvl="0"/>
            <a:r>
              <a:rPr lang="en-US" dirty="0"/>
              <a:t>Slide Content</a:t>
            </a:r>
          </a:p>
          <a:p>
            <a:pPr lvl="1"/>
            <a:r>
              <a:rPr lang="en-US" dirty="0"/>
              <a:t>Second level</a:t>
            </a:r>
          </a:p>
          <a:p>
            <a:pPr lvl="2"/>
            <a:r>
              <a:rPr lang="en-US" dirty="0"/>
              <a:t>Third level</a:t>
            </a:r>
          </a:p>
        </p:txBody>
      </p:sp>
      <p:sp>
        <p:nvSpPr>
          <p:cNvPr id="7" name="Appendix Link">
            <a:extLst>
              <a:ext uri="{FF2B5EF4-FFF2-40B4-BE49-F238E27FC236}">
                <a16:creationId xmlns:a16="http://schemas.microsoft.com/office/drawing/2014/main" id="{24E3FC7A-8095-4466-BF43-4B6D04A5D884}"/>
              </a:ext>
            </a:extLst>
          </p:cNvPr>
          <p:cNvSpPr>
            <a:spLocks noGrp="1"/>
          </p:cNvSpPr>
          <p:nvPr>
            <p:ph type="body" sz="quarter" idx="12" hasCustomPrompt="1"/>
          </p:nvPr>
        </p:nvSpPr>
        <p:spPr>
          <a:xfrm>
            <a:off x="4492463" y="6324600"/>
            <a:ext cx="3207076" cy="190500"/>
          </a:xfrm>
        </p:spPr>
        <p:txBody>
          <a:bodyPr anchor="b">
            <a:noAutofit/>
          </a:bodyPr>
          <a:lstStyle>
            <a:lvl1pPr algn="ctr">
              <a:defRPr sz="900"/>
            </a:lvl1pPr>
          </a:lstStyle>
          <a:p>
            <a:pPr lvl="0"/>
            <a:r>
              <a:rPr lang="en-US" dirty="0"/>
              <a:t>Add text alternative link, if needed.</a:t>
            </a:r>
          </a:p>
        </p:txBody>
      </p:sp>
      <p:sp>
        <p:nvSpPr>
          <p:cNvPr id="9" name="Image Credit">
            <a:extLst>
              <a:ext uri="{FF2B5EF4-FFF2-40B4-BE49-F238E27FC236}">
                <a16:creationId xmlns:a16="http://schemas.microsoft.com/office/drawing/2014/main" id="{29651301-3A88-4CBC-9B7F-A569599DC51F}"/>
              </a:ext>
            </a:extLst>
          </p:cNvPr>
          <p:cNvSpPr>
            <a:spLocks noGrp="1"/>
          </p:cNvSpPr>
          <p:nvPr>
            <p:ph type="body" sz="quarter" idx="13" hasCustomPrompt="1"/>
          </p:nvPr>
        </p:nvSpPr>
        <p:spPr>
          <a:xfrm>
            <a:off x="2082800" y="6684964"/>
            <a:ext cx="9296401" cy="173037"/>
          </a:xfrm>
        </p:spPr>
        <p:txBody>
          <a:bodyPr anchor="ctr">
            <a:noAutofit/>
          </a:bodyPr>
          <a:lstStyle>
            <a:lvl1pPr algn="r">
              <a:defRPr sz="800">
                <a:solidFill>
                  <a:schemeClr val="tx1">
                    <a:lumMod val="65000"/>
                    <a:lumOff val="35000"/>
                  </a:schemeClr>
                </a:solidFill>
              </a:defRPr>
            </a:lvl1pPr>
            <a:lvl2pPr algn="r">
              <a:defRPr sz="900"/>
            </a:lvl2pPr>
            <a:lvl3pPr algn="r">
              <a:defRPr sz="900"/>
            </a:lvl3pPr>
            <a:lvl4pPr algn="r">
              <a:defRPr sz="900"/>
            </a:lvl4pPr>
            <a:lvl5pPr algn="r">
              <a:defRPr sz="900"/>
            </a:lvl5pPr>
          </a:lstStyle>
          <a:p>
            <a:pPr lvl="0"/>
            <a:r>
              <a:rPr lang="en-US" dirty="0"/>
              <a:t>Insert Image Credit Here</a:t>
            </a:r>
          </a:p>
        </p:txBody>
      </p:sp>
      <p:sp>
        <p:nvSpPr>
          <p:cNvPr id="8" name="Slide Number Placeholder">
            <a:extLst>
              <a:ext uri="{FF2B5EF4-FFF2-40B4-BE49-F238E27FC236}">
                <a16:creationId xmlns:a16="http://schemas.microsoft.com/office/drawing/2014/main" id="{EF8D8291-5BF4-41AC-87CE-ED5DE4CB1B61}"/>
              </a:ext>
            </a:extLst>
          </p:cNvPr>
          <p:cNvSpPr>
            <a:spLocks noGrp="1"/>
          </p:cNvSpPr>
          <p:nvPr>
            <p:ph type="sldNum" sz="quarter" idx="4"/>
          </p:nvPr>
        </p:nvSpPr>
        <p:spPr>
          <a:xfrm>
            <a:off x="11501883" y="6673531"/>
            <a:ext cx="474453" cy="161396"/>
          </a:xfrm>
          <a:prstGeom prst="rect">
            <a:avLst/>
          </a:prstGeom>
        </p:spPr>
        <p:txBody>
          <a:bodyPr/>
          <a:lstStyle>
            <a:lvl1pPr>
              <a:defRPr sz="800"/>
            </a:lvl1pPr>
          </a:lstStyle>
          <a:p>
            <a:fld id="{68151E55-6873-49E2-B8D5-2F265E6F1973}" type="slidenum">
              <a:rPr lang="en-US" smtClean="0"/>
              <a:pPr/>
              <a:t>‹#›</a:t>
            </a:fld>
            <a:endParaRPr lang="en-US" dirty="0"/>
          </a:p>
        </p:txBody>
      </p:sp>
    </p:spTree>
    <p:extLst>
      <p:ext uri="{BB962C8B-B14F-4D97-AF65-F5344CB8AC3E}">
        <p14:creationId xmlns:p14="http://schemas.microsoft.com/office/powerpoint/2010/main" val="2323435288"/>
      </p:ext>
    </p:extLst>
  </p:cSld>
  <p:clrMapOvr>
    <a:masterClrMapping/>
  </p:clrMapOvr>
  <p:extLst>
    <p:ext uri="{DCECCB84-F9BA-43D5-87BE-67443E8EF086}">
      <p15:sldGuideLst xmlns:p15="http://schemas.microsoft.com/office/powerpoint/2012/main">
        <p15:guide id="1" pos="2880">
          <p15:clr>
            <a:srgbClr val="FBAE40"/>
          </p15:clr>
        </p15:guide>
        <p15:guide id="2" orient="horz" pos="360">
          <p15:clr>
            <a:srgbClr val="FBAE40"/>
          </p15:clr>
        </p15:guide>
        <p15:guide id="3" pos="264">
          <p15:clr>
            <a:srgbClr val="FBAE40"/>
          </p15:clr>
        </p15:guide>
        <p15:guide id="4" orient="horz" pos="2160">
          <p15:clr>
            <a:srgbClr val="FBAE40"/>
          </p15:clr>
        </p15:guide>
      </p15:sldGuideLst>
    </p:ext>
  </p:extLst>
</p:sldLayout>
</file>

<file path=ppt/slideLayouts/slideLayout13.xml><?xml version="1.0" encoding="utf-8"?>
<p:sldLayout xmlns:a="http://schemas.openxmlformats.org/drawingml/2006/main" xmlns:r="http://schemas.openxmlformats.org/officeDocument/2006/relationships" xmlns:p="http://schemas.openxmlformats.org/presentationml/2006/main" userDrawn="1">
  <p:cSld name="Two Horizontal Main Placeholders">
    <p:spTree>
      <p:nvGrpSpPr>
        <p:cNvPr id="1" name=""/>
        <p:cNvGrpSpPr/>
        <p:nvPr/>
      </p:nvGrpSpPr>
      <p:grpSpPr>
        <a:xfrm>
          <a:off x="0" y="0"/>
          <a:ext cx="0" cy="0"/>
          <a:chOff x="0" y="0"/>
          <a:chExt cx="0" cy="0"/>
        </a:xfrm>
      </p:grpSpPr>
      <p:sp>
        <p:nvSpPr>
          <p:cNvPr id="2" name="Slide Title">
            <a:extLst>
              <a:ext uri="{FF2B5EF4-FFF2-40B4-BE49-F238E27FC236}">
                <a16:creationId xmlns:a16="http://schemas.microsoft.com/office/drawing/2014/main" id="{A4407840-F6A4-4638-BB2F-9FBAA1A81461}"/>
              </a:ext>
            </a:extLst>
          </p:cNvPr>
          <p:cNvSpPr>
            <a:spLocks noGrp="1"/>
          </p:cNvSpPr>
          <p:nvPr>
            <p:ph type="title" hasCustomPrompt="1"/>
          </p:nvPr>
        </p:nvSpPr>
        <p:spPr>
          <a:xfrm>
            <a:off x="457200" y="192491"/>
            <a:ext cx="11277600" cy="903231"/>
          </a:xfrm>
          <a:prstGeom prst="rect">
            <a:avLst/>
          </a:prstGeom>
        </p:spPr>
        <p:txBody>
          <a:bodyPr anchor="ctr">
            <a:normAutofit/>
          </a:bodyPr>
          <a:lstStyle>
            <a:lvl1pPr>
              <a:defRPr sz="4000"/>
            </a:lvl1pPr>
          </a:lstStyle>
          <a:p>
            <a:r>
              <a:rPr lang="en-US" dirty="0"/>
              <a:t>Slide Title</a:t>
            </a:r>
          </a:p>
        </p:txBody>
      </p:sp>
      <p:sp>
        <p:nvSpPr>
          <p:cNvPr id="5" name="Content Placeholder 1">
            <a:extLst>
              <a:ext uri="{FF2B5EF4-FFF2-40B4-BE49-F238E27FC236}">
                <a16:creationId xmlns:a16="http://schemas.microsoft.com/office/drawing/2014/main" id="{D13536C2-DC17-4031-9948-17E37EF99112}"/>
              </a:ext>
            </a:extLst>
          </p:cNvPr>
          <p:cNvSpPr>
            <a:spLocks noGrp="1"/>
          </p:cNvSpPr>
          <p:nvPr>
            <p:ph sz="quarter" idx="11" hasCustomPrompt="1"/>
          </p:nvPr>
        </p:nvSpPr>
        <p:spPr>
          <a:xfrm>
            <a:off x="457200" y="1276710"/>
            <a:ext cx="11277600" cy="2838091"/>
          </a:xfrm>
          <a:prstGeom prst="rect">
            <a:avLst/>
          </a:prstGeom>
        </p:spPr>
        <p:txBody>
          <a:bodyPr/>
          <a:lstStyle>
            <a:lvl1pPr>
              <a:defRPr sz="2400"/>
            </a:lvl1pPr>
            <a:lvl2pPr marL="292608" indent="-292608">
              <a:spcBef>
                <a:spcPts val="1000"/>
              </a:spcBef>
              <a:spcAft>
                <a:spcPts val="0"/>
              </a:spcAft>
              <a:defRPr/>
            </a:lvl2pPr>
          </a:lstStyle>
          <a:p>
            <a:pPr lvl="0"/>
            <a:r>
              <a:rPr lang="en-US" dirty="0"/>
              <a:t>Slide Content</a:t>
            </a:r>
          </a:p>
          <a:p>
            <a:pPr lvl="1"/>
            <a:r>
              <a:rPr lang="en-US" dirty="0"/>
              <a:t>Second level</a:t>
            </a:r>
          </a:p>
          <a:p>
            <a:pPr lvl="2"/>
            <a:r>
              <a:rPr lang="en-US" dirty="0"/>
              <a:t>Third level</a:t>
            </a:r>
          </a:p>
        </p:txBody>
      </p:sp>
      <p:sp>
        <p:nvSpPr>
          <p:cNvPr id="6" name="Content Placeholder 2">
            <a:extLst>
              <a:ext uri="{FF2B5EF4-FFF2-40B4-BE49-F238E27FC236}">
                <a16:creationId xmlns:a16="http://schemas.microsoft.com/office/drawing/2014/main" id="{0B2D170F-7AF9-40BB-A11B-08474DF5C3AA}"/>
              </a:ext>
            </a:extLst>
          </p:cNvPr>
          <p:cNvSpPr>
            <a:spLocks noGrp="1"/>
          </p:cNvSpPr>
          <p:nvPr>
            <p:ph sz="quarter" idx="14" hasCustomPrompt="1"/>
          </p:nvPr>
        </p:nvSpPr>
        <p:spPr>
          <a:xfrm>
            <a:off x="457200" y="4343400"/>
            <a:ext cx="11277600" cy="1905000"/>
          </a:xfrm>
        </p:spPr>
        <p:txBody>
          <a:bodyPr/>
          <a:lstStyle>
            <a:lvl1pPr>
              <a:defRPr sz="2400"/>
            </a:lvl1pPr>
            <a:lvl2pPr marL="292608" indent="-292608">
              <a:spcBef>
                <a:spcPts val="1000"/>
              </a:spcBef>
              <a:spcAft>
                <a:spcPts val="0"/>
              </a:spcAft>
              <a:defRPr/>
            </a:lvl2pPr>
            <a:lvl4pPr marL="455613" indent="0">
              <a:buNone/>
              <a:defRPr/>
            </a:lvl4pPr>
          </a:lstStyle>
          <a:p>
            <a:pPr lvl="0"/>
            <a:r>
              <a:rPr lang="en-US" dirty="0"/>
              <a:t>Slide Content 2</a:t>
            </a:r>
          </a:p>
          <a:p>
            <a:pPr lvl="1"/>
            <a:r>
              <a:rPr lang="en-US" dirty="0"/>
              <a:t>Second level</a:t>
            </a:r>
          </a:p>
          <a:p>
            <a:pPr lvl="2"/>
            <a:r>
              <a:rPr lang="en-US" dirty="0"/>
              <a:t>Third level</a:t>
            </a:r>
          </a:p>
        </p:txBody>
      </p:sp>
      <p:sp>
        <p:nvSpPr>
          <p:cNvPr id="7" name="Appendix Link">
            <a:extLst>
              <a:ext uri="{FF2B5EF4-FFF2-40B4-BE49-F238E27FC236}">
                <a16:creationId xmlns:a16="http://schemas.microsoft.com/office/drawing/2014/main" id="{24E3FC7A-8095-4466-BF43-4B6D04A5D884}"/>
              </a:ext>
            </a:extLst>
          </p:cNvPr>
          <p:cNvSpPr>
            <a:spLocks noGrp="1"/>
          </p:cNvSpPr>
          <p:nvPr>
            <p:ph type="body" sz="quarter" idx="12" hasCustomPrompt="1"/>
          </p:nvPr>
        </p:nvSpPr>
        <p:spPr>
          <a:xfrm>
            <a:off x="4492752" y="6324600"/>
            <a:ext cx="3206496" cy="190500"/>
          </a:xfrm>
        </p:spPr>
        <p:txBody>
          <a:bodyPr anchor="b">
            <a:noAutofit/>
          </a:bodyPr>
          <a:lstStyle>
            <a:lvl1pPr algn="ctr">
              <a:defRPr sz="900"/>
            </a:lvl1pPr>
          </a:lstStyle>
          <a:p>
            <a:pPr lvl="0"/>
            <a:r>
              <a:rPr lang="en-US" dirty="0"/>
              <a:t>Add text alternative link, if needed.</a:t>
            </a:r>
          </a:p>
        </p:txBody>
      </p:sp>
      <p:sp>
        <p:nvSpPr>
          <p:cNvPr id="9" name="Image Credit">
            <a:extLst>
              <a:ext uri="{FF2B5EF4-FFF2-40B4-BE49-F238E27FC236}">
                <a16:creationId xmlns:a16="http://schemas.microsoft.com/office/drawing/2014/main" id="{29651301-3A88-4CBC-9B7F-A569599DC51F}"/>
              </a:ext>
            </a:extLst>
          </p:cNvPr>
          <p:cNvSpPr>
            <a:spLocks noGrp="1"/>
          </p:cNvSpPr>
          <p:nvPr>
            <p:ph type="body" sz="quarter" idx="13" hasCustomPrompt="1"/>
          </p:nvPr>
        </p:nvSpPr>
        <p:spPr>
          <a:xfrm>
            <a:off x="2082800" y="6684964"/>
            <a:ext cx="9296400" cy="173037"/>
          </a:xfrm>
        </p:spPr>
        <p:txBody>
          <a:bodyPr vert="horz" lIns="91440" tIns="45720" rIns="91440" bIns="45720" rtlCol="0" anchor="ctr">
            <a:noAutofit/>
          </a:bodyPr>
          <a:lstStyle>
            <a:lvl1pPr>
              <a:defRPr lang="en-US" sz="800" dirty="0">
                <a:solidFill>
                  <a:schemeClr val="tx1">
                    <a:lumMod val="65000"/>
                    <a:lumOff val="35000"/>
                  </a:schemeClr>
                </a:solidFill>
              </a:defRPr>
            </a:lvl1pPr>
          </a:lstStyle>
          <a:p>
            <a:pPr lvl="0" algn="r"/>
            <a:r>
              <a:rPr lang="en-US" dirty="0"/>
              <a:t>Insert Image Credit Here</a:t>
            </a:r>
          </a:p>
        </p:txBody>
      </p:sp>
      <p:sp>
        <p:nvSpPr>
          <p:cNvPr id="3" name="Slide Number Placeholder">
            <a:extLst>
              <a:ext uri="{FF2B5EF4-FFF2-40B4-BE49-F238E27FC236}">
                <a16:creationId xmlns:a16="http://schemas.microsoft.com/office/drawing/2014/main" id="{745DF60F-BF33-428F-883B-9C19F83780BF}"/>
              </a:ext>
            </a:extLst>
          </p:cNvPr>
          <p:cNvSpPr>
            <a:spLocks noGrp="1"/>
          </p:cNvSpPr>
          <p:nvPr>
            <p:ph type="sldNum" sz="quarter" idx="10"/>
          </p:nvPr>
        </p:nvSpPr>
        <p:spPr>
          <a:xfrm>
            <a:off x="11501883" y="6673531"/>
            <a:ext cx="474453" cy="161396"/>
          </a:xfrm>
          <a:prstGeom prst="rect">
            <a:avLst/>
          </a:prstGeom>
        </p:spPr>
        <p:txBody>
          <a:bodyPr/>
          <a:lstStyle/>
          <a:p>
            <a:fld id="{68151E55-6873-49E2-B8D5-2F265E6F1973}" type="slidenum">
              <a:rPr lang="en-US" smtClean="0"/>
              <a:t>‹#›</a:t>
            </a:fld>
            <a:endParaRPr lang="en-US"/>
          </a:p>
        </p:txBody>
      </p:sp>
    </p:spTree>
    <p:extLst>
      <p:ext uri="{BB962C8B-B14F-4D97-AF65-F5344CB8AC3E}">
        <p14:creationId xmlns:p14="http://schemas.microsoft.com/office/powerpoint/2010/main" val="849529032"/>
      </p:ext>
    </p:extLst>
  </p:cSld>
  <p:clrMapOvr>
    <a:masterClrMapping/>
  </p:clrMapOvr>
  <p:extLst>
    <p:ext uri="{DCECCB84-F9BA-43D5-87BE-67443E8EF086}">
      <p15:sldGuideLst xmlns:p15="http://schemas.microsoft.com/office/powerpoint/2012/main">
        <p15:guide id="1" orient="horz" pos="2592">
          <p15:clr>
            <a:srgbClr val="FBAE40"/>
          </p15:clr>
        </p15:guide>
        <p15:guide id="2" orient="horz" pos="2736">
          <p15:clr>
            <a:srgbClr val="FBAE40"/>
          </p15:clr>
        </p15:guide>
      </p15:sldGuideLst>
    </p:ext>
  </p:extLst>
</p:sldLayout>
</file>

<file path=ppt/slideLayouts/slideLayout14.xml><?xml version="1.0" encoding="utf-8"?>
<p:sldLayout xmlns:a="http://schemas.openxmlformats.org/drawingml/2006/main" xmlns:r="http://schemas.openxmlformats.org/officeDocument/2006/relationships" xmlns:p="http://schemas.openxmlformats.org/presentationml/2006/main" userDrawn="1">
  <p:cSld name="Six Main Placeholders">
    <p:spTree>
      <p:nvGrpSpPr>
        <p:cNvPr id="1" name=""/>
        <p:cNvGrpSpPr/>
        <p:nvPr/>
      </p:nvGrpSpPr>
      <p:grpSpPr>
        <a:xfrm>
          <a:off x="0" y="0"/>
          <a:ext cx="0" cy="0"/>
          <a:chOff x="0" y="0"/>
          <a:chExt cx="0" cy="0"/>
        </a:xfrm>
      </p:grpSpPr>
      <p:sp>
        <p:nvSpPr>
          <p:cNvPr id="2" name="Slide Title">
            <a:extLst>
              <a:ext uri="{FF2B5EF4-FFF2-40B4-BE49-F238E27FC236}">
                <a16:creationId xmlns:a16="http://schemas.microsoft.com/office/drawing/2014/main" id="{A4407840-F6A4-4638-BB2F-9FBAA1A81461}"/>
              </a:ext>
            </a:extLst>
          </p:cNvPr>
          <p:cNvSpPr>
            <a:spLocks noGrp="1"/>
          </p:cNvSpPr>
          <p:nvPr>
            <p:ph type="title" hasCustomPrompt="1"/>
          </p:nvPr>
        </p:nvSpPr>
        <p:spPr>
          <a:xfrm>
            <a:off x="457200" y="192491"/>
            <a:ext cx="11277600" cy="903231"/>
          </a:xfrm>
          <a:prstGeom prst="rect">
            <a:avLst/>
          </a:prstGeom>
        </p:spPr>
        <p:txBody>
          <a:bodyPr anchor="ctr">
            <a:normAutofit/>
          </a:bodyPr>
          <a:lstStyle>
            <a:lvl1pPr>
              <a:defRPr sz="4000"/>
            </a:lvl1pPr>
          </a:lstStyle>
          <a:p>
            <a:r>
              <a:rPr lang="en-US" dirty="0"/>
              <a:t>Slide Title</a:t>
            </a:r>
          </a:p>
        </p:txBody>
      </p:sp>
      <p:sp>
        <p:nvSpPr>
          <p:cNvPr id="5" name="Content Placeholder 1">
            <a:extLst>
              <a:ext uri="{FF2B5EF4-FFF2-40B4-BE49-F238E27FC236}">
                <a16:creationId xmlns:a16="http://schemas.microsoft.com/office/drawing/2014/main" id="{D13536C2-DC17-4031-9948-17E37EF99112}"/>
              </a:ext>
            </a:extLst>
          </p:cNvPr>
          <p:cNvSpPr>
            <a:spLocks noGrp="1"/>
          </p:cNvSpPr>
          <p:nvPr>
            <p:ph sz="quarter" idx="11" hasCustomPrompt="1"/>
          </p:nvPr>
        </p:nvSpPr>
        <p:spPr>
          <a:xfrm>
            <a:off x="457200" y="1276710"/>
            <a:ext cx="11277600" cy="612476"/>
          </a:xfrm>
          <a:prstGeom prst="rect">
            <a:avLst/>
          </a:prstGeom>
        </p:spPr>
        <p:txBody>
          <a:bodyPr/>
          <a:lstStyle>
            <a:lvl1pPr>
              <a:spcBef>
                <a:spcPts val="1000"/>
              </a:spcBef>
              <a:spcAft>
                <a:spcPts val="0"/>
              </a:spcAft>
              <a:defRPr/>
            </a:lvl1pPr>
          </a:lstStyle>
          <a:p>
            <a:pPr lvl="0"/>
            <a:r>
              <a:rPr lang="en-US" dirty="0"/>
              <a:t>Slide Content</a:t>
            </a:r>
          </a:p>
          <a:p>
            <a:pPr lvl="1"/>
            <a:r>
              <a:rPr lang="en-US" dirty="0"/>
              <a:t>Second level</a:t>
            </a:r>
          </a:p>
          <a:p>
            <a:pPr lvl="2"/>
            <a:r>
              <a:rPr lang="en-US" dirty="0"/>
              <a:t>Third level</a:t>
            </a:r>
          </a:p>
        </p:txBody>
      </p:sp>
      <p:sp>
        <p:nvSpPr>
          <p:cNvPr id="6" name="Content Placeholder 2">
            <a:extLst>
              <a:ext uri="{FF2B5EF4-FFF2-40B4-BE49-F238E27FC236}">
                <a16:creationId xmlns:a16="http://schemas.microsoft.com/office/drawing/2014/main" id="{0B2D170F-7AF9-40BB-A11B-08474DF5C3AA}"/>
              </a:ext>
            </a:extLst>
          </p:cNvPr>
          <p:cNvSpPr>
            <a:spLocks noGrp="1"/>
          </p:cNvSpPr>
          <p:nvPr>
            <p:ph sz="quarter" idx="14" hasCustomPrompt="1"/>
          </p:nvPr>
        </p:nvSpPr>
        <p:spPr>
          <a:xfrm>
            <a:off x="457200" y="2070496"/>
            <a:ext cx="11277600" cy="649138"/>
          </a:xfrm>
        </p:spPr>
        <p:txBody>
          <a:bodyPr/>
          <a:lstStyle>
            <a:lvl1pPr>
              <a:spcBef>
                <a:spcPts val="1000"/>
              </a:spcBef>
              <a:spcAft>
                <a:spcPts val="0"/>
              </a:spcAft>
              <a:defRPr/>
            </a:lvl1pPr>
          </a:lstStyle>
          <a:p>
            <a:pPr lvl="0"/>
            <a:r>
              <a:rPr lang="en-US" dirty="0"/>
              <a:t>Slide Content 2</a:t>
            </a:r>
          </a:p>
          <a:p>
            <a:pPr lvl="1"/>
            <a:r>
              <a:rPr lang="en-US" dirty="0"/>
              <a:t>Second level</a:t>
            </a:r>
          </a:p>
          <a:p>
            <a:pPr lvl="2"/>
            <a:r>
              <a:rPr lang="en-US" dirty="0"/>
              <a:t>Third level</a:t>
            </a:r>
          </a:p>
        </p:txBody>
      </p:sp>
      <p:sp>
        <p:nvSpPr>
          <p:cNvPr id="8" name="Content Placeholder 3">
            <a:extLst>
              <a:ext uri="{FF2B5EF4-FFF2-40B4-BE49-F238E27FC236}">
                <a16:creationId xmlns:a16="http://schemas.microsoft.com/office/drawing/2014/main" id="{3356A590-66B5-4770-8441-82DC031F56EA}"/>
              </a:ext>
            </a:extLst>
          </p:cNvPr>
          <p:cNvSpPr>
            <a:spLocks noGrp="1"/>
          </p:cNvSpPr>
          <p:nvPr>
            <p:ph sz="quarter" idx="15" hasCustomPrompt="1"/>
          </p:nvPr>
        </p:nvSpPr>
        <p:spPr>
          <a:xfrm>
            <a:off x="457200" y="2900944"/>
            <a:ext cx="11277600" cy="673100"/>
          </a:xfrm>
        </p:spPr>
        <p:txBody>
          <a:bodyPr/>
          <a:lstStyle>
            <a:lvl1pPr>
              <a:spcBef>
                <a:spcPts val="1000"/>
              </a:spcBef>
              <a:spcAft>
                <a:spcPts val="0"/>
              </a:spcAft>
              <a:defRPr/>
            </a:lvl1pPr>
          </a:lstStyle>
          <a:p>
            <a:pPr lvl="0"/>
            <a:r>
              <a:rPr lang="en-US" dirty="0"/>
              <a:t>Slide Content 3</a:t>
            </a:r>
          </a:p>
          <a:p>
            <a:pPr lvl="1"/>
            <a:r>
              <a:rPr lang="en-US" dirty="0"/>
              <a:t>Second level</a:t>
            </a:r>
          </a:p>
          <a:p>
            <a:pPr lvl="2"/>
            <a:r>
              <a:rPr lang="en-US" dirty="0"/>
              <a:t>Third level</a:t>
            </a:r>
          </a:p>
        </p:txBody>
      </p:sp>
      <p:sp>
        <p:nvSpPr>
          <p:cNvPr id="11" name="Content Placeholder 4">
            <a:extLst>
              <a:ext uri="{FF2B5EF4-FFF2-40B4-BE49-F238E27FC236}">
                <a16:creationId xmlns:a16="http://schemas.microsoft.com/office/drawing/2014/main" id="{30BD29E5-BD7B-4CD0-9B09-8F8B24F89FBE}"/>
              </a:ext>
            </a:extLst>
          </p:cNvPr>
          <p:cNvSpPr>
            <a:spLocks noGrp="1"/>
          </p:cNvSpPr>
          <p:nvPr>
            <p:ph sz="quarter" idx="16" hasCustomPrompt="1"/>
          </p:nvPr>
        </p:nvSpPr>
        <p:spPr>
          <a:xfrm>
            <a:off x="457200" y="3755354"/>
            <a:ext cx="11277600" cy="698500"/>
          </a:xfrm>
        </p:spPr>
        <p:txBody>
          <a:bodyPr/>
          <a:lstStyle>
            <a:lvl1pPr>
              <a:spcBef>
                <a:spcPts val="1000"/>
              </a:spcBef>
              <a:spcAft>
                <a:spcPts val="0"/>
              </a:spcAft>
              <a:defRPr/>
            </a:lvl1pPr>
          </a:lstStyle>
          <a:p>
            <a:pPr lvl="0"/>
            <a:r>
              <a:rPr lang="en-US" dirty="0"/>
              <a:t>Slide Content 4</a:t>
            </a:r>
          </a:p>
          <a:p>
            <a:pPr lvl="1"/>
            <a:r>
              <a:rPr lang="en-US" dirty="0"/>
              <a:t>Second level</a:t>
            </a:r>
          </a:p>
          <a:p>
            <a:pPr lvl="2"/>
            <a:r>
              <a:rPr lang="en-US" dirty="0"/>
              <a:t>Third level</a:t>
            </a:r>
          </a:p>
        </p:txBody>
      </p:sp>
      <p:sp>
        <p:nvSpPr>
          <p:cNvPr id="13" name="Content Placeholder 5">
            <a:extLst>
              <a:ext uri="{FF2B5EF4-FFF2-40B4-BE49-F238E27FC236}">
                <a16:creationId xmlns:a16="http://schemas.microsoft.com/office/drawing/2014/main" id="{E908CA92-5DB2-4DC0-937B-1B178AA91781}"/>
              </a:ext>
            </a:extLst>
          </p:cNvPr>
          <p:cNvSpPr>
            <a:spLocks noGrp="1"/>
          </p:cNvSpPr>
          <p:nvPr>
            <p:ph sz="quarter" idx="17" hasCustomPrompt="1"/>
          </p:nvPr>
        </p:nvSpPr>
        <p:spPr>
          <a:xfrm>
            <a:off x="457200" y="4635164"/>
            <a:ext cx="11277600" cy="698500"/>
          </a:xfrm>
        </p:spPr>
        <p:txBody>
          <a:bodyPr/>
          <a:lstStyle>
            <a:lvl1pPr>
              <a:spcBef>
                <a:spcPts val="1000"/>
              </a:spcBef>
              <a:spcAft>
                <a:spcPts val="0"/>
              </a:spcAft>
              <a:defRPr/>
            </a:lvl1pPr>
          </a:lstStyle>
          <a:p>
            <a:pPr lvl="0"/>
            <a:r>
              <a:rPr lang="en-US" dirty="0"/>
              <a:t>Slide Content 5</a:t>
            </a:r>
          </a:p>
          <a:p>
            <a:pPr lvl="1"/>
            <a:r>
              <a:rPr lang="en-US" dirty="0"/>
              <a:t>Second level</a:t>
            </a:r>
          </a:p>
          <a:p>
            <a:pPr lvl="2"/>
            <a:r>
              <a:rPr lang="en-US" dirty="0"/>
              <a:t>Third level</a:t>
            </a:r>
          </a:p>
        </p:txBody>
      </p:sp>
      <p:sp>
        <p:nvSpPr>
          <p:cNvPr id="15" name="Content Placeholder 6">
            <a:extLst>
              <a:ext uri="{FF2B5EF4-FFF2-40B4-BE49-F238E27FC236}">
                <a16:creationId xmlns:a16="http://schemas.microsoft.com/office/drawing/2014/main" id="{8B728CCD-2639-461B-9841-57505AC13467}"/>
              </a:ext>
            </a:extLst>
          </p:cNvPr>
          <p:cNvSpPr>
            <a:spLocks noGrp="1"/>
          </p:cNvSpPr>
          <p:nvPr>
            <p:ph sz="quarter" idx="18" hasCustomPrompt="1"/>
          </p:nvPr>
        </p:nvSpPr>
        <p:spPr>
          <a:xfrm>
            <a:off x="457200" y="5514976"/>
            <a:ext cx="11277600" cy="733425"/>
          </a:xfrm>
        </p:spPr>
        <p:txBody>
          <a:bodyPr/>
          <a:lstStyle>
            <a:lvl1pPr>
              <a:spcBef>
                <a:spcPts val="1000"/>
              </a:spcBef>
              <a:spcAft>
                <a:spcPts val="0"/>
              </a:spcAft>
              <a:defRPr/>
            </a:lvl1pPr>
          </a:lstStyle>
          <a:p>
            <a:pPr lvl="0"/>
            <a:r>
              <a:rPr lang="en-US" dirty="0"/>
              <a:t>Slide Content 6</a:t>
            </a:r>
          </a:p>
          <a:p>
            <a:pPr lvl="1"/>
            <a:r>
              <a:rPr lang="en-US" dirty="0"/>
              <a:t>Second level</a:t>
            </a:r>
          </a:p>
          <a:p>
            <a:pPr lvl="2"/>
            <a:r>
              <a:rPr lang="en-US" dirty="0"/>
              <a:t>Third level</a:t>
            </a:r>
          </a:p>
        </p:txBody>
      </p:sp>
      <p:sp>
        <p:nvSpPr>
          <p:cNvPr id="7" name="Appendix Link">
            <a:extLst>
              <a:ext uri="{FF2B5EF4-FFF2-40B4-BE49-F238E27FC236}">
                <a16:creationId xmlns:a16="http://schemas.microsoft.com/office/drawing/2014/main" id="{24E3FC7A-8095-4466-BF43-4B6D04A5D884}"/>
              </a:ext>
            </a:extLst>
          </p:cNvPr>
          <p:cNvSpPr>
            <a:spLocks noGrp="1"/>
          </p:cNvSpPr>
          <p:nvPr>
            <p:ph type="body" sz="quarter" idx="12" hasCustomPrompt="1"/>
          </p:nvPr>
        </p:nvSpPr>
        <p:spPr>
          <a:xfrm>
            <a:off x="4492752" y="6324600"/>
            <a:ext cx="3206496" cy="190500"/>
          </a:xfrm>
        </p:spPr>
        <p:txBody>
          <a:bodyPr anchor="b">
            <a:noAutofit/>
          </a:bodyPr>
          <a:lstStyle>
            <a:lvl1pPr algn="ctr">
              <a:defRPr sz="900"/>
            </a:lvl1pPr>
          </a:lstStyle>
          <a:p>
            <a:pPr lvl="0"/>
            <a:r>
              <a:rPr lang="en-US" dirty="0"/>
              <a:t>Add text alternative link, if needed.</a:t>
            </a:r>
          </a:p>
        </p:txBody>
      </p:sp>
      <p:sp>
        <p:nvSpPr>
          <p:cNvPr id="9" name="Image Credit">
            <a:extLst>
              <a:ext uri="{FF2B5EF4-FFF2-40B4-BE49-F238E27FC236}">
                <a16:creationId xmlns:a16="http://schemas.microsoft.com/office/drawing/2014/main" id="{29651301-3A88-4CBC-9B7F-A569599DC51F}"/>
              </a:ext>
            </a:extLst>
          </p:cNvPr>
          <p:cNvSpPr>
            <a:spLocks noGrp="1"/>
          </p:cNvSpPr>
          <p:nvPr>
            <p:ph type="body" sz="quarter" idx="13" hasCustomPrompt="1"/>
          </p:nvPr>
        </p:nvSpPr>
        <p:spPr>
          <a:xfrm>
            <a:off x="2082802" y="6684964"/>
            <a:ext cx="9296399" cy="173037"/>
          </a:xfrm>
        </p:spPr>
        <p:txBody>
          <a:bodyPr anchor="ctr">
            <a:noAutofit/>
          </a:bodyPr>
          <a:lstStyle>
            <a:lvl1pPr algn="r">
              <a:defRPr sz="800">
                <a:solidFill>
                  <a:schemeClr val="tx1">
                    <a:lumMod val="65000"/>
                    <a:lumOff val="35000"/>
                  </a:schemeClr>
                </a:solidFill>
              </a:defRPr>
            </a:lvl1pPr>
            <a:lvl2pPr algn="r">
              <a:defRPr sz="900"/>
            </a:lvl2pPr>
            <a:lvl3pPr algn="r">
              <a:defRPr sz="900"/>
            </a:lvl3pPr>
            <a:lvl4pPr algn="r">
              <a:defRPr sz="900"/>
            </a:lvl4pPr>
            <a:lvl5pPr algn="r">
              <a:defRPr sz="900"/>
            </a:lvl5pPr>
          </a:lstStyle>
          <a:p>
            <a:pPr lvl="0"/>
            <a:r>
              <a:rPr lang="en-US" dirty="0"/>
              <a:t>Insert Image Credit Here</a:t>
            </a:r>
          </a:p>
        </p:txBody>
      </p:sp>
      <p:sp>
        <p:nvSpPr>
          <p:cNvPr id="3" name="Slide Number Placeholder">
            <a:extLst>
              <a:ext uri="{FF2B5EF4-FFF2-40B4-BE49-F238E27FC236}">
                <a16:creationId xmlns:a16="http://schemas.microsoft.com/office/drawing/2014/main" id="{745DF60F-BF33-428F-883B-9C19F83780BF}"/>
              </a:ext>
            </a:extLst>
          </p:cNvPr>
          <p:cNvSpPr>
            <a:spLocks noGrp="1"/>
          </p:cNvSpPr>
          <p:nvPr>
            <p:ph type="sldNum" sz="quarter" idx="10"/>
          </p:nvPr>
        </p:nvSpPr>
        <p:spPr>
          <a:xfrm>
            <a:off x="11501883" y="6673531"/>
            <a:ext cx="474453" cy="161396"/>
          </a:xfrm>
          <a:prstGeom prst="rect">
            <a:avLst/>
          </a:prstGeom>
        </p:spPr>
        <p:txBody>
          <a:bodyPr/>
          <a:lstStyle/>
          <a:p>
            <a:fld id="{68151E55-6873-49E2-B8D5-2F265E6F1973}" type="slidenum">
              <a:rPr lang="en-US" smtClean="0"/>
              <a:t>‹#›</a:t>
            </a:fld>
            <a:endParaRPr lang="en-US" dirty="0"/>
          </a:p>
        </p:txBody>
      </p:sp>
    </p:spTree>
    <p:extLst>
      <p:ext uri="{BB962C8B-B14F-4D97-AF65-F5344CB8AC3E}">
        <p14:creationId xmlns:p14="http://schemas.microsoft.com/office/powerpoint/2010/main" val="853582455"/>
      </p:ext>
    </p:extLst>
  </p:cSld>
  <p:clrMapOvr>
    <a:masterClrMapping/>
  </p:clrMapOvr>
  <p:extLst>
    <p:ext uri="{DCECCB84-F9BA-43D5-87BE-67443E8EF086}">
      <p15:sldGuideLst xmlns:p15="http://schemas.microsoft.com/office/powerpoint/2012/main">
        <p15:guide id="1" orient="horz" pos="2592">
          <p15:clr>
            <a:srgbClr val="FBAE40"/>
          </p15:clr>
        </p15:guide>
        <p15:guide id="2" orient="horz" pos="2736">
          <p15:clr>
            <a:srgbClr val="FBAE40"/>
          </p15:clr>
        </p15:guide>
      </p15:sldGuideLst>
    </p:ext>
  </p:extLst>
</p:sldLayout>
</file>

<file path=ppt/slideLayouts/slideLayout15.xml><?xml version="1.0" encoding="utf-8"?>
<p:sldLayout xmlns:a="http://schemas.openxmlformats.org/drawingml/2006/main" xmlns:r="http://schemas.openxmlformats.org/officeDocument/2006/relationships" xmlns:p="http://schemas.openxmlformats.org/presentationml/2006/main" userDrawn="1">
  <p:cSld name="1_Six Main Placeholders">
    <p:spTree>
      <p:nvGrpSpPr>
        <p:cNvPr id="1" name=""/>
        <p:cNvGrpSpPr/>
        <p:nvPr/>
      </p:nvGrpSpPr>
      <p:grpSpPr>
        <a:xfrm>
          <a:off x="0" y="0"/>
          <a:ext cx="0" cy="0"/>
          <a:chOff x="0" y="0"/>
          <a:chExt cx="0" cy="0"/>
        </a:xfrm>
      </p:grpSpPr>
      <p:sp>
        <p:nvSpPr>
          <p:cNvPr id="2" name="Slide Title">
            <a:extLst>
              <a:ext uri="{FF2B5EF4-FFF2-40B4-BE49-F238E27FC236}">
                <a16:creationId xmlns:a16="http://schemas.microsoft.com/office/drawing/2014/main" id="{A4407840-F6A4-4638-BB2F-9FBAA1A81461}"/>
              </a:ext>
            </a:extLst>
          </p:cNvPr>
          <p:cNvSpPr>
            <a:spLocks noGrp="1"/>
          </p:cNvSpPr>
          <p:nvPr>
            <p:ph type="title" hasCustomPrompt="1"/>
          </p:nvPr>
        </p:nvSpPr>
        <p:spPr>
          <a:xfrm>
            <a:off x="457200" y="192491"/>
            <a:ext cx="11277600" cy="903231"/>
          </a:xfrm>
          <a:prstGeom prst="rect">
            <a:avLst/>
          </a:prstGeom>
        </p:spPr>
        <p:txBody>
          <a:bodyPr anchor="ctr">
            <a:normAutofit/>
          </a:bodyPr>
          <a:lstStyle>
            <a:lvl1pPr>
              <a:defRPr sz="4000"/>
            </a:lvl1pPr>
          </a:lstStyle>
          <a:p>
            <a:r>
              <a:rPr lang="en-US" dirty="0"/>
              <a:t>Slide Title</a:t>
            </a:r>
          </a:p>
        </p:txBody>
      </p:sp>
      <p:sp>
        <p:nvSpPr>
          <p:cNvPr id="5" name="Content Placeholder 1">
            <a:extLst>
              <a:ext uri="{FF2B5EF4-FFF2-40B4-BE49-F238E27FC236}">
                <a16:creationId xmlns:a16="http://schemas.microsoft.com/office/drawing/2014/main" id="{D13536C2-DC17-4031-9948-17E37EF99112}"/>
              </a:ext>
            </a:extLst>
          </p:cNvPr>
          <p:cNvSpPr>
            <a:spLocks noGrp="1"/>
          </p:cNvSpPr>
          <p:nvPr>
            <p:ph sz="quarter" idx="11" hasCustomPrompt="1"/>
          </p:nvPr>
        </p:nvSpPr>
        <p:spPr>
          <a:xfrm>
            <a:off x="457201" y="1276710"/>
            <a:ext cx="5220268" cy="612476"/>
          </a:xfrm>
          <a:prstGeom prst="rect">
            <a:avLst/>
          </a:prstGeom>
        </p:spPr>
        <p:txBody>
          <a:bodyPr/>
          <a:lstStyle>
            <a:lvl1pPr>
              <a:spcBef>
                <a:spcPts val="1000"/>
              </a:spcBef>
              <a:spcAft>
                <a:spcPts val="0"/>
              </a:spcAft>
              <a:defRPr/>
            </a:lvl1pPr>
          </a:lstStyle>
          <a:p>
            <a:pPr lvl="0"/>
            <a:r>
              <a:rPr lang="en-US" dirty="0"/>
              <a:t>Slide Content</a:t>
            </a:r>
          </a:p>
          <a:p>
            <a:pPr lvl="1"/>
            <a:r>
              <a:rPr lang="en-US" dirty="0"/>
              <a:t>Second level</a:t>
            </a:r>
          </a:p>
          <a:p>
            <a:pPr lvl="2"/>
            <a:r>
              <a:rPr lang="en-US" dirty="0"/>
              <a:t>Third level</a:t>
            </a:r>
          </a:p>
        </p:txBody>
      </p:sp>
      <p:sp>
        <p:nvSpPr>
          <p:cNvPr id="6" name="Content Placeholder 2">
            <a:extLst>
              <a:ext uri="{FF2B5EF4-FFF2-40B4-BE49-F238E27FC236}">
                <a16:creationId xmlns:a16="http://schemas.microsoft.com/office/drawing/2014/main" id="{0B2D170F-7AF9-40BB-A11B-08474DF5C3AA}"/>
              </a:ext>
            </a:extLst>
          </p:cNvPr>
          <p:cNvSpPr>
            <a:spLocks noGrp="1"/>
          </p:cNvSpPr>
          <p:nvPr>
            <p:ph sz="quarter" idx="14" hasCustomPrompt="1"/>
          </p:nvPr>
        </p:nvSpPr>
        <p:spPr>
          <a:xfrm>
            <a:off x="457201" y="2070496"/>
            <a:ext cx="5220268" cy="649138"/>
          </a:xfrm>
        </p:spPr>
        <p:txBody>
          <a:bodyPr/>
          <a:lstStyle>
            <a:lvl1pPr>
              <a:spcBef>
                <a:spcPts val="1000"/>
              </a:spcBef>
              <a:spcAft>
                <a:spcPts val="0"/>
              </a:spcAft>
              <a:defRPr/>
            </a:lvl1pPr>
          </a:lstStyle>
          <a:p>
            <a:pPr lvl="0"/>
            <a:r>
              <a:rPr lang="en-US" dirty="0"/>
              <a:t>Slide Content 2</a:t>
            </a:r>
          </a:p>
          <a:p>
            <a:pPr lvl="1"/>
            <a:r>
              <a:rPr lang="en-US" dirty="0"/>
              <a:t>Second level</a:t>
            </a:r>
          </a:p>
          <a:p>
            <a:pPr lvl="2"/>
            <a:r>
              <a:rPr lang="en-US" dirty="0"/>
              <a:t>Third level</a:t>
            </a:r>
          </a:p>
        </p:txBody>
      </p:sp>
      <p:sp>
        <p:nvSpPr>
          <p:cNvPr id="8" name="Content Placeholder 3">
            <a:extLst>
              <a:ext uri="{FF2B5EF4-FFF2-40B4-BE49-F238E27FC236}">
                <a16:creationId xmlns:a16="http://schemas.microsoft.com/office/drawing/2014/main" id="{3356A590-66B5-4770-8441-82DC031F56EA}"/>
              </a:ext>
            </a:extLst>
          </p:cNvPr>
          <p:cNvSpPr>
            <a:spLocks noGrp="1"/>
          </p:cNvSpPr>
          <p:nvPr>
            <p:ph sz="quarter" idx="15" hasCustomPrompt="1"/>
          </p:nvPr>
        </p:nvSpPr>
        <p:spPr>
          <a:xfrm>
            <a:off x="457201" y="2900944"/>
            <a:ext cx="5220268" cy="673100"/>
          </a:xfrm>
        </p:spPr>
        <p:txBody>
          <a:bodyPr/>
          <a:lstStyle>
            <a:lvl1pPr>
              <a:spcBef>
                <a:spcPts val="1000"/>
              </a:spcBef>
              <a:spcAft>
                <a:spcPts val="0"/>
              </a:spcAft>
              <a:defRPr/>
            </a:lvl1pPr>
          </a:lstStyle>
          <a:p>
            <a:pPr lvl="0"/>
            <a:r>
              <a:rPr lang="en-US" dirty="0"/>
              <a:t>Slide Content 3</a:t>
            </a:r>
          </a:p>
          <a:p>
            <a:pPr lvl="1"/>
            <a:r>
              <a:rPr lang="en-US" dirty="0"/>
              <a:t>Second level</a:t>
            </a:r>
          </a:p>
          <a:p>
            <a:pPr lvl="2"/>
            <a:r>
              <a:rPr lang="en-US" dirty="0"/>
              <a:t>Third level</a:t>
            </a:r>
          </a:p>
        </p:txBody>
      </p:sp>
      <p:sp>
        <p:nvSpPr>
          <p:cNvPr id="11" name="Content Placeholder 4">
            <a:extLst>
              <a:ext uri="{FF2B5EF4-FFF2-40B4-BE49-F238E27FC236}">
                <a16:creationId xmlns:a16="http://schemas.microsoft.com/office/drawing/2014/main" id="{30BD29E5-BD7B-4CD0-9B09-8F8B24F89FBE}"/>
              </a:ext>
            </a:extLst>
          </p:cNvPr>
          <p:cNvSpPr>
            <a:spLocks noGrp="1"/>
          </p:cNvSpPr>
          <p:nvPr>
            <p:ph sz="quarter" idx="16" hasCustomPrompt="1"/>
          </p:nvPr>
        </p:nvSpPr>
        <p:spPr>
          <a:xfrm>
            <a:off x="457201" y="3755354"/>
            <a:ext cx="5220268" cy="698500"/>
          </a:xfrm>
        </p:spPr>
        <p:txBody>
          <a:bodyPr/>
          <a:lstStyle>
            <a:lvl1pPr>
              <a:spcBef>
                <a:spcPts val="1000"/>
              </a:spcBef>
              <a:spcAft>
                <a:spcPts val="0"/>
              </a:spcAft>
              <a:defRPr/>
            </a:lvl1pPr>
          </a:lstStyle>
          <a:p>
            <a:pPr lvl="0"/>
            <a:r>
              <a:rPr lang="en-US" dirty="0"/>
              <a:t>Slide Content 4</a:t>
            </a:r>
          </a:p>
          <a:p>
            <a:pPr lvl="1"/>
            <a:r>
              <a:rPr lang="en-US" dirty="0"/>
              <a:t>Second level</a:t>
            </a:r>
          </a:p>
          <a:p>
            <a:pPr lvl="2"/>
            <a:r>
              <a:rPr lang="en-US" dirty="0"/>
              <a:t>Third level</a:t>
            </a:r>
          </a:p>
        </p:txBody>
      </p:sp>
      <p:sp>
        <p:nvSpPr>
          <p:cNvPr id="13" name="Content Placeholder 5">
            <a:extLst>
              <a:ext uri="{FF2B5EF4-FFF2-40B4-BE49-F238E27FC236}">
                <a16:creationId xmlns:a16="http://schemas.microsoft.com/office/drawing/2014/main" id="{E908CA92-5DB2-4DC0-937B-1B178AA91781}"/>
              </a:ext>
            </a:extLst>
          </p:cNvPr>
          <p:cNvSpPr>
            <a:spLocks noGrp="1"/>
          </p:cNvSpPr>
          <p:nvPr>
            <p:ph sz="quarter" idx="17" hasCustomPrompt="1"/>
          </p:nvPr>
        </p:nvSpPr>
        <p:spPr>
          <a:xfrm>
            <a:off x="457201" y="4635164"/>
            <a:ext cx="5220268" cy="698500"/>
          </a:xfrm>
        </p:spPr>
        <p:txBody>
          <a:bodyPr/>
          <a:lstStyle>
            <a:lvl1pPr>
              <a:spcBef>
                <a:spcPts val="1000"/>
              </a:spcBef>
              <a:spcAft>
                <a:spcPts val="0"/>
              </a:spcAft>
              <a:defRPr/>
            </a:lvl1pPr>
          </a:lstStyle>
          <a:p>
            <a:pPr lvl="0"/>
            <a:r>
              <a:rPr lang="en-US" dirty="0"/>
              <a:t>Slide Content 5</a:t>
            </a:r>
          </a:p>
          <a:p>
            <a:pPr lvl="1"/>
            <a:r>
              <a:rPr lang="en-US" dirty="0"/>
              <a:t>Second level</a:t>
            </a:r>
          </a:p>
          <a:p>
            <a:pPr lvl="2"/>
            <a:r>
              <a:rPr lang="en-US" dirty="0"/>
              <a:t>Third level</a:t>
            </a:r>
          </a:p>
        </p:txBody>
      </p:sp>
      <p:sp>
        <p:nvSpPr>
          <p:cNvPr id="15" name="Content Placeholder 6">
            <a:extLst>
              <a:ext uri="{FF2B5EF4-FFF2-40B4-BE49-F238E27FC236}">
                <a16:creationId xmlns:a16="http://schemas.microsoft.com/office/drawing/2014/main" id="{8B728CCD-2639-461B-9841-57505AC13467}"/>
              </a:ext>
            </a:extLst>
          </p:cNvPr>
          <p:cNvSpPr>
            <a:spLocks noGrp="1"/>
          </p:cNvSpPr>
          <p:nvPr>
            <p:ph sz="quarter" idx="18" hasCustomPrompt="1"/>
          </p:nvPr>
        </p:nvSpPr>
        <p:spPr>
          <a:xfrm>
            <a:off x="457201" y="5514976"/>
            <a:ext cx="5220268" cy="733425"/>
          </a:xfrm>
        </p:spPr>
        <p:txBody>
          <a:bodyPr/>
          <a:lstStyle>
            <a:lvl1pPr>
              <a:spcBef>
                <a:spcPts val="1000"/>
              </a:spcBef>
              <a:spcAft>
                <a:spcPts val="0"/>
              </a:spcAft>
              <a:defRPr/>
            </a:lvl1pPr>
          </a:lstStyle>
          <a:p>
            <a:pPr lvl="0"/>
            <a:r>
              <a:rPr lang="en-US"/>
              <a:t>Slide Content 6</a:t>
            </a:r>
          </a:p>
          <a:p>
            <a:pPr lvl="1"/>
            <a:r>
              <a:rPr lang="en-US"/>
              <a:t>Second level</a:t>
            </a:r>
          </a:p>
          <a:p>
            <a:pPr lvl="2"/>
            <a:r>
              <a:rPr lang="en-US"/>
              <a:t>Third level</a:t>
            </a:r>
            <a:endParaRPr lang="en-US" dirty="0"/>
          </a:p>
        </p:txBody>
      </p:sp>
      <p:sp>
        <p:nvSpPr>
          <p:cNvPr id="12" name="Content Placeholder 6">
            <a:extLst>
              <a:ext uri="{FF2B5EF4-FFF2-40B4-BE49-F238E27FC236}">
                <a16:creationId xmlns:a16="http://schemas.microsoft.com/office/drawing/2014/main" id="{DB5446E9-DDFC-4F9F-AEF5-5E6061E5BD1A}"/>
              </a:ext>
            </a:extLst>
          </p:cNvPr>
          <p:cNvSpPr>
            <a:spLocks noGrp="1"/>
          </p:cNvSpPr>
          <p:nvPr>
            <p:ph sz="quarter" idx="19" hasCustomPrompt="1"/>
          </p:nvPr>
        </p:nvSpPr>
        <p:spPr>
          <a:xfrm>
            <a:off x="6158933" y="1255491"/>
            <a:ext cx="5220268" cy="612477"/>
          </a:xfrm>
        </p:spPr>
        <p:txBody>
          <a:bodyPr/>
          <a:lstStyle>
            <a:lvl1pPr>
              <a:spcBef>
                <a:spcPts val="1000"/>
              </a:spcBef>
              <a:spcAft>
                <a:spcPts val="0"/>
              </a:spcAft>
              <a:defRPr/>
            </a:lvl1pPr>
          </a:lstStyle>
          <a:p>
            <a:pPr lvl="0"/>
            <a:r>
              <a:rPr lang="en-US"/>
              <a:t>Slide Content 6</a:t>
            </a:r>
          </a:p>
          <a:p>
            <a:pPr lvl="1"/>
            <a:r>
              <a:rPr lang="en-US"/>
              <a:t>Second level</a:t>
            </a:r>
          </a:p>
          <a:p>
            <a:pPr lvl="2"/>
            <a:r>
              <a:rPr lang="en-US"/>
              <a:t>Third level</a:t>
            </a:r>
            <a:endParaRPr lang="en-US" dirty="0"/>
          </a:p>
        </p:txBody>
      </p:sp>
      <p:sp>
        <p:nvSpPr>
          <p:cNvPr id="14" name="Content Placeholder 6">
            <a:extLst>
              <a:ext uri="{FF2B5EF4-FFF2-40B4-BE49-F238E27FC236}">
                <a16:creationId xmlns:a16="http://schemas.microsoft.com/office/drawing/2014/main" id="{9BC59DB4-A285-4104-8DAD-21B49267AAD3}"/>
              </a:ext>
            </a:extLst>
          </p:cNvPr>
          <p:cNvSpPr>
            <a:spLocks noGrp="1"/>
          </p:cNvSpPr>
          <p:nvPr>
            <p:ph sz="quarter" idx="20" hasCustomPrompt="1"/>
          </p:nvPr>
        </p:nvSpPr>
        <p:spPr>
          <a:xfrm>
            <a:off x="6158933" y="1998292"/>
            <a:ext cx="5220268" cy="612477"/>
          </a:xfrm>
        </p:spPr>
        <p:txBody>
          <a:bodyPr/>
          <a:lstStyle>
            <a:lvl1pPr>
              <a:spcBef>
                <a:spcPts val="1000"/>
              </a:spcBef>
              <a:spcAft>
                <a:spcPts val="0"/>
              </a:spcAft>
              <a:defRPr/>
            </a:lvl1pPr>
          </a:lstStyle>
          <a:p>
            <a:pPr lvl="0"/>
            <a:r>
              <a:rPr lang="en-US"/>
              <a:t>Slide Content 6</a:t>
            </a:r>
          </a:p>
          <a:p>
            <a:pPr lvl="1"/>
            <a:r>
              <a:rPr lang="en-US"/>
              <a:t>Second level</a:t>
            </a:r>
          </a:p>
          <a:p>
            <a:pPr lvl="2"/>
            <a:r>
              <a:rPr lang="en-US"/>
              <a:t>Third level</a:t>
            </a:r>
            <a:endParaRPr lang="en-US" dirty="0"/>
          </a:p>
        </p:txBody>
      </p:sp>
      <p:sp>
        <p:nvSpPr>
          <p:cNvPr id="16" name="Content Placeholder 6">
            <a:extLst>
              <a:ext uri="{FF2B5EF4-FFF2-40B4-BE49-F238E27FC236}">
                <a16:creationId xmlns:a16="http://schemas.microsoft.com/office/drawing/2014/main" id="{FF319E46-D027-404B-8292-60A07B8E3C98}"/>
              </a:ext>
            </a:extLst>
          </p:cNvPr>
          <p:cNvSpPr>
            <a:spLocks noGrp="1"/>
          </p:cNvSpPr>
          <p:nvPr>
            <p:ph sz="quarter" idx="21" hasCustomPrompt="1"/>
          </p:nvPr>
        </p:nvSpPr>
        <p:spPr>
          <a:xfrm>
            <a:off x="6158931" y="2723531"/>
            <a:ext cx="5220268" cy="612477"/>
          </a:xfrm>
        </p:spPr>
        <p:txBody>
          <a:bodyPr/>
          <a:lstStyle>
            <a:lvl1pPr>
              <a:spcBef>
                <a:spcPts val="1000"/>
              </a:spcBef>
              <a:spcAft>
                <a:spcPts val="0"/>
              </a:spcAft>
              <a:defRPr/>
            </a:lvl1pPr>
          </a:lstStyle>
          <a:p>
            <a:pPr lvl="0"/>
            <a:r>
              <a:rPr lang="en-US"/>
              <a:t>Slide Content 6</a:t>
            </a:r>
          </a:p>
          <a:p>
            <a:pPr lvl="1"/>
            <a:r>
              <a:rPr lang="en-US"/>
              <a:t>Second level</a:t>
            </a:r>
          </a:p>
          <a:p>
            <a:pPr lvl="2"/>
            <a:r>
              <a:rPr lang="en-US"/>
              <a:t>Third level</a:t>
            </a:r>
            <a:endParaRPr lang="en-US" dirty="0"/>
          </a:p>
        </p:txBody>
      </p:sp>
      <p:sp>
        <p:nvSpPr>
          <p:cNvPr id="17" name="Content Placeholder 6">
            <a:extLst>
              <a:ext uri="{FF2B5EF4-FFF2-40B4-BE49-F238E27FC236}">
                <a16:creationId xmlns:a16="http://schemas.microsoft.com/office/drawing/2014/main" id="{E1FA65FE-4DFA-484E-A01C-9BF08B32C20A}"/>
              </a:ext>
            </a:extLst>
          </p:cNvPr>
          <p:cNvSpPr>
            <a:spLocks noGrp="1"/>
          </p:cNvSpPr>
          <p:nvPr>
            <p:ph sz="quarter" idx="22" hasCustomPrompt="1"/>
          </p:nvPr>
        </p:nvSpPr>
        <p:spPr>
          <a:xfrm>
            <a:off x="6158930" y="3528195"/>
            <a:ext cx="5220268" cy="612477"/>
          </a:xfrm>
        </p:spPr>
        <p:txBody>
          <a:bodyPr/>
          <a:lstStyle>
            <a:lvl1pPr>
              <a:spcBef>
                <a:spcPts val="1000"/>
              </a:spcBef>
              <a:spcAft>
                <a:spcPts val="0"/>
              </a:spcAft>
              <a:defRPr/>
            </a:lvl1pPr>
          </a:lstStyle>
          <a:p>
            <a:pPr lvl="0"/>
            <a:r>
              <a:rPr lang="en-US"/>
              <a:t>Slide Content 6</a:t>
            </a:r>
          </a:p>
          <a:p>
            <a:pPr lvl="1"/>
            <a:r>
              <a:rPr lang="en-US"/>
              <a:t>Second level</a:t>
            </a:r>
          </a:p>
          <a:p>
            <a:pPr lvl="2"/>
            <a:r>
              <a:rPr lang="en-US"/>
              <a:t>Third level</a:t>
            </a:r>
            <a:endParaRPr lang="en-US" dirty="0"/>
          </a:p>
        </p:txBody>
      </p:sp>
      <p:sp>
        <p:nvSpPr>
          <p:cNvPr id="18" name="Content Placeholder 6">
            <a:extLst>
              <a:ext uri="{FF2B5EF4-FFF2-40B4-BE49-F238E27FC236}">
                <a16:creationId xmlns:a16="http://schemas.microsoft.com/office/drawing/2014/main" id="{6FE7E90B-1DE9-4A55-9F1D-9EF5F50C09A3}"/>
              </a:ext>
            </a:extLst>
          </p:cNvPr>
          <p:cNvSpPr>
            <a:spLocks noGrp="1"/>
          </p:cNvSpPr>
          <p:nvPr>
            <p:ph sz="quarter" idx="23" hasCustomPrompt="1"/>
          </p:nvPr>
        </p:nvSpPr>
        <p:spPr>
          <a:xfrm>
            <a:off x="6158933" y="4351337"/>
            <a:ext cx="5220268" cy="612477"/>
          </a:xfrm>
        </p:spPr>
        <p:txBody>
          <a:bodyPr/>
          <a:lstStyle>
            <a:lvl1pPr>
              <a:spcBef>
                <a:spcPts val="1000"/>
              </a:spcBef>
              <a:spcAft>
                <a:spcPts val="0"/>
              </a:spcAft>
              <a:defRPr/>
            </a:lvl1pPr>
          </a:lstStyle>
          <a:p>
            <a:pPr lvl="0"/>
            <a:r>
              <a:rPr lang="en-US"/>
              <a:t>Slide Content 6</a:t>
            </a:r>
          </a:p>
          <a:p>
            <a:pPr lvl="1"/>
            <a:r>
              <a:rPr lang="en-US"/>
              <a:t>Second level</a:t>
            </a:r>
          </a:p>
          <a:p>
            <a:pPr lvl="2"/>
            <a:r>
              <a:rPr lang="en-US"/>
              <a:t>Third level</a:t>
            </a:r>
            <a:endParaRPr lang="en-US" dirty="0"/>
          </a:p>
        </p:txBody>
      </p:sp>
      <p:sp>
        <p:nvSpPr>
          <p:cNvPr id="19" name="Content Placeholder 6">
            <a:extLst>
              <a:ext uri="{FF2B5EF4-FFF2-40B4-BE49-F238E27FC236}">
                <a16:creationId xmlns:a16="http://schemas.microsoft.com/office/drawing/2014/main" id="{78067368-CA9E-4B15-AE6A-F50A1D1FEE7F}"/>
              </a:ext>
            </a:extLst>
          </p:cNvPr>
          <p:cNvSpPr>
            <a:spLocks noGrp="1"/>
          </p:cNvSpPr>
          <p:nvPr>
            <p:ph sz="quarter" idx="24" hasCustomPrompt="1"/>
          </p:nvPr>
        </p:nvSpPr>
        <p:spPr>
          <a:xfrm>
            <a:off x="6158933" y="5142673"/>
            <a:ext cx="5220268" cy="612477"/>
          </a:xfrm>
        </p:spPr>
        <p:txBody>
          <a:bodyPr/>
          <a:lstStyle>
            <a:lvl1pPr>
              <a:spcBef>
                <a:spcPts val="1000"/>
              </a:spcBef>
              <a:spcAft>
                <a:spcPts val="0"/>
              </a:spcAft>
              <a:defRPr/>
            </a:lvl1pPr>
          </a:lstStyle>
          <a:p>
            <a:pPr lvl="0"/>
            <a:r>
              <a:rPr lang="en-US"/>
              <a:t>Slide Content 6</a:t>
            </a:r>
          </a:p>
          <a:p>
            <a:pPr lvl="1"/>
            <a:r>
              <a:rPr lang="en-US"/>
              <a:t>Second level</a:t>
            </a:r>
          </a:p>
          <a:p>
            <a:pPr lvl="2"/>
            <a:r>
              <a:rPr lang="en-US"/>
              <a:t>Third level</a:t>
            </a:r>
            <a:endParaRPr lang="en-US" dirty="0"/>
          </a:p>
        </p:txBody>
      </p:sp>
      <p:sp>
        <p:nvSpPr>
          <p:cNvPr id="7" name="Appendix Link">
            <a:extLst>
              <a:ext uri="{FF2B5EF4-FFF2-40B4-BE49-F238E27FC236}">
                <a16:creationId xmlns:a16="http://schemas.microsoft.com/office/drawing/2014/main" id="{24E3FC7A-8095-4466-BF43-4B6D04A5D884}"/>
              </a:ext>
            </a:extLst>
          </p:cNvPr>
          <p:cNvSpPr>
            <a:spLocks noGrp="1"/>
          </p:cNvSpPr>
          <p:nvPr>
            <p:ph type="body" sz="quarter" idx="12" hasCustomPrompt="1"/>
          </p:nvPr>
        </p:nvSpPr>
        <p:spPr>
          <a:xfrm>
            <a:off x="4492752" y="6324600"/>
            <a:ext cx="3206496" cy="190500"/>
          </a:xfrm>
        </p:spPr>
        <p:txBody>
          <a:bodyPr anchor="b">
            <a:noAutofit/>
          </a:bodyPr>
          <a:lstStyle>
            <a:lvl1pPr algn="ctr">
              <a:defRPr sz="900"/>
            </a:lvl1pPr>
          </a:lstStyle>
          <a:p>
            <a:pPr lvl="0"/>
            <a:r>
              <a:rPr lang="en-US" dirty="0"/>
              <a:t>Add text alternative link, if needed.</a:t>
            </a:r>
          </a:p>
        </p:txBody>
      </p:sp>
      <p:sp>
        <p:nvSpPr>
          <p:cNvPr id="9" name="Image Credit">
            <a:extLst>
              <a:ext uri="{FF2B5EF4-FFF2-40B4-BE49-F238E27FC236}">
                <a16:creationId xmlns:a16="http://schemas.microsoft.com/office/drawing/2014/main" id="{29651301-3A88-4CBC-9B7F-A569599DC51F}"/>
              </a:ext>
            </a:extLst>
          </p:cNvPr>
          <p:cNvSpPr>
            <a:spLocks noGrp="1"/>
          </p:cNvSpPr>
          <p:nvPr>
            <p:ph type="body" sz="quarter" idx="13" hasCustomPrompt="1"/>
          </p:nvPr>
        </p:nvSpPr>
        <p:spPr>
          <a:xfrm>
            <a:off x="2082802" y="6684964"/>
            <a:ext cx="9296399" cy="173037"/>
          </a:xfrm>
        </p:spPr>
        <p:txBody>
          <a:bodyPr anchor="ctr">
            <a:noAutofit/>
          </a:bodyPr>
          <a:lstStyle>
            <a:lvl1pPr algn="r">
              <a:defRPr sz="800">
                <a:solidFill>
                  <a:schemeClr val="tx1">
                    <a:lumMod val="65000"/>
                    <a:lumOff val="35000"/>
                  </a:schemeClr>
                </a:solidFill>
              </a:defRPr>
            </a:lvl1pPr>
            <a:lvl2pPr algn="r">
              <a:defRPr sz="900"/>
            </a:lvl2pPr>
            <a:lvl3pPr algn="r">
              <a:defRPr sz="900"/>
            </a:lvl3pPr>
            <a:lvl4pPr algn="r">
              <a:defRPr sz="900"/>
            </a:lvl4pPr>
            <a:lvl5pPr algn="r">
              <a:defRPr sz="900"/>
            </a:lvl5pPr>
          </a:lstStyle>
          <a:p>
            <a:pPr lvl="0"/>
            <a:r>
              <a:rPr lang="en-US" dirty="0"/>
              <a:t>Insert Image Credit Here</a:t>
            </a:r>
          </a:p>
        </p:txBody>
      </p:sp>
      <p:sp>
        <p:nvSpPr>
          <p:cNvPr id="3" name="Slide Number Placeholder">
            <a:extLst>
              <a:ext uri="{FF2B5EF4-FFF2-40B4-BE49-F238E27FC236}">
                <a16:creationId xmlns:a16="http://schemas.microsoft.com/office/drawing/2014/main" id="{745DF60F-BF33-428F-883B-9C19F83780BF}"/>
              </a:ext>
            </a:extLst>
          </p:cNvPr>
          <p:cNvSpPr>
            <a:spLocks noGrp="1"/>
          </p:cNvSpPr>
          <p:nvPr>
            <p:ph type="sldNum" sz="quarter" idx="10"/>
          </p:nvPr>
        </p:nvSpPr>
        <p:spPr>
          <a:xfrm>
            <a:off x="11501883" y="6673531"/>
            <a:ext cx="474453" cy="161396"/>
          </a:xfrm>
          <a:prstGeom prst="rect">
            <a:avLst/>
          </a:prstGeom>
        </p:spPr>
        <p:txBody>
          <a:bodyPr/>
          <a:lstStyle/>
          <a:p>
            <a:fld id="{68151E55-6873-49E2-B8D5-2F265E6F1973}" type="slidenum">
              <a:rPr lang="en-US" smtClean="0"/>
              <a:t>‹#›</a:t>
            </a:fld>
            <a:endParaRPr lang="en-US"/>
          </a:p>
        </p:txBody>
      </p:sp>
    </p:spTree>
    <p:extLst>
      <p:ext uri="{BB962C8B-B14F-4D97-AF65-F5344CB8AC3E}">
        <p14:creationId xmlns:p14="http://schemas.microsoft.com/office/powerpoint/2010/main" val="2251071710"/>
      </p:ext>
    </p:extLst>
  </p:cSld>
  <p:clrMapOvr>
    <a:masterClrMapping/>
  </p:clrMapOvr>
  <p:extLst>
    <p:ext uri="{DCECCB84-F9BA-43D5-87BE-67443E8EF086}">
      <p15:sldGuideLst xmlns:p15="http://schemas.microsoft.com/office/powerpoint/2012/main">
        <p15:guide id="1" orient="horz" pos="2592">
          <p15:clr>
            <a:srgbClr val="FBAE40"/>
          </p15:clr>
        </p15:guide>
        <p15:guide id="2" orient="horz" pos="2736">
          <p15:clr>
            <a:srgbClr val="FBAE40"/>
          </p15:clr>
        </p15:guide>
      </p15:sldGuideLst>
    </p:ext>
  </p:extLst>
</p:sldLayout>
</file>

<file path=ppt/slideLayouts/slideLayout16.xml><?xml version="1.0" encoding="utf-8"?>
<p:sldLayout xmlns:a="http://schemas.openxmlformats.org/drawingml/2006/main" xmlns:r="http://schemas.openxmlformats.org/officeDocument/2006/relationships" xmlns:p="http://schemas.openxmlformats.org/presentationml/2006/main" type="fourObj">
  <p:cSld name="Title and 4 Content">
    <p:spTree>
      <p:nvGrpSpPr>
        <p:cNvPr id="1" name=""/>
        <p:cNvGrpSpPr/>
        <p:nvPr/>
      </p:nvGrpSpPr>
      <p:grpSpPr>
        <a:xfrm>
          <a:off x="0" y="0"/>
          <a:ext cx="0" cy="0"/>
          <a:chOff x="0" y="0"/>
          <a:chExt cx="0" cy="0"/>
        </a:xfrm>
      </p:grpSpPr>
      <p:sp>
        <p:nvSpPr>
          <p:cNvPr id="2" name="Title 1"/>
          <p:cNvSpPr>
            <a:spLocks noGrp="1"/>
          </p:cNvSpPr>
          <p:nvPr>
            <p:ph type="title" sz="quarter"/>
          </p:nvPr>
        </p:nvSpPr>
        <p:spPr>
          <a:xfrm>
            <a:off x="609600" y="274638"/>
            <a:ext cx="10972800" cy="1143000"/>
          </a:xfrm>
        </p:spPr>
        <p:txBody>
          <a:bodyPr/>
          <a:lstStyle/>
          <a:p>
            <a:r>
              <a:rPr lang="en-US"/>
              <a:t>Click to edit Master title style</a:t>
            </a:r>
          </a:p>
        </p:txBody>
      </p:sp>
      <p:sp>
        <p:nvSpPr>
          <p:cNvPr id="3" name="Content Placeholder 2"/>
          <p:cNvSpPr>
            <a:spLocks noGrp="1"/>
          </p:cNvSpPr>
          <p:nvPr>
            <p:ph sz="quarter" idx="1"/>
          </p:nvPr>
        </p:nvSpPr>
        <p:spPr>
          <a:xfrm>
            <a:off x="609600" y="1600200"/>
            <a:ext cx="5384800" cy="21859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quarter" idx="2"/>
          </p:nvPr>
        </p:nvSpPr>
        <p:spPr>
          <a:xfrm>
            <a:off x="6197600" y="1600200"/>
            <a:ext cx="5384800" cy="21859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Content Placeholder 4"/>
          <p:cNvSpPr>
            <a:spLocks noGrp="1"/>
          </p:cNvSpPr>
          <p:nvPr>
            <p:ph sz="quarter" idx="3"/>
          </p:nvPr>
        </p:nvSpPr>
        <p:spPr>
          <a:xfrm>
            <a:off x="609600" y="3938589"/>
            <a:ext cx="5384800" cy="2187575"/>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Content Placeholder 5"/>
          <p:cNvSpPr>
            <a:spLocks noGrp="1"/>
          </p:cNvSpPr>
          <p:nvPr>
            <p:ph sz="quarter" idx="4"/>
          </p:nvPr>
        </p:nvSpPr>
        <p:spPr>
          <a:xfrm>
            <a:off x="6197600" y="3938589"/>
            <a:ext cx="5384800" cy="2187575"/>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Rectangle 4">
            <a:extLst>
              <a:ext uri="{FF2B5EF4-FFF2-40B4-BE49-F238E27FC236}">
                <a16:creationId xmlns:a16="http://schemas.microsoft.com/office/drawing/2014/main" id="{997163B6-3B94-4AF0-B9E9-3DF5546A4886}"/>
              </a:ext>
            </a:extLst>
          </p:cNvPr>
          <p:cNvSpPr>
            <a:spLocks noGrp="1" noChangeArrowheads="1"/>
          </p:cNvSpPr>
          <p:nvPr>
            <p:ph type="dt" sz="half" idx="10"/>
          </p:nvPr>
        </p:nvSpPr>
        <p:spPr>
          <a:ln/>
        </p:spPr>
        <p:txBody>
          <a:bodyPr/>
          <a:lstStyle>
            <a:lvl1pPr>
              <a:defRPr/>
            </a:lvl1pPr>
          </a:lstStyle>
          <a:p>
            <a:pPr>
              <a:defRPr/>
            </a:pPr>
            <a:endParaRPr lang="en-US"/>
          </a:p>
        </p:txBody>
      </p:sp>
      <p:sp>
        <p:nvSpPr>
          <p:cNvPr id="8" name="Rectangle 5">
            <a:extLst>
              <a:ext uri="{FF2B5EF4-FFF2-40B4-BE49-F238E27FC236}">
                <a16:creationId xmlns:a16="http://schemas.microsoft.com/office/drawing/2014/main" id="{35E33C69-A6FF-4A49-A972-57C878D0BDDB}"/>
              </a:ext>
            </a:extLst>
          </p:cNvPr>
          <p:cNvSpPr>
            <a:spLocks noGrp="1" noChangeArrowheads="1"/>
          </p:cNvSpPr>
          <p:nvPr>
            <p:ph type="ftr" sz="quarter" idx="11"/>
          </p:nvPr>
        </p:nvSpPr>
        <p:spPr>
          <a:ln/>
        </p:spPr>
        <p:txBody>
          <a:bodyPr/>
          <a:lstStyle>
            <a:lvl1pPr>
              <a:defRPr/>
            </a:lvl1pPr>
          </a:lstStyle>
          <a:p>
            <a:pPr>
              <a:defRPr/>
            </a:pPr>
            <a:endParaRPr lang="en-US"/>
          </a:p>
        </p:txBody>
      </p:sp>
      <p:sp>
        <p:nvSpPr>
          <p:cNvPr id="9" name="Rectangle 6">
            <a:extLst>
              <a:ext uri="{FF2B5EF4-FFF2-40B4-BE49-F238E27FC236}">
                <a16:creationId xmlns:a16="http://schemas.microsoft.com/office/drawing/2014/main" id="{C328351B-C99B-4004-806D-816F9ADC095F}"/>
              </a:ext>
            </a:extLst>
          </p:cNvPr>
          <p:cNvSpPr>
            <a:spLocks noGrp="1" noChangeArrowheads="1"/>
          </p:cNvSpPr>
          <p:nvPr>
            <p:ph type="sldNum" sz="quarter" idx="12"/>
          </p:nvPr>
        </p:nvSpPr>
        <p:spPr>
          <a:ln/>
        </p:spPr>
        <p:txBody>
          <a:bodyPr/>
          <a:lstStyle>
            <a:lvl1pPr>
              <a:defRPr/>
            </a:lvl1pPr>
          </a:lstStyle>
          <a:p>
            <a:pPr>
              <a:defRPr/>
            </a:pPr>
            <a:fld id="{AB86F2C9-FC13-42C3-9906-CBEE5C04CAA5}" type="slidenum">
              <a:rPr lang="en-US" altLang="en-US"/>
              <a:pPr>
                <a:defRPr/>
              </a:pPr>
              <a:t>‹#›</a:t>
            </a:fld>
            <a:endParaRPr lang="en-US" altLang="en-US"/>
          </a:p>
        </p:txBody>
      </p:sp>
    </p:spTree>
    <p:extLst>
      <p:ext uri="{BB962C8B-B14F-4D97-AF65-F5344CB8AC3E}">
        <p14:creationId xmlns:p14="http://schemas.microsoft.com/office/powerpoint/2010/main" val="2819243846"/>
      </p:ext>
    </p:extLst>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type="txAndObj">
  <p:cSld name="Title, Text, and Content">
    <p:spTree>
      <p:nvGrpSpPr>
        <p:cNvPr id="1" name=""/>
        <p:cNvGrpSpPr/>
        <p:nvPr/>
      </p:nvGrpSpPr>
      <p:grpSpPr>
        <a:xfrm>
          <a:off x="0" y="0"/>
          <a:ext cx="0" cy="0"/>
          <a:chOff x="0" y="0"/>
          <a:chExt cx="0" cy="0"/>
        </a:xfrm>
      </p:grpSpPr>
      <p:sp>
        <p:nvSpPr>
          <p:cNvPr id="2" name="Title 1"/>
          <p:cNvSpPr>
            <a:spLocks noGrp="1"/>
          </p:cNvSpPr>
          <p:nvPr>
            <p:ph type="title"/>
          </p:nvPr>
        </p:nvSpPr>
        <p:spPr>
          <a:xfrm>
            <a:off x="609600" y="274638"/>
            <a:ext cx="10972800" cy="1143000"/>
          </a:xfrm>
        </p:spPr>
        <p:txBody>
          <a:bodyPr/>
          <a:lstStyle/>
          <a:p>
            <a:r>
              <a:rPr lang="en-US"/>
              <a:t>Click to edit Master title style</a:t>
            </a:r>
          </a:p>
        </p:txBody>
      </p:sp>
      <p:sp>
        <p:nvSpPr>
          <p:cNvPr id="3" name="Text Placeholder 2"/>
          <p:cNvSpPr>
            <a:spLocks noGrp="1"/>
          </p:cNvSpPr>
          <p:nvPr>
            <p:ph type="body" sz="half" idx="1"/>
          </p:nvPr>
        </p:nvSpPr>
        <p:spPr>
          <a:xfrm>
            <a:off x="609600" y="1600201"/>
            <a:ext cx="5384800" cy="4525963"/>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6197600" y="1600201"/>
            <a:ext cx="5384800" cy="4525963"/>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Rectangle 4">
            <a:extLst>
              <a:ext uri="{FF2B5EF4-FFF2-40B4-BE49-F238E27FC236}">
                <a16:creationId xmlns:a16="http://schemas.microsoft.com/office/drawing/2014/main" id="{667A89EB-2043-48A9-9C1E-DD523E058944}"/>
              </a:ext>
            </a:extLst>
          </p:cNvPr>
          <p:cNvSpPr>
            <a:spLocks noGrp="1" noChangeArrowheads="1"/>
          </p:cNvSpPr>
          <p:nvPr>
            <p:ph type="dt" sz="half" idx="10"/>
          </p:nvPr>
        </p:nvSpPr>
        <p:spPr>
          <a:ln/>
        </p:spPr>
        <p:txBody>
          <a:bodyPr/>
          <a:lstStyle>
            <a:lvl1pPr>
              <a:defRPr/>
            </a:lvl1pPr>
          </a:lstStyle>
          <a:p>
            <a:pPr>
              <a:defRPr/>
            </a:pPr>
            <a:endParaRPr lang="en-US"/>
          </a:p>
        </p:txBody>
      </p:sp>
      <p:sp>
        <p:nvSpPr>
          <p:cNvPr id="6" name="Rectangle 5">
            <a:extLst>
              <a:ext uri="{FF2B5EF4-FFF2-40B4-BE49-F238E27FC236}">
                <a16:creationId xmlns:a16="http://schemas.microsoft.com/office/drawing/2014/main" id="{3131031F-6D25-4345-B90E-57D26624CCFD}"/>
              </a:ext>
            </a:extLst>
          </p:cNvPr>
          <p:cNvSpPr>
            <a:spLocks noGrp="1" noChangeArrowheads="1"/>
          </p:cNvSpPr>
          <p:nvPr>
            <p:ph type="ftr" sz="quarter" idx="11"/>
          </p:nvPr>
        </p:nvSpPr>
        <p:spPr>
          <a:ln/>
        </p:spPr>
        <p:txBody>
          <a:bodyPr/>
          <a:lstStyle>
            <a:lvl1pPr>
              <a:defRPr/>
            </a:lvl1pPr>
          </a:lstStyle>
          <a:p>
            <a:pPr>
              <a:defRPr/>
            </a:pPr>
            <a:endParaRPr lang="en-US"/>
          </a:p>
        </p:txBody>
      </p:sp>
      <p:sp>
        <p:nvSpPr>
          <p:cNvPr id="7" name="Rectangle 6">
            <a:extLst>
              <a:ext uri="{FF2B5EF4-FFF2-40B4-BE49-F238E27FC236}">
                <a16:creationId xmlns:a16="http://schemas.microsoft.com/office/drawing/2014/main" id="{3CC9669B-8073-4F92-8B42-DE0CAF3FBACD}"/>
              </a:ext>
            </a:extLst>
          </p:cNvPr>
          <p:cNvSpPr>
            <a:spLocks noGrp="1" noChangeArrowheads="1"/>
          </p:cNvSpPr>
          <p:nvPr>
            <p:ph type="sldNum" sz="quarter" idx="12"/>
          </p:nvPr>
        </p:nvSpPr>
        <p:spPr>
          <a:ln/>
        </p:spPr>
        <p:txBody>
          <a:bodyPr/>
          <a:lstStyle>
            <a:lvl1pPr>
              <a:defRPr/>
            </a:lvl1pPr>
          </a:lstStyle>
          <a:p>
            <a:pPr>
              <a:defRPr/>
            </a:pPr>
            <a:fld id="{79CDCC20-8F2A-4A1D-8746-08A9483A3742}" type="slidenum">
              <a:rPr lang="en-US" altLang="en-US"/>
              <a:pPr>
                <a:defRPr/>
              </a:pPr>
              <a:t>‹#›</a:t>
            </a:fld>
            <a:endParaRPr lang="en-US" altLang="en-US"/>
          </a:p>
        </p:txBody>
      </p:sp>
    </p:spTree>
    <p:extLst>
      <p:ext uri="{BB962C8B-B14F-4D97-AF65-F5344CB8AC3E}">
        <p14:creationId xmlns:p14="http://schemas.microsoft.com/office/powerpoint/2010/main" val="1069923444"/>
      </p:ext>
    </p:extLst>
  </p:cSld>
  <p:clrMapOvr>
    <a:masterClrMapping/>
  </p:clrMapOvr>
</p:sldLayout>
</file>

<file path=ppt/slideLayouts/slideLayout18.xml><?xml version="1.0" encoding="utf-8"?>
<p:sldLayout xmlns:a="http://schemas.openxmlformats.org/drawingml/2006/main" xmlns:r="http://schemas.openxmlformats.org/officeDocument/2006/relationships" xmlns:p="http://schemas.openxmlformats.org/presentationml/2006/main" type="txAndTwoObj">
  <p:cSld name="Title, Text, and 2 Content">
    <p:spTree>
      <p:nvGrpSpPr>
        <p:cNvPr id="1" name=""/>
        <p:cNvGrpSpPr/>
        <p:nvPr/>
      </p:nvGrpSpPr>
      <p:grpSpPr>
        <a:xfrm>
          <a:off x="0" y="0"/>
          <a:ext cx="0" cy="0"/>
          <a:chOff x="0" y="0"/>
          <a:chExt cx="0" cy="0"/>
        </a:xfrm>
      </p:grpSpPr>
      <p:sp>
        <p:nvSpPr>
          <p:cNvPr id="2" name="Title 1"/>
          <p:cNvSpPr>
            <a:spLocks noGrp="1"/>
          </p:cNvSpPr>
          <p:nvPr>
            <p:ph type="title"/>
          </p:nvPr>
        </p:nvSpPr>
        <p:spPr>
          <a:xfrm>
            <a:off x="609600" y="274638"/>
            <a:ext cx="10972800" cy="1143000"/>
          </a:xfrm>
        </p:spPr>
        <p:txBody>
          <a:bodyPr/>
          <a:lstStyle/>
          <a:p>
            <a:r>
              <a:rPr lang="en-US"/>
              <a:t>Click to edit Master title style</a:t>
            </a:r>
          </a:p>
        </p:txBody>
      </p:sp>
      <p:sp>
        <p:nvSpPr>
          <p:cNvPr id="3" name="Text Placeholder 2"/>
          <p:cNvSpPr>
            <a:spLocks noGrp="1"/>
          </p:cNvSpPr>
          <p:nvPr>
            <p:ph type="body" sz="half" idx="1"/>
          </p:nvPr>
        </p:nvSpPr>
        <p:spPr>
          <a:xfrm>
            <a:off x="609600" y="1600201"/>
            <a:ext cx="5384800" cy="4525963"/>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quarter" idx="2"/>
          </p:nvPr>
        </p:nvSpPr>
        <p:spPr>
          <a:xfrm>
            <a:off x="6197600" y="1600200"/>
            <a:ext cx="5384800" cy="21859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Content Placeholder 4"/>
          <p:cNvSpPr>
            <a:spLocks noGrp="1"/>
          </p:cNvSpPr>
          <p:nvPr>
            <p:ph sz="quarter" idx="3"/>
          </p:nvPr>
        </p:nvSpPr>
        <p:spPr>
          <a:xfrm>
            <a:off x="6197600" y="3938589"/>
            <a:ext cx="5384800" cy="2187575"/>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Rectangle 4">
            <a:extLst>
              <a:ext uri="{FF2B5EF4-FFF2-40B4-BE49-F238E27FC236}">
                <a16:creationId xmlns:a16="http://schemas.microsoft.com/office/drawing/2014/main" id="{8E3519EF-2486-4F6F-9A12-59771F9A97B8}"/>
              </a:ext>
            </a:extLst>
          </p:cNvPr>
          <p:cNvSpPr>
            <a:spLocks noGrp="1" noChangeArrowheads="1"/>
          </p:cNvSpPr>
          <p:nvPr>
            <p:ph type="dt" sz="half" idx="10"/>
          </p:nvPr>
        </p:nvSpPr>
        <p:spPr>
          <a:ln/>
        </p:spPr>
        <p:txBody>
          <a:bodyPr/>
          <a:lstStyle>
            <a:lvl1pPr>
              <a:defRPr/>
            </a:lvl1pPr>
          </a:lstStyle>
          <a:p>
            <a:pPr>
              <a:defRPr/>
            </a:pPr>
            <a:endParaRPr lang="en-US"/>
          </a:p>
        </p:txBody>
      </p:sp>
      <p:sp>
        <p:nvSpPr>
          <p:cNvPr id="7" name="Rectangle 5">
            <a:extLst>
              <a:ext uri="{FF2B5EF4-FFF2-40B4-BE49-F238E27FC236}">
                <a16:creationId xmlns:a16="http://schemas.microsoft.com/office/drawing/2014/main" id="{C45ECEAF-8A4E-49D2-982F-2EF68C1404D6}"/>
              </a:ext>
            </a:extLst>
          </p:cNvPr>
          <p:cNvSpPr>
            <a:spLocks noGrp="1" noChangeArrowheads="1"/>
          </p:cNvSpPr>
          <p:nvPr>
            <p:ph type="ftr" sz="quarter" idx="11"/>
          </p:nvPr>
        </p:nvSpPr>
        <p:spPr>
          <a:ln/>
        </p:spPr>
        <p:txBody>
          <a:bodyPr/>
          <a:lstStyle>
            <a:lvl1pPr>
              <a:defRPr/>
            </a:lvl1pPr>
          </a:lstStyle>
          <a:p>
            <a:pPr>
              <a:defRPr/>
            </a:pPr>
            <a:endParaRPr lang="en-US"/>
          </a:p>
        </p:txBody>
      </p:sp>
      <p:sp>
        <p:nvSpPr>
          <p:cNvPr id="8" name="Rectangle 6">
            <a:extLst>
              <a:ext uri="{FF2B5EF4-FFF2-40B4-BE49-F238E27FC236}">
                <a16:creationId xmlns:a16="http://schemas.microsoft.com/office/drawing/2014/main" id="{C4486369-37ED-4B87-B758-AD4E795F4B3D}"/>
              </a:ext>
            </a:extLst>
          </p:cNvPr>
          <p:cNvSpPr>
            <a:spLocks noGrp="1" noChangeArrowheads="1"/>
          </p:cNvSpPr>
          <p:nvPr>
            <p:ph type="sldNum" sz="quarter" idx="12"/>
          </p:nvPr>
        </p:nvSpPr>
        <p:spPr>
          <a:ln/>
        </p:spPr>
        <p:txBody>
          <a:bodyPr/>
          <a:lstStyle>
            <a:lvl1pPr>
              <a:defRPr/>
            </a:lvl1pPr>
          </a:lstStyle>
          <a:p>
            <a:pPr>
              <a:defRPr/>
            </a:pPr>
            <a:fld id="{2544B431-750A-4446-9447-CC9B1F3B0349}" type="slidenum">
              <a:rPr lang="en-US" altLang="en-US"/>
              <a:pPr>
                <a:defRPr/>
              </a:pPr>
              <a:t>‹#›</a:t>
            </a:fld>
            <a:endParaRPr lang="en-US" altLang="en-US"/>
          </a:p>
        </p:txBody>
      </p:sp>
    </p:spTree>
    <p:extLst>
      <p:ext uri="{BB962C8B-B14F-4D97-AF65-F5344CB8AC3E}">
        <p14:creationId xmlns:p14="http://schemas.microsoft.com/office/powerpoint/2010/main" val="3561939723"/>
      </p:ext>
    </p:extLst>
  </p:cSld>
  <p:clrMapOvr>
    <a:masterClrMapping/>
  </p:clrMapOvr>
</p:sldLayout>
</file>

<file path=ppt/slideLayouts/slideLayout19.xml><?xml version="1.0" encoding="utf-8"?>
<p:sldLayout xmlns:a="http://schemas.openxmlformats.org/drawingml/2006/main" xmlns:r="http://schemas.openxmlformats.org/officeDocument/2006/relationships" xmlns:p="http://schemas.openxmlformats.org/presentationml/2006/main" userDrawn="1">
  <p:cSld name="1_Two Horizontal Main Placeholders">
    <p:spTree>
      <p:nvGrpSpPr>
        <p:cNvPr id="1" name=""/>
        <p:cNvGrpSpPr/>
        <p:nvPr/>
      </p:nvGrpSpPr>
      <p:grpSpPr>
        <a:xfrm>
          <a:off x="0" y="0"/>
          <a:ext cx="0" cy="0"/>
          <a:chOff x="0" y="0"/>
          <a:chExt cx="0" cy="0"/>
        </a:xfrm>
      </p:grpSpPr>
      <p:sp>
        <p:nvSpPr>
          <p:cNvPr id="2" name="Slide Title">
            <a:extLst>
              <a:ext uri="{FF2B5EF4-FFF2-40B4-BE49-F238E27FC236}">
                <a16:creationId xmlns:a16="http://schemas.microsoft.com/office/drawing/2014/main" id="{A4407840-F6A4-4638-BB2F-9FBAA1A81461}"/>
              </a:ext>
            </a:extLst>
          </p:cNvPr>
          <p:cNvSpPr>
            <a:spLocks noGrp="1"/>
          </p:cNvSpPr>
          <p:nvPr>
            <p:ph type="title" hasCustomPrompt="1"/>
          </p:nvPr>
        </p:nvSpPr>
        <p:spPr>
          <a:xfrm>
            <a:off x="457200" y="192491"/>
            <a:ext cx="11277600" cy="903231"/>
          </a:xfrm>
          <a:prstGeom prst="rect">
            <a:avLst/>
          </a:prstGeom>
        </p:spPr>
        <p:txBody>
          <a:bodyPr anchor="ctr">
            <a:normAutofit/>
          </a:bodyPr>
          <a:lstStyle>
            <a:lvl1pPr>
              <a:defRPr sz="4000"/>
            </a:lvl1pPr>
          </a:lstStyle>
          <a:p>
            <a:r>
              <a:rPr lang="en-US" dirty="0"/>
              <a:t>Slide Title</a:t>
            </a:r>
          </a:p>
        </p:txBody>
      </p:sp>
      <p:sp>
        <p:nvSpPr>
          <p:cNvPr id="5" name="Content Placeholder 1">
            <a:extLst>
              <a:ext uri="{FF2B5EF4-FFF2-40B4-BE49-F238E27FC236}">
                <a16:creationId xmlns:a16="http://schemas.microsoft.com/office/drawing/2014/main" id="{D13536C2-DC17-4031-9948-17E37EF99112}"/>
              </a:ext>
            </a:extLst>
          </p:cNvPr>
          <p:cNvSpPr>
            <a:spLocks noGrp="1"/>
          </p:cNvSpPr>
          <p:nvPr>
            <p:ph sz="quarter" idx="11" hasCustomPrompt="1"/>
          </p:nvPr>
        </p:nvSpPr>
        <p:spPr>
          <a:xfrm>
            <a:off x="457200" y="1276710"/>
            <a:ext cx="11277600" cy="1577327"/>
          </a:xfrm>
          <a:prstGeom prst="rect">
            <a:avLst/>
          </a:prstGeom>
        </p:spPr>
        <p:txBody>
          <a:bodyPr/>
          <a:lstStyle>
            <a:lvl1pPr>
              <a:defRPr/>
            </a:lvl1pPr>
            <a:lvl2pPr marL="292608" indent="-292608">
              <a:spcBef>
                <a:spcPts val="1000"/>
              </a:spcBef>
              <a:spcAft>
                <a:spcPts val="0"/>
              </a:spcAft>
              <a:defRPr/>
            </a:lvl2pPr>
          </a:lstStyle>
          <a:p>
            <a:pPr lvl="0"/>
            <a:r>
              <a:rPr lang="en-US" dirty="0"/>
              <a:t>Slide Content</a:t>
            </a:r>
          </a:p>
          <a:p>
            <a:pPr lvl="1"/>
            <a:r>
              <a:rPr lang="en-US" dirty="0"/>
              <a:t>Second level</a:t>
            </a:r>
          </a:p>
          <a:p>
            <a:pPr lvl="2"/>
            <a:r>
              <a:rPr lang="en-US" dirty="0"/>
              <a:t>Third level</a:t>
            </a:r>
          </a:p>
        </p:txBody>
      </p:sp>
      <p:sp>
        <p:nvSpPr>
          <p:cNvPr id="6" name="Content Placeholder 2">
            <a:extLst>
              <a:ext uri="{FF2B5EF4-FFF2-40B4-BE49-F238E27FC236}">
                <a16:creationId xmlns:a16="http://schemas.microsoft.com/office/drawing/2014/main" id="{0B2D170F-7AF9-40BB-A11B-08474DF5C3AA}"/>
              </a:ext>
            </a:extLst>
          </p:cNvPr>
          <p:cNvSpPr>
            <a:spLocks noGrp="1"/>
          </p:cNvSpPr>
          <p:nvPr>
            <p:ph sz="quarter" idx="14" hasCustomPrompt="1"/>
          </p:nvPr>
        </p:nvSpPr>
        <p:spPr>
          <a:xfrm>
            <a:off x="457200" y="2916384"/>
            <a:ext cx="11277600" cy="1577327"/>
          </a:xfrm>
        </p:spPr>
        <p:txBody>
          <a:bodyPr/>
          <a:lstStyle>
            <a:lvl1pPr>
              <a:defRPr/>
            </a:lvl1pPr>
            <a:lvl2pPr marL="292608" indent="-292608">
              <a:spcBef>
                <a:spcPts val="1000"/>
              </a:spcBef>
              <a:spcAft>
                <a:spcPts val="0"/>
              </a:spcAft>
              <a:defRPr/>
            </a:lvl2pPr>
            <a:lvl4pPr marL="455613" indent="0">
              <a:buNone/>
              <a:defRPr/>
            </a:lvl4pPr>
          </a:lstStyle>
          <a:p>
            <a:pPr lvl="0"/>
            <a:r>
              <a:rPr lang="en-US" dirty="0"/>
              <a:t>Slide Content 2</a:t>
            </a:r>
          </a:p>
          <a:p>
            <a:pPr lvl="1"/>
            <a:r>
              <a:rPr lang="en-US" dirty="0"/>
              <a:t>Second level</a:t>
            </a:r>
          </a:p>
          <a:p>
            <a:pPr lvl="2"/>
            <a:r>
              <a:rPr lang="en-US" dirty="0"/>
              <a:t>Third level</a:t>
            </a:r>
          </a:p>
        </p:txBody>
      </p:sp>
      <p:sp>
        <p:nvSpPr>
          <p:cNvPr id="7" name="Appendix Link">
            <a:extLst>
              <a:ext uri="{FF2B5EF4-FFF2-40B4-BE49-F238E27FC236}">
                <a16:creationId xmlns:a16="http://schemas.microsoft.com/office/drawing/2014/main" id="{24E3FC7A-8095-4466-BF43-4B6D04A5D884}"/>
              </a:ext>
            </a:extLst>
          </p:cNvPr>
          <p:cNvSpPr>
            <a:spLocks noGrp="1"/>
          </p:cNvSpPr>
          <p:nvPr>
            <p:ph type="body" sz="quarter" idx="12" hasCustomPrompt="1"/>
          </p:nvPr>
        </p:nvSpPr>
        <p:spPr>
          <a:xfrm>
            <a:off x="4492752" y="6324600"/>
            <a:ext cx="3206496" cy="190500"/>
          </a:xfrm>
        </p:spPr>
        <p:txBody>
          <a:bodyPr anchor="b">
            <a:noAutofit/>
          </a:bodyPr>
          <a:lstStyle>
            <a:lvl1pPr algn="ctr">
              <a:defRPr sz="900"/>
            </a:lvl1pPr>
          </a:lstStyle>
          <a:p>
            <a:pPr lvl="0"/>
            <a:r>
              <a:rPr lang="en-US" dirty="0"/>
              <a:t>Add text alternative link, if needed.</a:t>
            </a:r>
          </a:p>
        </p:txBody>
      </p:sp>
      <p:sp>
        <p:nvSpPr>
          <p:cNvPr id="9" name="Image Credit">
            <a:extLst>
              <a:ext uri="{FF2B5EF4-FFF2-40B4-BE49-F238E27FC236}">
                <a16:creationId xmlns:a16="http://schemas.microsoft.com/office/drawing/2014/main" id="{29651301-3A88-4CBC-9B7F-A569599DC51F}"/>
              </a:ext>
            </a:extLst>
          </p:cNvPr>
          <p:cNvSpPr>
            <a:spLocks noGrp="1"/>
          </p:cNvSpPr>
          <p:nvPr>
            <p:ph type="body" sz="quarter" idx="13" hasCustomPrompt="1"/>
          </p:nvPr>
        </p:nvSpPr>
        <p:spPr>
          <a:xfrm>
            <a:off x="2082800" y="6684964"/>
            <a:ext cx="9296400" cy="173037"/>
          </a:xfrm>
        </p:spPr>
        <p:txBody>
          <a:bodyPr vert="horz" lIns="91440" tIns="45720" rIns="91440" bIns="45720" rtlCol="0" anchor="ctr">
            <a:noAutofit/>
          </a:bodyPr>
          <a:lstStyle>
            <a:lvl1pPr>
              <a:defRPr lang="en-US" sz="800" dirty="0">
                <a:solidFill>
                  <a:schemeClr val="tx1">
                    <a:lumMod val="65000"/>
                    <a:lumOff val="35000"/>
                  </a:schemeClr>
                </a:solidFill>
              </a:defRPr>
            </a:lvl1pPr>
          </a:lstStyle>
          <a:p>
            <a:pPr lvl="0" algn="r"/>
            <a:r>
              <a:rPr lang="en-US" dirty="0"/>
              <a:t>Insert Image Credit Here</a:t>
            </a:r>
          </a:p>
        </p:txBody>
      </p:sp>
      <p:sp>
        <p:nvSpPr>
          <p:cNvPr id="3" name="Slide Number Placeholder">
            <a:extLst>
              <a:ext uri="{FF2B5EF4-FFF2-40B4-BE49-F238E27FC236}">
                <a16:creationId xmlns:a16="http://schemas.microsoft.com/office/drawing/2014/main" id="{745DF60F-BF33-428F-883B-9C19F83780BF}"/>
              </a:ext>
            </a:extLst>
          </p:cNvPr>
          <p:cNvSpPr>
            <a:spLocks noGrp="1"/>
          </p:cNvSpPr>
          <p:nvPr>
            <p:ph type="sldNum" sz="quarter" idx="10"/>
          </p:nvPr>
        </p:nvSpPr>
        <p:spPr>
          <a:xfrm>
            <a:off x="11501883" y="6673531"/>
            <a:ext cx="474453" cy="161396"/>
          </a:xfrm>
          <a:prstGeom prst="rect">
            <a:avLst/>
          </a:prstGeom>
        </p:spPr>
        <p:txBody>
          <a:bodyPr/>
          <a:lstStyle/>
          <a:p>
            <a:fld id="{68151E55-6873-49E2-B8D5-2F265E6F1973}" type="slidenum">
              <a:rPr lang="en-US" smtClean="0"/>
              <a:t>‹#›</a:t>
            </a:fld>
            <a:endParaRPr lang="en-US"/>
          </a:p>
        </p:txBody>
      </p:sp>
      <p:sp>
        <p:nvSpPr>
          <p:cNvPr id="8" name="Content Placeholder 2">
            <a:extLst>
              <a:ext uri="{FF2B5EF4-FFF2-40B4-BE49-F238E27FC236}">
                <a16:creationId xmlns:a16="http://schemas.microsoft.com/office/drawing/2014/main" id="{7C02FDC4-9007-47FA-8867-BFB4513F337E}"/>
              </a:ext>
            </a:extLst>
          </p:cNvPr>
          <p:cNvSpPr>
            <a:spLocks noGrp="1"/>
          </p:cNvSpPr>
          <p:nvPr>
            <p:ph sz="quarter" idx="15" hasCustomPrompt="1"/>
          </p:nvPr>
        </p:nvSpPr>
        <p:spPr>
          <a:xfrm>
            <a:off x="475667" y="4648198"/>
            <a:ext cx="11277600" cy="1577327"/>
          </a:xfrm>
        </p:spPr>
        <p:txBody>
          <a:bodyPr/>
          <a:lstStyle>
            <a:lvl1pPr>
              <a:defRPr/>
            </a:lvl1pPr>
            <a:lvl2pPr marL="292608" indent="-292608">
              <a:spcBef>
                <a:spcPts val="1000"/>
              </a:spcBef>
              <a:spcAft>
                <a:spcPts val="0"/>
              </a:spcAft>
              <a:defRPr/>
            </a:lvl2pPr>
            <a:lvl4pPr marL="455613" indent="0">
              <a:buNone/>
              <a:defRPr/>
            </a:lvl4pPr>
          </a:lstStyle>
          <a:p>
            <a:pPr lvl="0"/>
            <a:r>
              <a:rPr lang="en-US" dirty="0"/>
              <a:t>Slide Content 2</a:t>
            </a:r>
          </a:p>
          <a:p>
            <a:pPr lvl="1"/>
            <a:r>
              <a:rPr lang="en-US" dirty="0"/>
              <a:t>Second level</a:t>
            </a:r>
          </a:p>
          <a:p>
            <a:pPr lvl="2"/>
            <a:r>
              <a:rPr lang="en-US" dirty="0"/>
              <a:t>Third level</a:t>
            </a:r>
          </a:p>
        </p:txBody>
      </p:sp>
    </p:spTree>
    <p:extLst>
      <p:ext uri="{BB962C8B-B14F-4D97-AF65-F5344CB8AC3E}">
        <p14:creationId xmlns:p14="http://schemas.microsoft.com/office/powerpoint/2010/main" val="2997841575"/>
      </p:ext>
    </p:extLst>
  </p:cSld>
  <p:clrMapOvr>
    <a:masterClrMapping/>
  </p:clrMapOvr>
  <p:extLst>
    <p:ext uri="{DCECCB84-F9BA-43D5-87BE-67443E8EF086}">
      <p15:sldGuideLst xmlns:p15="http://schemas.microsoft.com/office/powerpoint/2012/main">
        <p15:guide id="1" orient="horz" pos="2592">
          <p15:clr>
            <a:srgbClr val="FBAE40"/>
          </p15:clr>
        </p15:guide>
        <p15:guide id="2" orient="horz" pos="2736">
          <p15:clr>
            <a:srgbClr val="FBAE40"/>
          </p15:clr>
        </p15:guide>
      </p15:sldGuideLst>
    </p:ext>
  </p:extLst>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18" Type="http://schemas.openxmlformats.org/officeDocument/2006/relationships/slideLayout" Target="../slideLayouts/slideLayout1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slideLayout" Target="../slideLayouts/slideLayout17.xml"/><Relationship Id="rId2" Type="http://schemas.openxmlformats.org/officeDocument/2006/relationships/slideLayout" Target="../slideLayouts/slideLayout2.xml"/><Relationship Id="rId16" Type="http://schemas.openxmlformats.org/officeDocument/2006/relationships/slideLayout" Target="../slideLayouts/slideLayout16.xml"/><Relationship Id="rId20" Type="http://schemas.openxmlformats.org/officeDocument/2006/relationships/theme" Target="../theme/theme1.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slideLayout" Target="../slideLayouts/slideLayout15.xml"/><Relationship Id="rId10" Type="http://schemas.openxmlformats.org/officeDocument/2006/relationships/slideLayout" Target="../slideLayouts/slideLayout10.xml"/><Relationship Id="rId19" Type="http://schemas.openxmlformats.org/officeDocument/2006/relationships/slideLayout" Target="../slideLayouts/slideLayout19.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6795BBF7-425B-FD40-4FFB-DAEC6171AA2C}"/>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a:extLst>
              <a:ext uri="{FF2B5EF4-FFF2-40B4-BE49-F238E27FC236}">
                <a16:creationId xmlns:a16="http://schemas.microsoft.com/office/drawing/2014/main" id="{552D3006-2C81-C9B5-0BFD-787F28AC79B0}"/>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3B64E384-32B8-8F6A-D8BC-34143A2E13BB}"/>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82000"/>
                  </a:schemeClr>
                </a:solidFill>
              </a:defRPr>
            </a:lvl1pPr>
          </a:lstStyle>
          <a:p>
            <a:endParaRPr lang="en-US"/>
          </a:p>
        </p:txBody>
      </p:sp>
      <p:sp>
        <p:nvSpPr>
          <p:cNvPr id="5" name="Footer Placeholder 4">
            <a:extLst>
              <a:ext uri="{FF2B5EF4-FFF2-40B4-BE49-F238E27FC236}">
                <a16:creationId xmlns:a16="http://schemas.microsoft.com/office/drawing/2014/main" id="{E9F81BBC-EF7F-71A4-CEA3-0E4867B63A7F}"/>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82000"/>
                  </a:schemeClr>
                </a:solidFill>
              </a:defRPr>
            </a:lvl1pPr>
          </a:lstStyle>
          <a:p>
            <a:endParaRPr lang="en-US"/>
          </a:p>
        </p:txBody>
      </p:sp>
      <p:sp>
        <p:nvSpPr>
          <p:cNvPr id="6" name="Slide Number Placeholder 5">
            <a:extLst>
              <a:ext uri="{FF2B5EF4-FFF2-40B4-BE49-F238E27FC236}">
                <a16:creationId xmlns:a16="http://schemas.microsoft.com/office/drawing/2014/main" id="{21A607B4-8C61-4D9F-774D-37B1F3B39433}"/>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82000"/>
                  </a:schemeClr>
                </a:solidFill>
              </a:defRPr>
            </a:lvl1pPr>
          </a:lstStyle>
          <a:p>
            <a:fld id="{E4C8B196-E779-4281-872A-ADBCCF88CE5D}" type="slidenum">
              <a:rPr lang="en-US" smtClean="0"/>
              <a:t>‹#›</a:t>
            </a:fld>
            <a:endParaRPr lang="en-US"/>
          </a:p>
        </p:txBody>
      </p:sp>
    </p:spTree>
    <p:extLst>
      <p:ext uri="{BB962C8B-B14F-4D97-AF65-F5344CB8AC3E}">
        <p14:creationId xmlns:p14="http://schemas.microsoft.com/office/powerpoint/2010/main" val="3275774530"/>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 id="2147483660" r:id="rId12"/>
    <p:sldLayoutId id="2147483661" r:id="rId13"/>
    <p:sldLayoutId id="2147483662" r:id="rId14"/>
    <p:sldLayoutId id="2147483663" r:id="rId15"/>
    <p:sldLayoutId id="2147483665" r:id="rId16"/>
    <p:sldLayoutId id="2147483666" r:id="rId17"/>
    <p:sldLayoutId id="2147483667" r:id="rId18"/>
    <p:sldLayoutId id="2147483668" r:id="rId19"/>
  </p:sldLayoutIdLst>
  <p:hf hdr="0" ftr="0" dt="0"/>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3.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3.xml.rels><?xml version="1.0" encoding="UTF-8" standalone="yes"?>
<Relationships xmlns="http://schemas.openxmlformats.org/package/2006/relationships"><Relationship Id="rId8" Type="http://schemas.openxmlformats.org/officeDocument/2006/relationships/oleObject" Target="../embeddings/oleObject3.bin"/><Relationship Id="rId13" Type="http://schemas.openxmlformats.org/officeDocument/2006/relationships/image" Target="../media/image5.wmf"/><Relationship Id="rId3" Type="http://schemas.openxmlformats.org/officeDocument/2006/relationships/oleObject" Target="../embeddings/oleObject1.bin"/><Relationship Id="rId7" Type="http://schemas.openxmlformats.org/officeDocument/2006/relationships/image" Target="../media/image2.wmf"/><Relationship Id="rId12" Type="http://schemas.openxmlformats.org/officeDocument/2006/relationships/oleObject" Target="../embeddings/oleObject5.bin"/><Relationship Id="rId2" Type="http://schemas.openxmlformats.org/officeDocument/2006/relationships/notesSlide" Target="../notesSlides/notesSlide2.xml"/><Relationship Id="rId16" Type="http://schemas.openxmlformats.org/officeDocument/2006/relationships/image" Target="../media/image8.png"/><Relationship Id="rId1" Type="http://schemas.openxmlformats.org/officeDocument/2006/relationships/slideLayout" Target="../slideLayouts/slideLayout16.xml"/><Relationship Id="rId6" Type="http://schemas.openxmlformats.org/officeDocument/2006/relationships/oleObject" Target="../embeddings/oleObject2.bin"/><Relationship Id="rId11" Type="http://schemas.openxmlformats.org/officeDocument/2006/relationships/image" Target="../media/image4.wmf"/><Relationship Id="rId5" Type="http://schemas.openxmlformats.org/officeDocument/2006/relationships/image" Target="../media/image2.png"/><Relationship Id="rId15" Type="http://schemas.openxmlformats.org/officeDocument/2006/relationships/image" Target="../media/image6.wmf"/><Relationship Id="rId10" Type="http://schemas.openxmlformats.org/officeDocument/2006/relationships/oleObject" Target="../embeddings/oleObject4.bin"/><Relationship Id="rId4" Type="http://schemas.openxmlformats.org/officeDocument/2006/relationships/image" Target="../media/image1.wmf"/><Relationship Id="rId9" Type="http://schemas.openxmlformats.org/officeDocument/2006/relationships/image" Target="../media/image3.wmf"/><Relationship Id="rId14" Type="http://schemas.openxmlformats.org/officeDocument/2006/relationships/oleObject" Target="../embeddings/oleObject6.bin"/></Relationships>
</file>

<file path=ppt/slides/_rels/slide4.xml.rels><?xml version="1.0" encoding="UTF-8" standalone="yes"?>
<Relationships xmlns="http://schemas.openxmlformats.org/package/2006/relationships"><Relationship Id="rId8" Type="http://schemas.openxmlformats.org/officeDocument/2006/relationships/image" Target="../media/image9.wmf"/><Relationship Id="rId3" Type="http://schemas.openxmlformats.org/officeDocument/2006/relationships/oleObject" Target="../embeddings/oleObject7.bin"/><Relationship Id="rId7" Type="http://schemas.openxmlformats.org/officeDocument/2006/relationships/oleObject" Target="../embeddings/oleObject9.bin"/><Relationship Id="rId2" Type="http://schemas.openxmlformats.org/officeDocument/2006/relationships/notesSlide" Target="../notesSlides/notesSlide3.xml"/><Relationship Id="rId1" Type="http://schemas.openxmlformats.org/officeDocument/2006/relationships/slideLayout" Target="../slideLayouts/slideLayout14.xml"/><Relationship Id="rId6" Type="http://schemas.openxmlformats.org/officeDocument/2006/relationships/image" Target="../media/image8.wmf"/><Relationship Id="rId5" Type="http://schemas.openxmlformats.org/officeDocument/2006/relationships/oleObject" Target="../embeddings/oleObject8.bin"/><Relationship Id="rId10" Type="http://schemas.openxmlformats.org/officeDocument/2006/relationships/image" Target="../media/image10.wmf"/><Relationship Id="rId4" Type="http://schemas.openxmlformats.org/officeDocument/2006/relationships/image" Target="../media/image7.wmf"/><Relationship Id="rId9" Type="http://schemas.openxmlformats.org/officeDocument/2006/relationships/oleObject" Target="../embeddings/oleObject10.bin"/></Relationships>
</file>

<file path=ppt/slides/_rels/slide5.xml.rels><?xml version="1.0" encoding="UTF-8" standalone="yes"?>
<Relationships xmlns="http://schemas.openxmlformats.org/package/2006/relationships"><Relationship Id="rId8" Type="http://schemas.openxmlformats.org/officeDocument/2006/relationships/oleObject" Target="../embeddings/oleObject14.bin"/><Relationship Id="rId13" Type="http://schemas.openxmlformats.org/officeDocument/2006/relationships/image" Target="../media/image16.emf"/><Relationship Id="rId3" Type="http://schemas.openxmlformats.org/officeDocument/2006/relationships/image" Target="../media/image11.emf"/><Relationship Id="rId7" Type="http://schemas.openxmlformats.org/officeDocument/2006/relationships/image" Target="../media/image13.emf"/><Relationship Id="rId12" Type="http://schemas.openxmlformats.org/officeDocument/2006/relationships/oleObject" Target="../embeddings/oleObject16.bin"/><Relationship Id="rId2" Type="http://schemas.openxmlformats.org/officeDocument/2006/relationships/oleObject" Target="../embeddings/oleObject11.bin"/><Relationship Id="rId1" Type="http://schemas.openxmlformats.org/officeDocument/2006/relationships/slideLayout" Target="../slideLayouts/slideLayout14.xml"/><Relationship Id="rId6" Type="http://schemas.openxmlformats.org/officeDocument/2006/relationships/oleObject" Target="../embeddings/oleObject13.bin"/><Relationship Id="rId11" Type="http://schemas.openxmlformats.org/officeDocument/2006/relationships/image" Target="../media/image15.wmf"/><Relationship Id="rId5" Type="http://schemas.openxmlformats.org/officeDocument/2006/relationships/image" Target="../media/image12.emf"/><Relationship Id="rId15" Type="http://schemas.openxmlformats.org/officeDocument/2006/relationships/image" Target="../media/image17.emf"/><Relationship Id="rId10" Type="http://schemas.openxmlformats.org/officeDocument/2006/relationships/oleObject" Target="../embeddings/oleObject15.bin"/><Relationship Id="rId4" Type="http://schemas.openxmlformats.org/officeDocument/2006/relationships/oleObject" Target="../embeddings/oleObject12.bin"/><Relationship Id="rId9" Type="http://schemas.openxmlformats.org/officeDocument/2006/relationships/image" Target="../media/image14.wmf"/><Relationship Id="rId14" Type="http://schemas.openxmlformats.org/officeDocument/2006/relationships/oleObject" Target="../embeddings/oleObject17.bin"/></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12.xml"/></Relationships>
</file>

<file path=ppt/slides/_rels/slide7.xml.rels><?xml version="1.0" encoding="UTF-8" standalone="yes"?>
<Relationships xmlns="http://schemas.openxmlformats.org/package/2006/relationships"><Relationship Id="rId2" Type="http://schemas.openxmlformats.org/officeDocument/2006/relationships/image" Target="../media/image18.jpg"/><Relationship Id="rId1" Type="http://schemas.openxmlformats.org/officeDocument/2006/relationships/slideLayout" Target="../slideLayouts/slideLayout12.xml"/></Relationships>
</file>

<file path=ppt/slides/_rels/slide8.xml.rels><?xml version="1.0" encoding="UTF-8" standalone="yes"?>
<Relationships xmlns="http://schemas.openxmlformats.org/package/2006/relationships"><Relationship Id="rId3" Type="http://schemas.openxmlformats.org/officeDocument/2006/relationships/image" Target="../media/image19.wmf"/><Relationship Id="rId7" Type="http://schemas.openxmlformats.org/officeDocument/2006/relationships/image" Target="../media/image21.wmf"/><Relationship Id="rId2" Type="http://schemas.openxmlformats.org/officeDocument/2006/relationships/oleObject" Target="../embeddings/oleObject18.bin"/><Relationship Id="rId1" Type="http://schemas.openxmlformats.org/officeDocument/2006/relationships/slideLayout" Target="../slideLayouts/slideLayout14.xml"/><Relationship Id="rId6" Type="http://schemas.openxmlformats.org/officeDocument/2006/relationships/oleObject" Target="../embeddings/oleObject20.bin"/><Relationship Id="rId5" Type="http://schemas.openxmlformats.org/officeDocument/2006/relationships/image" Target="../media/image20.wmf"/><Relationship Id="rId4" Type="http://schemas.openxmlformats.org/officeDocument/2006/relationships/oleObject" Target="../embeddings/oleObject19.bin"/></Relationships>
</file>

<file path=ppt/slides/_rels/slide9.xml.rels><?xml version="1.0" encoding="UTF-8" standalone="yes"?>
<Relationships xmlns="http://schemas.openxmlformats.org/package/2006/relationships"><Relationship Id="rId3" Type="http://schemas.openxmlformats.org/officeDocument/2006/relationships/oleObject" Target="../embeddings/oleObject21.bin"/><Relationship Id="rId2" Type="http://schemas.openxmlformats.org/officeDocument/2006/relationships/notesSlide" Target="../notesSlides/notesSlide5.xml"/><Relationship Id="rId1" Type="http://schemas.openxmlformats.org/officeDocument/2006/relationships/slideLayout" Target="../slideLayouts/slideLayout17.xml"/><Relationship Id="rId4" Type="http://schemas.openxmlformats.org/officeDocument/2006/relationships/image" Target="../media/image22.wmf"/></Relationships>
</file>

<file path=ppt/slides/_rels/slide10.xml.rels><?xml version="1.0" encoding="UTF-8" standalone="yes"?>
<Relationships xmlns="http://schemas.openxmlformats.org/package/2006/relationships"><Relationship Id="rId3" Type="http://schemas.openxmlformats.org/officeDocument/2006/relationships/oleObject" Target="../embeddings/oleObject22.bin"/><Relationship Id="rId2" Type="http://schemas.openxmlformats.org/officeDocument/2006/relationships/notesSlide" Target="../notesSlides/notesSlide6.xml"/><Relationship Id="rId1" Type="http://schemas.openxmlformats.org/officeDocument/2006/relationships/slideLayout" Target="../slideLayouts/slideLayout17.xml"/><Relationship Id="rId4" Type="http://schemas.openxmlformats.org/officeDocument/2006/relationships/image" Target="../media/image23.wmf"/></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8" Type="http://schemas.openxmlformats.org/officeDocument/2006/relationships/image" Target="../media/image26.emf"/><Relationship Id="rId13" Type="http://schemas.openxmlformats.org/officeDocument/2006/relationships/image" Target="../media/image31.png"/><Relationship Id="rId3" Type="http://schemas.openxmlformats.org/officeDocument/2006/relationships/oleObject" Target="../embeddings/oleObject23.bin"/><Relationship Id="rId7" Type="http://schemas.openxmlformats.org/officeDocument/2006/relationships/oleObject" Target="../embeddings/oleObject25.bin"/><Relationship Id="rId12" Type="http://schemas.openxmlformats.org/officeDocument/2006/relationships/image" Target="../media/image28.wmf"/><Relationship Id="rId2" Type="http://schemas.openxmlformats.org/officeDocument/2006/relationships/notesSlide" Target="../notesSlides/notesSlide8.xml"/><Relationship Id="rId1" Type="http://schemas.openxmlformats.org/officeDocument/2006/relationships/slideLayout" Target="../slideLayouts/slideLayout2.xml"/><Relationship Id="rId6" Type="http://schemas.openxmlformats.org/officeDocument/2006/relationships/image" Target="../media/image25.emf"/><Relationship Id="rId11" Type="http://schemas.openxmlformats.org/officeDocument/2006/relationships/oleObject" Target="../embeddings/oleObject27.bin"/><Relationship Id="rId5" Type="http://schemas.openxmlformats.org/officeDocument/2006/relationships/oleObject" Target="../embeddings/oleObject24.bin"/><Relationship Id="rId10" Type="http://schemas.openxmlformats.org/officeDocument/2006/relationships/image" Target="../media/image27.emf"/><Relationship Id="rId4" Type="http://schemas.openxmlformats.org/officeDocument/2006/relationships/image" Target="../media/image24.emf"/><Relationship Id="rId9" Type="http://schemas.openxmlformats.org/officeDocument/2006/relationships/oleObject" Target="../embeddings/oleObject26.bin"/></Relationships>
</file>

<file path=ppt/slides/_rels/slide13.xml.rels><?xml version="1.0" encoding="UTF-8" standalone="yes"?>
<Relationships xmlns="http://schemas.openxmlformats.org/package/2006/relationships"><Relationship Id="rId3" Type="http://schemas.openxmlformats.org/officeDocument/2006/relationships/image" Target="../media/image32.png"/><Relationship Id="rId2" Type="http://schemas.openxmlformats.org/officeDocument/2006/relationships/notesSlide" Target="../notesSlides/notesSlide9.xml"/><Relationship Id="rId1" Type="http://schemas.openxmlformats.org/officeDocument/2006/relationships/slideLayout" Target="../slideLayouts/slideLayout14.xml"/><Relationship Id="rId4" Type="http://schemas.openxmlformats.org/officeDocument/2006/relationships/image" Target="../media/image33.png"/></Relationships>
</file>

<file path=ppt/slides/_rels/slide14.xml.rels><?xml version="1.0" encoding="UTF-8" standalone="yes"?>
<Relationships xmlns="http://schemas.openxmlformats.org/package/2006/relationships"><Relationship Id="rId8" Type="http://schemas.openxmlformats.org/officeDocument/2006/relationships/oleObject" Target="../embeddings/oleObject31.bin"/><Relationship Id="rId13" Type="http://schemas.openxmlformats.org/officeDocument/2006/relationships/image" Target="../media/image34.wmf"/><Relationship Id="rId18" Type="http://schemas.openxmlformats.org/officeDocument/2006/relationships/image" Target="../media/image42.png"/><Relationship Id="rId3" Type="http://schemas.openxmlformats.org/officeDocument/2006/relationships/image" Target="../media/image29.wmf"/><Relationship Id="rId7" Type="http://schemas.openxmlformats.org/officeDocument/2006/relationships/image" Target="../media/image31.wmf"/><Relationship Id="rId12" Type="http://schemas.openxmlformats.org/officeDocument/2006/relationships/oleObject" Target="../embeddings/oleObject33.bin"/><Relationship Id="rId17" Type="http://schemas.openxmlformats.org/officeDocument/2006/relationships/image" Target="../media/image36.wmf"/><Relationship Id="rId2" Type="http://schemas.openxmlformats.org/officeDocument/2006/relationships/oleObject" Target="../embeddings/oleObject28.bin"/><Relationship Id="rId16" Type="http://schemas.openxmlformats.org/officeDocument/2006/relationships/oleObject" Target="../embeddings/oleObject35.bin"/><Relationship Id="rId20" Type="http://schemas.openxmlformats.org/officeDocument/2006/relationships/image" Target="../media/image44.png"/><Relationship Id="rId1" Type="http://schemas.openxmlformats.org/officeDocument/2006/relationships/slideLayout" Target="../slideLayouts/slideLayout15.xml"/><Relationship Id="rId6" Type="http://schemas.openxmlformats.org/officeDocument/2006/relationships/oleObject" Target="../embeddings/oleObject30.bin"/><Relationship Id="rId11" Type="http://schemas.openxmlformats.org/officeDocument/2006/relationships/image" Target="../media/image33.wmf"/><Relationship Id="rId5" Type="http://schemas.openxmlformats.org/officeDocument/2006/relationships/image" Target="../media/image30.wmf"/><Relationship Id="rId15" Type="http://schemas.openxmlformats.org/officeDocument/2006/relationships/image" Target="../media/image35.wmf"/><Relationship Id="rId10" Type="http://schemas.openxmlformats.org/officeDocument/2006/relationships/oleObject" Target="../embeddings/oleObject32.bin"/><Relationship Id="rId19" Type="http://schemas.openxmlformats.org/officeDocument/2006/relationships/image" Target="../media/image43.png"/><Relationship Id="rId4" Type="http://schemas.openxmlformats.org/officeDocument/2006/relationships/oleObject" Target="../embeddings/oleObject29.bin"/><Relationship Id="rId9" Type="http://schemas.openxmlformats.org/officeDocument/2006/relationships/image" Target="../media/image32.wmf"/><Relationship Id="rId14" Type="http://schemas.openxmlformats.org/officeDocument/2006/relationships/oleObject" Target="../embeddings/oleObject34.bin"/></Relationships>
</file>

<file path=ppt/slides/_rels/slide15.xml.rels><?xml version="1.0" encoding="UTF-8" standalone="yes"?>
<Relationships xmlns="http://schemas.openxmlformats.org/package/2006/relationships"><Relationship Id="rId3" Type="http://schemas.openxmlformats.org/officeDocument/2006/relationships/image" Target="../media/image45.png"/><Relationship Id="rId2" Type="http://schemas.openxmlformats.org/officeDocument/2006/relationships/notesSlide" Target="../notesSlides/notesSlide10.xml"/><Relationship Id="rId1" Type="http://schemas.openxmlformats.org/officeDocument/2006/relationships/slideLayout" Target="../slideLayouts/slideLayout18.xml"/><Relationship Id="rId4" Type="http://schemas.openxmlformats.org/officeDocument/2006/relationships/image" Target="../media/image46.png"/></Relationships>
</file>

<file path=ppt/slides/_rels/slide16.xml.rels><?xml version="1.0" encoding="UTF-8" standalone="yes"?>
<Relationships xmlns="http://schemas.openxmlformats.org/package/2006/relationships"><Relationship Id="rId3" Type="http://schemas.openxmlformats.org/officeDocument/2006/relationships/image" Target="../media/image37.png"/><Relationship Id="rId2" Type="http://schemas.openxmlformats.org/officeDocument/2006/relationships/notesSlide" Target="../notesSlides/notesSlide11.xml"/><Relationship Id="rId1" Type="http://schemas.openxmlformats.org/officeDocument/2006/relationships/slideLayout" Target="../slideLayouts/slideLayout17.xml"/><Relationship Id="rId4" Type="http://schemas.openxmlformats.org/officeDocument/2006/relationships/image" Target="../media/image48.png"/></Relationships>
</file>

<file path=ppt/slides/_rels/slide17.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17.xml"/></Relationships>
</file>

<file path=ppt/slides/_rels/slide18.xml.rels><?xml version="1.0" encoding="UTF-8" standalone="yes"?>
<Relationships xmlns="http://schemas.openxmlformats.org/package/2006/relationships"><Relationship Id="rId3" Type="http://schemas.openxmlformats.org/officeDocument/2006/relationships/image" Target="../media/image38.png"/><Relationship Id="rId2" Type="http://schemas.openxmlformats.org/officeDocument/2006/relationships/notesSlide" Target="../notesSlides/notesSlide13.xml"/><Relationship Id="rId1" Type="http://schemas.openxmlformats.org/officeDocument/2006/relationships/slideLayout" Target="../slideLayouts/slideLayout18.xml"/><Relationship Id="rId5" Type="http://schemas.openxmlformats.org/officeDocument/2006/relationships/image" Target="../media/image39.wmf"/><Relationship Id="rId4" Type="http://schemas.openxmlformats.org/officeDocument/2006/relationships/oleObject" Target="../embeddings/oleObject36.bin"/></Relationships>
</file>

<file path=ppt/slides/_rels/slide19.xml.rels><?xml version="1.0" encoding="UTF-8" standalone="yes"?>
<Relationships xmlns="http://schemas.openxmlformats.org/package/2006/relationships"><Relationship Id="rId3" Type="http://schemas.openxmlformats.org/officeDocument/2006/relationships/oleObject" Target="../embeddings/oleObject37.bin"/><Relationship Id="rId2" Type="http://schemas.openxmlformats.org/officeDocument/2006/relationships/notesSlide" Target="../notesSlides/notesSlide14.xml"/><Relationship Id="rId1" Type="http://schemas.openxmlformats.org/officeDocument/2006/relationships/slideLayout" Target="../slideLayouts/slideLayout14.xml"/><Relationship Id="rId6" Type="http://schemas.openxmlformats.org/officeDocument/2006/relationships/image" Target="../media/image41.wmf"/><Relationship Id="rId5" Type="http://schemas.openxmlformats.org/officeDocument/2006/relationships/oleObject" Target="../embeddings/oleObject38.bin"/><Relationship Id="rId4" Type="http://schemas.openxmlformats.org/officeDocument/2006/relationships/image" Target="../media/image40.wmf"/></Relationships>
</file>

<file path=ppt/slides/_rels/slide20.xml.rels><?xml version="1.0" encoding="UTF-8" standalone="yes"?>
<Relationships xmlns="http://schemas.openxmlformats.org/package/2006/relationships"><Relationship Id="rId2" Type="http://schemas.openxmlformats.org/officeDocument/2006/relationships/notesSlide" Target="../notesSlides/notesSlide15.xml"/><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3" Type="http://schemas.openxmlformats.org/officeDocument/2006/relationships/image" Target="../media/image42.jpg"/><Relationship Id="rId2" Type="http://schemas.openxmlformats.org/officeDocument/2006/relationships/notesSlide" Target="../notesSlides/notesSlide16.xml"/><Relationship Id="rId1" Type="http://schemas.openxmlformats.org/officeDocument/2006/relationships/slideLayout" Target="../slideLayouts/slideLayout2.xml"/><Relationship Id="rId5" Type="http://schemas.openxmlformats.org/officeDocument/2006/relationships/image" Target="../media/image43.emf"/><Relationship Id="rId4" Type="http://schemas.openxmlformats.org/officeDocument/2006/relationships/oleObject" Target="../embeddings/oleObject39.bin"/></Relationships>
</file>

<file path=ppt/slides/_rels/slide22.xml.rels><?xml version="1.0" encoding="UTF-8" standalone="yes"?>
<Relationships xmlns="http://schemas.openxmlformats.org/package/2006/relationships"><Relationship Id="rId8" Type="http://schemas.openxmlformats.org/officeDocument/2006/relationships/image" Target="../media/image59.png"/><Relationship Id="rId3" Type="http://schemas.openxmlformats.org/officeDocument/2006/relationships/image" Target="../media/image54.png"/><Relationship Id="rId7" Type="http://schemas.openxmlformats.org/officeDocument/2006/relationships/image" Target="../media/image58.png"/><Relationship Id="rId2" Type="http://schemas.openxmlformats.org/officeDocument/2006/relationships/image" Target="../media/image53.png"/><Relationship Id="rId1" Type="http://schemas.openxmlformats.org/officeDocument/2006/relationships/slideLayout" Target="../slideLayouts/slideLayout2.xml"/><Relationship Id="rId6" Type="http://schemas.openxmlformats.org/officeDocument/2006/relationships/image" Target="../media/image57.png"/><Relationship Id="rId11" Type="http://schemas.openxmlformats.org/officeDocument/2006/relationships/image" Target="../media/image62.png"/><Relationship Id="rId5" Type="http://schemas.openxmlformats.org/officeDocument/2006/relationships/image" Target="../media/image56.png"/><Relationship Id="rId10" Type="http://schemas.openxmlformats.org/officeDocument/2006/relationships/image" Target="../media/image61.png"/><Relationship Id="rId4" Type="http://schemas.openxmlformats.org/officeDocument/2006/relationships/image" Target="../media/image55.png"/><Relationship Id="rId9" Type="http://schemas.openxmlformats.org/officeDocument/2006/relationships/image" Target="../media/image60.png"/></Relationships>
</file>

<file path=ppt/slides/_rels/slide23.xml.rels><?xml version="1.0" encoding="UTF-8" standalone="yes"?>
<Relationships xmlns="http://schemas.openxmlformats.org/package/2006/relationships"><Relationship Id="rId2" Type="http://schemas.openxmlformats.org/officeDocument/2006/relationships/image" Target="../media/image47.png"/><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2" Type="http://schemas.openxmlformats.org/officeDocument/2006/relationships/notesSlide" Target="../notesSlides/notesSlide17.xml"/><Relationship Id="rId1" Type="http://schemas.openxmlformats.org/officeDocument/2006/relationships/slideLayout" Target="../slideLayouts/slideLayout7.xml"/></Relationships>
</file>

<file path=ppt/slides/_rels/slide25.xml.rels><?xml version="1.0" encoding="UTF-8" standalone="yes"?>
<Relationships xmlns="http://schemas.openxmlformats.org/package/2006/relationships"><Relationship Id="rId3" Type="http://schemas.openxmlformats.org/officeDocument/2006/relationships/oleObject" Target="../embeddings/oleObject40.bin"/><Relationship Id="rId7" Type="http://schemas.openxmlformats.org/officeDocument/2006/relationships/image" Target="../media/image65.png"/><Relationship Id="rId2" Type="http://schemas.openxmlformats.org/officeDocument/2006/relationships/notesSlide" Target="../notesSlides/notesSlide18.xml"/><Relationship Id="rId1" Type="http://schemas.openxmlformats.org/officeDocument/2006/relationships/slideLayout" Target="../slideLayouts/slideLayout7.xml"/><Relationship Id="rId6" Type="http://schemas.openxmlformats.org/officeDocument/2006/relationships/image" Target="../media/image48.wmf"/><Relationship Id="rId5" Type="http://schemas.openxmlformats.org/officeDocument/2006/relationships/oleObject" Target="../embeddings/oleObject41.bin"/><Relationship Id="rId4" Type="http://schemas.openxmlformats.org/officeDocument/2006/relationships/image" Target="../media/image28.wmf"/></Relationships>
</file>

<file path=ppt/slides/_rels/slide26.xml.rels><?xml version="1.0" encoding="UTF-8" standalone="yes"?>
<Relationships xmlns="http://schemas.openxmlformats.org/package/2006/relationships"><Relationship Id="rId3" Type="http://schemas.openxmlformats.org/officeDocument/2006/relationships/oleObject" Target="../embeddings/oleObject42.bin"/><Relationship Id="rId2" Type="http://schemas.openxmlformats.org/officeDocument/2006/relationships/notesSlide" Target="../notesSlides/notesSlide19.xml"/><Relationship Id="rId1" Type="http://schemas.openxmlformats.org/officeDocument/2006/relationships/slideLayout" Target="../slideLayouts/slideLayout2.xml"/><Relationship Id="rId4" Type="http://schemas.openxmlformats.org/officeDocument/2006/relationships/image" Target="../media/image49.wmf"/></Relationships>
</file>

<file path=ppt/slides/_rels/slide27.xml.rels><?xml version="1.0" encoding="UTF-8" standalone="yes"?>
<Relationships xmlns="http://schemas.openxmlformats.org/package/2006/relationships"><Relationship Id="rId3" Type="http://schemas.openxmlformats.org/officeDocument/2006/relationships/oleObject" Target="../embeddings/oleObject43.bin"/><Relationship Id="rId2" Type="http://schemas.openxmlformats.org/officeDocument/2006/relationships/notesSlide" Target="../notesSlides/notesSlide20.xml"/><Relationship Id="rId1" Type="http://schemas.openxmlformats.org/officeDocument/2006/relationships/slideLayout" Target="../slideLayouts/slideLayout7.xml"/><Relationship Id="rId4" Type="http://schemas.openxmlformats.org/officeDocument/2006/relationships/image" Target="../media/image50.wmf"/></Relationships>
</file>

<file path=ppt/slides/_rels/slide28.xml.rels><?xml version="1.0" encoding="UTF-8" standalone="yes"?>
<Relationships xmlns="http://schemas.openxmlformats.org/package/2006/relationships"><Relationship Id="rId2" Type="http://schemas.openxmlformats.org/officeDocument/2006/relationships/notesSlide" Target="../notesSlides/notesSlide21.xml"/><Relationship Id="rId1" Type="http://schemas.openxmlformats.org/officeDocument/2006/relationships/slideLayout" Target="../slideLayouts/slideLayout7.xml"/></Relationships>
</file>

<file path=ppt/slides/_rels/slide29.xml.rels><?xml version="1.0" encoding="UTF-8" standalone="yes"?>
<Relationships xmlns="http://schemas.openxmlformats.org/package/2006/relationships"><Relationship Id="rId2" Type="http://schemas.openxmlformats.org/officeDocument/2006/relationships/notesSlide" Target="../notesSlides/notesSlide22.xml"/><Relationship Id="rId1" Type="http://schemas.openxmlformats.org/officeDocument/2006/relationships/slideLayout" Target="../slideLayouts/slideLayout18.xml"/></Relationships>
</file>

<file path=ppt/slides/_rels/slide30.xml.rels><?xml version="1.0" encoding="UTF-8" standalone="yes"?>
<Relationships xmlns="http://schemas.openxmlformats.org/package/2006/relationships"><Relationship Id="rId3" Type="http://schemas.openxmlformats.org/officeDocument/2006/relationships/oleObject" Target="../embeddings/oleObject44.bin"/><Relationship Id="rId2" Type="http://schemas.openxmlformats.org/officeDocument/2006/relationships/notesSlide" Target="../notesSlides/notesSlide23.xml"/><Relationship Id="rId1" Type="http://schemas.openxmlformats.org/officeDocument/2006/relationships/slideLayout" Target="../slideLayouts/slideLayout7.xml"/><Relationship Id="rId6" Type="http://schemas.openxmlformats.org/officeDocument/2006/relationships/image" Target="../media/image52.wmf"/><Relationship Id="rId5" Type="http://schemas.openxmlformats.org/officeDocument/2006/relationships/oleObject" Target="../embeddings/oleObject45.bin"/><Relationship Id="rId4" Type="http://schemas.openxmlformats.org/officeDocument/2006/relationships/image" Target="../media/image51.wmf"/></Relationships>
</file>

<file path=ppt/slides/_rels/slide31.xml.rels><?xml version="1.0" encoding="UTF-8" standalone="yes"?>
<Relationships xmlns="http://schemas.openxmlformats.org/package/2006/relationships"><Relationship Id="rId3" Type="http://schemas.openxmlformats.org/officeDocument/2006/relationships/oleObject" Target="../embeddings/oleObject46.bin"/><Relationship Id="rId2" Type="http://schemas.openxmlformats.org/officeDocument/2006/relationships/notesSlide" Target="../notesSlides/notesSlide24.xml"/><Relationship Id="rId1" Type="http://schemas.openxmlformats.org/officeDocument/2006/relationships/slideLayout" Target="../slideLayouts/slideLayout2.xml"/><Relationship Id="rId4" Type="http://schemas.openxmlformats.org/officeDocument/2006/relationships/image" Target="../media/image53.wmf"/></Relationships>
</file>

<file path=ppt/slides/_rels/slide32.xml.rels><?xml version="1.0" encoding="UTF-8" standalone="yes"?>
<Relationships xmlns="http://schemas.openxmlformats.org/package/2006/relationships"><Relationship Id="rId2" Type="http://schemas.openxmlformats.org/officeDocument/2006/relationships/notesSlide" Target="../notesSlides/notesSlide25.xml"/><Relationship Id="rId1" Type="http://schemas.openxmlformats.org/officeDocument/2006/relationships/slideLayout" Target="../slideLayouts/slideLayout7.xml"/></Relationships>
</file>

<file path=ppt/slides/_rels/slide33.xml.rels><?xml version="1.0" encoding="UTF-8" standalone="yes"?>
<Relationships xmlns="http://schemas.openxmlformats.org/package/2006/relationships"><Relationship Id="rId2" Type="http://schemas.openxmlformats.org/officeDocument/2006/relationships/notesSlide" Target="../notesSlides/notesSlide26.xml"/><Relationship Id="rId1" Type="http://schemas.openxmlformats.org/officeDocument/2006/relationships/slideLayout" Target="../slideLayouts/slideLayout2.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6.xml.rels><?xml version="1.0" encoding="UTF-8" standalone="yes"?>
<Relationships xmlns="http://schemas.openxmlformats.org/package/2006/relationships"><Relationship Id="rId2" Type="http://schemas.openxmlformats.org/officeDocument/2006/relationships/notesSlide" Target="../notesSlides/notesSlide27.xml"/><Relationship Id="rId1" Type="http://schemas.openxmlformats.org/officeDocument/2006/relationships/slideLayout" Target="../slideLayouts/slideLayout7.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8.xml.rels><?xml version="1.0" encoding="UTF-8" standalone="yes"?>
<Relationships xmlns="http://schemas.openxmlformats.org/package/2006/relationships"><Relationship Id="rId3" Type="http://schemas.openxmlformats.org/officeDocument/2006/relationships/oleObject" Target="../embeddings/oleObject47.bin"/><Relationship Id="rId2" Type="http://schemas.openxmlformats.org/officeDocument/2006/relationships/notesSlide" Target="../notesSlides/notesSlide28.xml"/><Relationship Id="rId1" Type="http://schemas.openxmlformats.org/officeDocument/2006/relationships/slideLayout" Target="../slideLayouts/slideLayout18.xml"/><Relationship Id="rId6" Type="http://schemas.openxmlformats.org/officeDocument/2006/relationships/image" Target="../media/image55.wmf"/><Relationship Id="rId5" Type="http://schemas.openxmlformats.org/officeDocument/2006/relationships/oleObject" Target="../embeddings/oleObject48.bin"/><Relationship Id="rId4" Type="http://schemas.openxmlformats.org/officeDocument/2006/relationships/image" Target="../media/image54.wmf"/></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18.xml"/></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1.xml.rels><?xml version="1.0" encoding="UTF-8" standalone="yes"?>
<Relationships xmlns="http://schemas.openxmlformats.org/package/2006/relationships"><Relationship Id="rId2" Type="http://schemas.openxmlformats.org/officeDocument/2006/relationships/notesSlide" Target="../notesSlides/notesSlide29.xml"/><Relationship Id="rId1" Type="http://schemas.openxmlformats.org/officeDocument/2006/relationships/slideLayout" Target="../slideLayouts/slideLayout7.xml"/></Relationships>
</file>

<file path=ppt/slides/_rels/slide42.xml.rels><?xml version="1.0" encoding="UTF-8" standalone="yes"?>
<Relationships xmlns="http://schemas.openxmlformats.org/package/2006/relationships"><Relationship Id="rId2" Type="http://schemas.openxmlformats.org/officeDocument/2006/relationships/notesSlide" Target="../notesSlides/notesSlide30.xml"/><Relationship Id="rId1" Type="http://schemas.openxmlformats.org/officeDocument/2006/relationships/slideLayout" Target="../slideLayouts/slideLayout2.xml"/></Relationships>
</file>

<file path=ppt/slides/_rels/slide43.xml.rels><?xml version="1.0" encoding="UTF-8" standalone="yes"?>
<Relationships xmlns="http://schemas.openxmlformats.org/package/2006/relationships"><Relationship Id="rId3" Type="http://schemas.openxmlformats.org/officeDocument/2006/relationships/oleObject" Target="../embeddings/oleObject49.bin"/><Relationship Id="rId2" Type="http://schemas.openxmlformats.org/officeDocument/2006/relationships/notesSlide" Target="../notesSlides/notesSlide31.xml"/><Relationship Id="rId1" Type="http://schemas.openxmlformats.org/officeDocument/2006/relationships/slideLayout" Target="../slideLayouts/slideLayout2.xml"/><Relationship Id="rId4" Type="http://schemas.openxmlformats.org/officeDocument/2006/relationships/image" Target="../media/image56.wmf"/></Relationships>
</file>

<file path=ppt/slides/_rels/slide4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5.xml.rels><?xml version="1.0" encoding="UTF-8" standalone="yes"?>
<Relationships xmlns="http://schemas.openxmlformats.org/package/2006/relationships"><Relationship Id="rId3" Type="http://schemas.openxmlformats.org/officeDocument/2006/relationships/image" Target="../media/image57.wmf"/><Relationship Id="rId2" Type="http://schemas.openxmlformats.org/officeDocument/2006/relationships/oleObject" Target="../embeddings/oleObject50.bin"/><Relationship Id="rId1" Type="http://schemas.openxmlformats.org/officeDocument/2006/relationships/slideLayout" Target="../slideLayouts/slideLayout7.xml"/><Relationship Id="rId4" Type="http://schemas.openxmlformats.org/officeDocument/2006/relationships/image" Target="../media/image63.png"/></Relationships>
</file>

<file path=ppt/slides/_rels/slide46.xml.rels><?xml version="1.0" encoding="UTF-8" standalone="yes"?>
<Relationships xmlns="http://schemas.openxmlformats.org/package/2006/relationships"><Relationship Id="rId2" Type="http://schemas.openxmlformats.org/officeDocument/2006/relationships/notesSlide" Target="../notesSlides/notesSlide32.xml"/><Relationship Id="rId1" Type="http://schemas.openxmlformats.org/officeDocument/2006/relationships/slideLayout" Target="../slideLayouts/slideLayout2.xml"/></Relationships>
</file>

<file path=ppt/slides/_rels/slide47.xml.rels><?xml version="1.0" encoding="UTF-8" standalone="yes"?>
<Relationships xmlns="http://schemas.openxmlformats.org/package/2006/relationships"><Relationship Id="rId8" Type="http://schemas.openxmlformats.org/officeDocument/2006/relationships/image" Target="../media/image66.wmf"/><Relationship Id="rId3" Type="http://schemas.openxmlformats.org/officeDocument/2006/relationships/oleObject" Target="../embeddings/oleObject51.bin"/><Relationship Id="rId7" Type="http://schemas.openxmlformats.org/officeDocument/2006/relationships/oleObject" Target="../embeddings/oleObject53.bin"/><Relationship Id="rId2" Type="http://schemas.openxmlformats.org/officeDocument/2006/relationships/notesSlide" Target="../notesSlides/notesSlide33.xml"/><Relationship Id="rId1" Type="http://schemas.openxmlformats.org/officeDocument/2006/relationships/slideLayout" Target="../slideLayouts/slideLayout2.xml"/><Relationship Id="rId6" Type="http://schemas.openxmlformats.org/officeDocument/2006/relationships/image" Target="../media/image65.wmf"/><Relationship Id="rId5" Type="http://schemas.openxmlformats.org/officeDocument/2006/relationships/oleObject" Target="../embeddings/oleObject52.bin"/><Relationship Id="rId4" Type="http://schemas.openxmlformats.org/officeDocument/2006/relationships/image" Target="../media/image64.wmf"/></Relationships>
</file>

<file path=ppt/slides/_rels/slide48.xml.rels><?xml version="1.0" encoding="UTF-8" standalone="yes"?>
<Relationships xmlns="http://schemas.openxmlformats.org/package/2006/relationships"><Relationship Id="rId3" Type="http://schemas.openxmlformats.org/officeDocument/2006/relationships/image" Target="../media/image67.png"/><Relationship Id="rId2" Type="http://schemas.openxmlformats.org/officeDocument/2006/relationships/notesSlide" Target="../notesSlides/notesSlide34.xml"/><Relationship Id="rId1" Type="http://schemas.openxmlformats.org/officeDocument/2006/relationships/slideLayout" Target="../slideLayouts/slideLayout4.xml"/><Relationship Id="rId5" Type="http://schemas.openxmlformats.org/officeDocument/2006/relationships/image" Target="../media/image68.wmf"/><Relationship Id="rId4" Type="http://schemas.openxmlformats.org/officeDocument/2006/relationships/oleObject" Target="../embeddings/oleObject54.bin"/></Relationships>
</file>

<file path=ppt/slides/_rels/slide49.xml.rels><?xml version="1.0" encoding="UTF-8" standalone="yes"?>
<Relationships xmlns="http://schemas.openxmlformats.org/package/2006/relationships"><Relationship Id="rId2" Type="http://schemas.openxmlformats.org/officeDocument/2006/relationships/notesSlide" Target="../notesSlides/notesSlide35.xml"/><Relationship Id="rId1" Type="http://schemas.openxmlformats.org/officeDocument/2006/relationships/slideLayout" Target="../slideLayouts/slideLayout2.xml"/></Relationships>
</file>

<file path=ppt/slides/_rels/slide50.xml.rels><?xml version="1.0" encoding="UTF-8" standalone="yes"?>
<Relationships xmlns="http://schemas.openxmlformats.org/package/2006/relationships"><Relationship Id="rId2" Type="http://schemas.openxmlformats.org/officeDocument/2006/relationships/notesSlide" Target="../notesSlides/notesSlide36.xml"/><Relationship Id="rId1" Type="http://schemas.openxmlformats.org/officeDocument/2006/relationships/slideLayout" Target="../slideLayouts/slideLayout2.xml"/></Relationships>
</file>

<file path=ppt/slides/_rels/slide51.xml.rels><?xml version="1.0" encoding="UTF-8" standalone="yes"?>
<Relationships xmlns="http://schemas.openxmlformats.org/package/2006/relationships"><Relationship Id="rId2" Type="http://schemas.openxmlformats.org/officeDocument/2006/relationships/notesSlide" Target="../notesSlides/notesSlide37.xml"/><Relationship Id="rId1" Type="http://schemas.openxmlformats.org/officeDocument/2006/relationships/slideLayout" Target="../slideLayouts/slideLayout12.xml"/></Relationships>
</file>

<file path=ppt/slides/_rels/slide52.xml.rels><?xml version="1.0" encoding="UTF-8" standalone="yes"?>
<Relationships xmlns="http://schemas.openxmlformats.org/package/2006/relationships"><Relationship Id="rId8" Type="http://schemas.openxmlformats.org/officeDocument/2006/relationships/image" Target="../media/image71.wmf"/><Relationship Id="rId3" Type="http://schemas.openxmlformats.org/officeDocument/2006/relationships/oleObject" Target="../embeddings/oleObject55.bin"/><Relationship Id="rId7" Type="http://schemas.openxmlformats.org/officeDocument/2006/relationships/oleObject" Target="../embeddings/oleObject57.bin"/><Relationship Id="rId2" Type="http://schemas.openxmlformats.org/officeDocument/2006/relationships/notesSlide" Target="../notesSlides/notesSlide38.xml"/><Relationship Id="rId1" Type="http://schemas.openxmlformats.org/officeDocument/2006/relationships/slideLayout" Target="../slideLayouts/slideLayout14.xml"/><Relationship Id="rId6" Type="http://schemas.openxmlformats.org/officeDocument/2006/relationships/image" Target="../media/image70.wmf"/><Relationship Id="rId5" Type="http://schemas.openxmlformats.org/officeDocument/2006/relationships/oleObject" Target="../embeddings/oleObject56.bin"/><Relationship Id="rId10" Type="http://schemas.openxmlformats.org/officeDocument/2006/relationships/image" Target="../media/image72.emf"/><Relationship Id="rId4" Type="http://schemas.openxmlformats.org/officeDocument/2006/relationships/image" Target="../media/image69.wmf"/><Relationship Id="rId9" Type="http://schemas.openxmlformats.org/officeDocument/2006/relationships/oleObject" Target="../embeddings/oleObject58.bin"/></Relationships>
</file>

<file path=ppt/slides/_rels/slide53.xml.rels><?xml version="1.0" encoding="UTF-8" standalone="yes"?>
<Relationships xmlns="http://schemas.openxmlformats.org/package/2006/relationships"><Relationship Id="rId8" Type="http://schemas.openxmlformats.org/officeDocument/2006/relationships/oleObject" Target="../embeddings/oleObject62.bin"/><Relationship Id="rId13" Type="http://schemas.openxmlformats.org/officeDocument/2006/relationships/image" Target="../media/image78.wmf"/><Relationship Id="rId3" Type="http://schemas.openxmlformats.org/officeDocument/2006/relationships/image" Target="../media/image73.wmf"/><Relationship Id="rId7" Type="http://schemas.openxmlformats.org/officeDocument/2006/relationships/image" Target="../media/image75.wmf"/><Relationship Id="rId12" Type="http://schemas.openxmlformats.org/officeDocument/2006/relationships/oleObject" Target="../embeddings/oleObject64.bin"/><Relationship Id="rId2" Type="http://schemas.openxmlformats.org/officeDocument/2006/relationships/oleObject" Target="../embeddings/oleObject59.bin"/><Relationship Id="rId1" Type="http://schemas.openxmlformats.org/officeDocument/2006/relationships/slideLayout" Target="../slideLayouts/slideLayout14.xml"/><Relationship Id="rId6" Type="http://schemas.openxmlformats.org/officeDocument/2006/relationships/oleObject" Target="../embeddings/oleObject61.bin"/><Relationship Id="rId11" Type="http://schemas.openxmlformats.org/officeDocument/2006/relationships/image" Target="../media/image77.wmf"/><Relationship Id="rId5" Type="http://schemas.openxmlformats.org/officeDocument/2006/relationships/image" Target="../media/image74.wmf"/><Relationship Id="rId10" Type="http://schemas.openxmlformats.org/officeDocument/2006/relationships/oleObject" Target="../embeddings/oleObject63.bin"/><Relationship Id="rId4" Type="http://schemas.openxmlformats.org/officeDocument/2006/relationships/oleObject" Target="../embeddings/oleObject60.bin"/><Relationship Id="rId9" Type="http://schemas.openxmlformats.org/officeDocument/2006/relationships/image" Target="../media/image76.wmf"/></Relationships>
</file>

<file path=ppt/slides/_rels/slide54.xml.rels><?xml version="1.0" encoding="UTF-8" standalone="yes"?>
<Relationships xmlns="http://schemas.openxmlformats.org/package/2006/relationships"><Relationship Id="rId8" Type="http://schemas.openxmlformats.org/officeDocument/2006/relationships/image" Target="../media/image81.wmf"/><Relationship Id="rId3" Type="http://schemas.openxmlformats.org/officeDocument/2006/relationships/oleObject" Target="../embeddings/oleObject65.bin"/><Relationship Id="rId7" Type="http://schemas.openxmlformats.org/officeDocument/2006/relationships/oleObject" Target="../embeddings/oleObject67.bin"/><Relationship Id="rId2" Type="http://schemas.openxmlformats.org/officeDocument/2006/relationships/notesSlide" Target="../notesSlides/notesSlide39.xml"/><Relationship Id="rId1" Type="http://schemas.openxmlformats.org/officeDocument/2006/relationships/slideLayout" Target="../slideLayouts/slideLayout14.xml"/><Relationship Id="rId6" Type="http://schemas.openxmlformats.org/officeDocument/2006/relationships/image" Target="../media/image80.wmf"/><Relationship Id="rId5" Type="http://schemas.openxmlformats.org/officeDocument/2006/relationships/oleObject" Target="../embeddings/oleObject66.bin"/><Relationship Id="rId10" Type="http://schemas.openxmlformats.org/officeDocument/2006/relationships/image" Target="../media/image82.wmf"/><Relationship Id="rId4" Type="http://schemas.openxmlformats.org/officeDocument/2006/relationships/image" Target="../media/image79.wmf"/><Relationship Id="rId9" Type="http://schemas.openxmlformats.org/officeDocument/2006/relationships/oleObject" Target="../embeddings/oleObject68.bin"/></Relationships>
</file>

<file path=ppt/slides/_rels/slide55.xml.rels><?xml version="1.0" encoding="UTF-8" standalone="yes"?>
<Relationships xmlns="http://schemas.openxmlformats.org/package/2006/relationships"><Relationship Id="rId1" Type="http://schemas.openxmlformats.org/officeDocument/2006/relationships/slideLayout" Target="../slideLayouts/slideLayout19.xml"/></Relationships>
</file>

<file path=ppt/slides/_rels/slide56.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57.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58.xml.rels><?xml version="1.0" encoding="UTF-8" standalone="yes"?>
<Relationships xmlns="http://schemas.openxmlformats.org/package/2006/relationships"><Relationship Id="rId2" Type="http://schemas.openxmlformats.org/officeDocument/2006/relationships/notesSlide" Target="../notesSlides/notesSlide40.xml"/><Relationship Id="rId1" Type="http://schemas.openxmlformats.org/officeDocument/2006/relationships/slideLayout" Target="../slideLayouts/slideLayout12.xml"/></Relationships>
</file>

<file path=ppt/slides/_rels/slide59.xml.rels><?xml version="1.0" encoding="UTF-8" standalone="yes"?>
<Relationships xmlns="http://schemas.openxmlformats.org/package/2006/relationships"><Relationship Id="rId2" Type="http://schemas.openxmlformats.org/officeDocument/2006/relationships/notesSlide" Target="../notesSlides/notesSlide41.xml"/><Relationship Id="rId1" Type="http://schemas.openxmlformats.org/officeDocument/2006/relationships/slideLayout" Target="../slideLayouts/slideLayout19.xml"/></Relationships>
</file>

<file path=ppt/slides/_rels/slide60.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61.xml.rels><?xml version="1.0" encoding="UTF-8" standalone="yes"?>
<Relationships xmlns="http://schemas.openxmlformats.org/package/2006/relationships"><Relationship Id="rId2" Type="http://schemas.openxmlformats.org/officeDocument/2006/relationships/notesSlide" Target="../notesSlides/notesSlide42.xml"/><Relationship Id="rId1" Type="http://schemas.openxmlformats.org/officeDocument/2006/relationships/slideLayout" Target="../slideLayouts/slideLayout13.xml"/></Relationships>
</file>

<file path=ppt/slides/_rels/slide62.xml.rels><?xml version="1.0" encoding="UTF-8" standalone="yes"?>
<Relationships xmlns="http://schemas.openxmlformats.org/package/2006/relationships"><Relationship Id="rId2" Type="http://schemas.openxmlformats.org/officeDocument/2006/relationships/notesSlide" Target="../notesSlides/notesSlide43.xml"/><Relationship Id="rId1" Type="http://schemas.openxmlformats.org/officeDocument/2006/relationships/slideLayout" Target="../slideLayouts/slideLayout19.xml"/></Relationships>
</file>

<file path=ppt/slides/_rels/slide63.xml.rels><?xml version="1.0" encoding="UTF-8" standalone="yes"?>
<Relationships xmlns="http://schemas.openxmlformats.org/package/2006/relationships"><Relationship Id="rId2" Type="http://schemas.openxmlformats.org/officeDocument/2006/relationships/notesSlide" Target="../notesSlides/notesSlide44.xml"/><Relationship Id="rId1" Type="http://schemas.openxmlformats.org/officeDocument/2006/relationships/slideLayout" Target="../slideLayouts/slideLayout14.xml"/></Relationships>
</file>

<file path=ppt/slides/_rels/slide64.xml.rels><?xml version="1.0" encoding="UTF-8" standalone="yes"?>
<Relationships xmlns="http://schemas.openxmlformats.org/package/2006/relationships"><Relationship Id="rId2" Type="http://schemas.openxmlformats.org/officeDocument/2006/relationships/notesSlide" Target="../notesSlides/notesSlide45.xml"/><Relationship Id="rId1" Type="http://schemas.openxmlformats.org/officeDocument/2006/relationships/slideLayout" Target="../slideLayouts/slideLayout19.xml"/></Relationships>
</file>

<file path=ppt/slides/_rels/slide65.xml.rels><?xml version="1.0" encoding="UTF-8" standalone="yes"?>
<Relationships xmlns="http://schemas.openxmlformats.org/package/2006/relationships"><Relationship Id="rId1" Type="http://schemas.openxmlformats.org/officeDocument/2006/relationships/slideLayout" Target="../slideLayouts/slideLayout19.xml"/></Relationships>
</file>

<file path=ppt/slides/_rels/slide66.xml.rels><?xml version="1.0" encoding="UTF-8" standalone="yes"?>
<Relationships xmlns="http://schemas.openxmlformats.org/package/2006/relationships"><Relationship Id="rId1" Type="http://schemas.openxmlformats.org/officeDocument/2006/relationships/slideLayout" Target="../slideLayouts/slideLayout19.xml"/></Relationships>
</file>

<file path=ppt/slides/_rels/slide67.xml.rels><?xml version="1.0" encoding="UTF-8" standalone="yes"?>
<Relationships xmlns="http://schemas.openxmlformats.org/package/2006/relationships"><Relationship Id="rId1" Type="http://schemas.openxmlformats.org/officeDocument/2006/relationships/slideLayout" Target="../slideLayouts/slideLayout19.xml"/></Relationships>
</file>

<file path=ppt/slides/_rels/slide68.xml.rels><?xml version="1.0" encoding="UTF-8" standalone="yes"?>
<Relationships xmlns="http://schemas.openxmlformats.org/package/2006/relationships"><Relationship Id="rId3" Type="http://schemas.openxmlformats.org/officeDocument/2006/relationships/image" Target="../media/image83.png"/><Relationship Id="rId2" Type="http://schemas.openxmlformats.org/officeDocument/2006/relationships/notesSlide" Target="../notesSlides/notesSlide46.xml"/><Relationship Id="rId1" Type="http://schemas.openxmlformats.org/officeDocument/2006/relationships/slideLayout" Target="../slideLayouts/slideLayout1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770BA8E-FA7D-FBD5-3E7A-9B9D8C6742E4}"/>
              </a:ext>
            </a:extLst>
          </p:cNvPr>
          <p:cNvSpPr>
            <a:spLocks noGrp="1"/>
          </p:cNvSpPr>
          <p:nvPr>
            <p:ph type="title"/>
          </p:nvPr>
        </p:nvSpPr>
        <p:spPr>
          <a:xfrm>
            <a:off x="914400" y="192491"/>
            <a:ext cx="10820400" cy="903231"/>
          </a:xfrm>
          <a:ln>
            <a:solidFill>
              <a:schemeClr val="accent1"/>
            </a:solidFill>
          </a:ln>
        </p:spPr>
        <p:txBody>
          <a:bodyPr>
            <a:normAutofit/>
          </a:bodyPr>
          <a:lstStyle/>
          <a:p>
            <a:r>
              <a:rPr lang="en-IN" sz="3200" dirty="0"/>
              <a:t>Common Stock Valuation – Chapter 8</a:t>
            </a:r>
            <a:endParaRPr lang="en-US" sz="3200" dirty="0"/>
          </a:p>
        </p:txBody>
      </p:sp>
      <p:sp>
        <p:nvSpPr>
          <p:cNvPr id="3" name="Content Placeholder 2">
            <a:extLst>
              <a:ext uri="{FF2B5EF4-FFF2-40B4-BE49-F238E27FC236}">
                <a16:creationId xmlns:a16="http://schemas.microsoft.com/office/drawing/2014/main" id="{48A98A0A-80DF-5485-AA8C-677F70E935D3}"/>
              </a:ext>
            </a:extLst>
          </p:cNvPr>
          <p:cNvSpPr>
            <a:spLocks noGrp="1"/>
          </p:cNvSpPr>
          <p:nvPr>
            <p:ph sz="quarter" idx="11"/>
          </p:nvPr>
        </p:nvSpPr>
        <p:spPr>
          <a:xfrm>
            <a:off x="715108" y="1276711"/>
            <a:ext cx="9609992" cy="756371"/>
          </a:xfrm>
        </p:spPr>
        <p:txBody>
          <a:bodyPr/>
          <a:lstStyle/>
          <a:p>
            <a:pPr marL="292608" indent="-292608"/>
            <a:r>
              <a:rPr lang="en-IN" dirty="0"/>
              <a:t>Share of common stock is more difficult to value in practice than a bond for at least three reasons:</a:t>
            </a:r>
          </a:p>
        </p:txBody>
      </p:sp>
      <p:sp>
        <p:nvSpPr>
          <p:cNvPr id="4" name="Content Placeholder 3">
            <a:extLst>
              <a:ext uri="{FF2B5EF4-FFF2-40B4-BE49-F238E27FC236}">
                <a16:creationId xmlns:a16="http://schemas.microsoft.com/office/drawing/2014/main" id="{E98E792E-04C6-C084-6C3D-2C51965FEE1F}"/>
              </a:ext>
            </a:extLst>
          </p:cNvPr>
          <p:cNvSpPr>
            <a:spLocks noGrp="1"/>
          </p:cNvSpPr>
          <p:nvPr>
            <p:ph sz="quarter" idx="14"/>
          </p:nvPr>
        </p:nvSpPr>
        <p:spPr>
          <a:xfrm>
            <a:off x="1866900" y="2130043"/>
            <a:ext cx="8458200" cy="2523752"/>
          </a:xfrm>
        </p:spPr>
        <p:txBody>
          <a:bodyPr/>
          <a:lstStyle/>
          <a:p>
            <a:pPr marL="402336" indent="-402336">
              <a:buFont typeface="+mj-lt"/>
              <a:buAutoNum type="arabicPeriod"/>
            </a:pPr>
            <a:r>
              <a:rPr lang="en-IN" dirty="0"/>
              <a:t>With common stock, not even the promised cash flows are known in advance.</a:t>
            </a:r>
          </a:p>
          <a:p>
            <a:pPr marL="402336" indent="-402336">
              <a:buFont typeface="+mj-lt"/>
              <a:buAutoNum type="arabicPeriod"/>
            </a:pPr>
            <a:r>
              <a:rPr lang="en-IN" dirty="0"/>
              <a:t>Life of the investment is essentially forever because common stock has no maturity.</a:t>
            </a:r>
          </a:p>
          <a:p>
            <a:pPr marL="402336" indent="-402336">
              <a:buFont typeface="+mj-lt"/>
              <a:buAutoNum type="arabicPeriod"/>
            </a:pPr>
            <a:r>
              <a:rPr lang="en-IN" dirty="0"/>
              <a:t>No way to easily observe the rate of return that the market requires.</a:t>
            </a:r>
          </a:p>
        </p:txBody>
      </p:sp>
      <p:sp>
        <p:nvSpPr>
          <p:cNvPr id="7" name="Slide Number Placeholder 6">
            <a:extLst>
              <a:ext uri="{FF2B5EF4-FFF2-40B4-BE49-F238E27FC236}">
                <a16:creationId xmlns:a16="http://schemas.microsoft.com/office/drawing/2014/main" id="{DC9601A3-130C-9FC7-BA38-D9C5C1FD5949}"/>
              </a:ext>
            </a:extLst>
          </p:cNvPr>
          <p:cNvSpPr>
            <a:spLocks noGrp="1"/>
          </p:cNvSpPr>
          <p:nvPr>
            <p:ph type="sldNum" sz="quarter" idx="10"/>
          </p:nvPr>
        </p:nvSpPr>
        <p:spPr/>
        <p:txBody>
          <a:bodyPr/>
          <a:lstStyle/>
          <a:p>
            <a:fld id="{68151E55-6873-49E2-B8D5-2F265E6F1973}" type="slidenum">
              <a:rPr lang="en-US" smtClean="0"/>
              <a:t>1</a:t>
            </a:fld>
            <a:endParaRPr lang="en-US"/>
          </a:p>
        </p:txBody>
      </p:sp>
    </p:spTree>
    <p:extLst>
      <p:ext uri="{BB962C8B-B14F-4D97-AF65-F5344CB8AC3E}">
        <p14:creationId xmlns:p14="http://schemas.microsoft.com/office/powerpoint/2010/main" val="1190596915"/>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33DBEC2-0E9B-4FC0-83A1-9413FE65B96B}"/>
              </a:ext>
            </a:extLst>
          </p:cNvPr>
          <p:cNvSpPr>
            <a:spLocks noGrp="1"/>
          </p:cNvSpPr>
          <p:nvPr>
            <p:ph type="title"/>
          </p:nvPr>
        </p:nvSpPr>
        <p:spPr>
          <a:xfrm>
            <a:off x="457200" y="484464"/>
            <a:ext cx="11277600" cy="792247"/>
          </a:xfrm>
          <a:noFill/>
          <a:ln>
            <a:solidFill>
              <a:schemeClr val="tx1"/>
            </a:solidFill>
          </a:ln>
        </p:spPr>
        <p:txBody>
          <a:bodyPr/>
          <a:lstStyle/>
          <a:p>
            <a:r>
              <a:rPr lang="en-US" altLang="en-US" noProof="0" dirty="0">
                <a:solidFill>
                  <a:schemeClr val="tx1"/>
                </a:solidFill>
              </a:rPr>
              <a:t>Outline</a:t>
            </a:r>
            <a:endParaRPr lang="en-US" dirty="0">
              <a:solidFill>
                <a:schemeClr val="tx1"/>
              </a:solidFill>
            </a:endParaRPr>
          </a:p>
        </p:txBody>
      </p:sp>
      <p:sp>
        <p:nvSpPr>
          <p:cNvPr id="3" name="Content Placeholder 2">
            <a:extLst>
              <a:ext uri="{FF2B5EF4-FFF2-40B4-BE49-F238E27FC236}">
                <a16:creationId xmlns:a16="http://schemas.microsoft.com/office/drawing/2014/main" id="{50CD0158-AABA-482E-BB3D-964FD5130585}"/>
              </a:ext>
            </a:extLst>
          </p:cNvPr>
          <p:cNvSpPr>
            <a:spLocks noGrp="1"/>
          </p:cNvSpPr>
          <p:nvPr>
            <p:ph sz="quarter" idx="11"/>
          </p:nvPr>
        </p:nvSpPr>
        <p:spPr>
          <a:xfrm>
            <a:off x="1562100" y="2050434"/>
            <a:ext cx="9715500" cy="1721133"/>
          </a:xfrm>
        </p:spPr>
        <p:txBody>
          <a:bodyPr/>
          <a:lstStyle/>
          <a:p>
            <a:pPr marL="292608" indent="-292608">
              <a:defRPr/>
            </a:pPr>
            <a:r>
              <a:rPr lang="en-IN" altLang="en-US" dirty="0"/>
              <a:t>Common Stock Valuation. (Dividend Discount Model)</a:t>
            </a:r>
          </a:p>
          <a:p>
            <a:pPr marL="292608" indent="-292608">
              <a:defRPr/>
            </a:pPr>
            <a:r>
              <a:rPr lang="en-IN" altLang="en-US" dirty="0"/>
              <a:t>Required rate of return and its components.</a:t>
            </a:r>
          </a:p>
          <a:p>
            <a:pPr marL="292608" indent="-292608">
              <a:defRPr/>
            </a:pPr>
            <a:r>
              <a:rPr lang="en-IN" altLang="en-US" dirty="0"/>
              <a:t>Stock Valuation using multiples </a:t>
            </a:r>
          </a:p>
          <a:p>
            <a:pPr marL="292608" indent="-292608">
              <a:defRPr/>
            </a:pPr>
            <a:r>
              <a:rPr lang="en-IN" altLang="en-US" dirty="0"/>
              <a:t>Some Features of Common and Preferred Stocks, and Shareholder Rights</a:t>
            </a:r>
          </a:p>
          <a:p>
            <a:pPr marL="292608" indent="-292608">
              <a:defRPr/>
            </a:pPr>
            <a:r>
              <a:rPr lang="en-IN" altLang="en-US" dirty="0"/>
              <a:t>The Stock Markets.</a:t>
            </a:r>
          </a:p>
        </p:txBody>
      </p:sp>
      <p:sp>
        <p:nvSpPr>
          <p:cNvPr id="6" name="Slide Number Placeholder 5">
            <a:extLst>
              <a:ext uri="{FF2B5EF4-FFF2-40B4-BE49-F238E27FC236}">
                <a16:creationId xmlns:a16="http://schemas.microsoft.com/office/drawing/2014/main" id="{F0A96B56-44C5-4D7A-AEC2-0DA9C9C58FDC}"/>
              </a:ext>
            </a:extLst>
          </p:cNvPr>
          <p:cNvSpPr>
            <a:spLocks noGrp="1"/>
          </p:cNvSpPr>
          <p:nvPr>
            <p:ph type="sldNum" sz="quarter" idx="4"/>
          </p:nvPr>
        </p:nvSpPr>
        <p:spPr/>
        <p:txBody>
          <a:bodyPr/>
          <a:lstStyle/>
          <a:p>
            <a:fld id="{68151E55-6873-49E2-B8D5-2F265E6F1973}" type="slidenum">
              <a:rPr lang="en-US" smtClean="0"/>
              <a:pPr/>
              <a:t>2</a:t>
            </a:fld>
            <a:endParaRPr lang="en-US" dirty="0"/>
          </a:p>
        </p:txBody>
      </p:sp>
    </p:spTree>
    <p:extLst>
      <p:ext uri="{BB962C8B-B14F-4D97-AF65-F5344CB8AC3E}">
        <p14:creationId xmlns:p14="http://schemas.microsoft.com/office/powerpoint/2010/main" val="3385083888"/>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171" name="Slide Number Placeholder 8">
            <a:extLst>
              <a:ext uri="{FF2B5EF4-FFF2-40B4-BE49-F238E27FC236}">
                <a16:creationId xmlns:a16="http://schemas.microsoft.com/office/drawing/2014/main" id="{5A6E02E7-D5A1-45D2-9B84-C486729A2B86}"/>
              </a:ext>
            </a:extLst>
          </p:cNvPr>
          <p:cNvSpPr>
            <a:spLocks noGrp="1"/>
          </p:cNvSpPr>
          <p:nvPr>
            <p:ph type="sldNum" sz="quarter" idx="12"/>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har char="•"/>
              <a:defRPr sz="3200">
                <a:solidFill>
                  <a:schemeClr val="tx1"/>
                </a:solidFill>
                <a:latin typeface="Arial" panose="020B0604020202020204" pitchFamily="34" charset="0"/>
              </a:defRPr>
            </a:lvl1pPr>
            <a:lvl2pPr marL="742950" indent="-285750">
              <a:spcBef>
                <a:spcPct val="20000"/>
              </a:spcBef>
              <a:buChar char="–"/>
              <a:defRPr sz="2800">
                <a:solidFill>
                  <a:schemeClr val="tx1"/>
                </a:solidFill>
                <a:latin typeface="Arial" panose="020B0604020202020204" pitchFamily="34" charset="0"/>
              </a:defRPr>
            </a:lvl2pPr>
            <a:lvl3pPr marL="1143000" indent="-228600">
              <a:spcBef>
                <a:spcPct val="20000"/>
              </a:spcBef>
              <a:buChar char="•"/>
              <a:defRPr sz="2400">
                <a:solidFill>
                  <a:schemeClr val="tx1"/>
                </a:solidFill>
                <a:latin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defRPr>
            </a:lvl9pPr>
          </a:lstStyle>
          <a:p>
            <a:pPr>
              <a:spcBef>
                <a:spcPct val="0"/>
              </a:spcBef>
              <a:buFontTx/>
              <a:buNone/>
            </a:pPr>
            <a:fld id="{207590E6-13C9-413D-AE3F-5B457AD3E7D5}" type="slidenum">
              <a:rPr lang="en-US" altLang="en-US" sz="1400"/>
              <a:pPr>
                <a:spcBef>
                  <a:spcPct val="0"/>
                </a:spcBef>
                <a:buFontTx/>
                <a:buNone/>
              </a:pPr>
              <a:t>3</a:t>
            </a:fld>
            <a:endParaRPr lang="en-US" altLang="en-US" sz="1400"/>
          </a:p>
        </p:txBody>
      </p:sp>
      <p:sp>
        <p:nvSpPr>
          <p:cNvPr id="7172" name="Rectangle 2">
            <a:extLst>
              <a:ext uri="{FF2B5EF4-FFF2-40B4-BE49-F238E27FC236}">
                <a16:creationId xmlns:a16="http://schemas.microsoft.com/office/drawing/2014/main" id="{531EC50B-0D18-471B-B0AA-E438D2F2A0ED}"/>
              </a:ext>
            </a:extLst>
          </p:cNvPr>
          <p:cNvSpPr>
            <a:spLocks noGrp="1" noChangeArrowheads="1"/>
          </p:cNvSpPr>
          <p:nvPr>
            <p:ph type="title" sz="quarter"/>
          </p:nvPr>
        </p:nvSpPr>
        <p:spPr>
          <a:xfrm>
            <a:off x="1087655" y="274638"/>
            <a:ext cx="10266145" cy="411162"/>
          </a:xfrm>
          <a:ln>
            <a:solidFill>
              <a:schemeClr val="tx1"/>
            </a:solidFill>
            <a:miter lim="800000"/>
            <a:headEnd/>
            <a:tailEnd/>
          </a:ln>
        </p:spPr>
        <p:txBody>
          <a:bodyPr>
            <a:noAutofit/>
          </a:bodyPr>
          <a:lstStyle/>
          <a:p>
            <a:pPr eaLnBrk="1" hangingPunct="1"/>
            <a:r>
              <a:rPr lang="en-US" altLang="en-US" sz="3200" dirty="0"/>
              <a:t>Notations</a:t>
            </a:r>
          </a:p>
        </p:txBody>
      </p:sp>
      <p:graphicFrame>
        <p:nvGraphicFramePr>
          <p:cNvPr id="7173" name="Object 4">
            <a:extLst>
              <a:ext uri="{FF2B5EF4-FFF2-40B4-BE49-F238E27FC236}">
                <a16:creationId xmlns:a16="http://schemas.microsoft.com/office/drawing/2014/main" id="{38D4E78F-4195-4AAE-A8E9-C17F943E4D02}"/>
              </a:ext>
            </a:extLst>
          </p:cNvPr>
          <p:cNvGraphicFramePr>
            <a:graphicFrameLocks noGrp="1" noChangeAspect="1"/>
          </p:cNvGraphicFramePr>
          <p:nvPr>
            <p:ph sz="quarter" idx="1"/>
          </p:nvPr>
        </p:nvGraphicFramePr>
        <p:xfrm>
          <a:off x="1752600" y="762000"/>
          <a:ext cx="685800" cy="514350"/>
        </p:xfrm>
        <a:graphic>
          <a:graphicData uri="http://schemas.openxmlformats.org/presentationml/2006/ole">
            <mc:AlternateContent xmlns:mc="http://schemas.openxmlformats.org/markup-compatibility/2006">
              <mc:Choice xmlns:v="urn:schemas-microsoft-com:vml" Requires="v">
                <p:oleObj name="Equation" r:id="rId3" imgW="304668" imgH="228501" progId="Equation.3">
                  <p:embed/>
                </p:oleObj>
              </mc:Choice>
              <mc:Fallback>
                <p:oleObj name="Equation" r:id="rId3" imgW="304668" imgH="228501" progId="Equation.3">
                  <p:embed/>
                  <p:pic>
                    <p:nvPicPr>
                      <p:cNvPr id="7173" name="Object 4">
                        <a:extLst>
                          <a:ext uri="{FF2B5EF4-FFF2-40B4-BE49-F238E27FC236}">
                            <a16:creationId xmlns:a16="http://schemas.microsoft.com/office/drawing/2014/main" id="{38D4E78F-4195-4AAE-A8E9-C17F943E4D02}"/>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1752600" y="762000"/>
                        <a:ext cx="685800" cy="51435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mc:AlternateContent xmlns:mc="http://schemas.openxmlformats.org/markup-compatibility/2006" xmlns:a14="http://schemas.microsoft.com/office/drawing/2010/main">
        <mc:Choice Requires="a14">
          <p:sp>
            <p:nvSpPr>
              <p:cNvPr id="7175" name="Object 12">
                <a:extLst>
                  <a:ext uri="{FF2B5EF4-FFF2-40B4-BE49-F238E27FC236}">
                    <a16:creationId xmlns:a16="http://schemas.microsoft.com/office/drawing/2014/main" id="{D98483D2-CF2D-4059-A1C9-BA401F9AB65A}"/>
                  </a:ext>
                </a:extLst>
              </p:cNvPr>
              <p:cNvSpPr txBox="1">
                <a:spLocks noGrp="1"/>
              </p:cNvSpPr>
              <p:nvPr>
                <p:ph sz="quarter" idx="3"/>
              </p:nvPr>
            </p:nvSpPr>
            <p:spPr bwMode="auto">
              <a:xfrm>
                <a:off x="1752600" y="3502027"/>
                <a:ext cx="1600200" cy="488950"/>
              </a:xfrm>
              <a:prstGeom prst="rect">
                <a:avLst/>
              </a:prstGeom>
              <a:noFill/>
              <a:ln>
                <a:noFill/>
              </a:ln>
              <a:effectLst/>
            </p:spPr>
            <p:txBody>
              <a:bodyPr>
                <a:normAutofit/>
              </a:bodyPr>
              <a:lstStyle/>
              <a:p>
                <a:pPr>
                  <a:buNone/>
                </a:pPr>
                <a14:m>
                  <m:oMathPara xmlns:m="http://schemas.openxmlformats.org/officeDocument/2006/math">
                    <m:oMathParaPr>
                      <m:jc m:val="left"/>
                    </m:oMathParaPr>
                    <m:oMath xmlns:m="http://schemas.openxmlformats.org/officeDocument/2006/math">
                      <m:sSub>
                        <m:sSubPr>
                          <m:ctrlPr>
                            <a:rPr lang="en-US" sz="2400" i="1" smtClean="0">
                              <a:solidFill>
                                <a:srgbClr val="000000"/>
                              </a:solidFill>
                              <a:latin typeface="Cambria Math" panose="02040503050406030204" pitchFamily="18" charset="0"/>
                            </a:rPr>
                          </m:ctrlPr>
                        </m:sSubPr>
                        <m:e>
                          <m:r>
                            <a:rPr lang="en-US" sz="2400" i="1">
                              <a:solidFill>
                                <a:srgbClr val="000000"/>
                              </a:solidFill>
                              <a:latin typeface="Cambria Math" panose="02040503050406030204" pitchFamily="18" charset="0"/>
                            </a:rPr>
                            <m:t>𝐷</m:t>
                          </m:r>
                        </m:e>
                        <m:sub>
                          <m:r>
                            <a:rPr lang="en-US" sz="2400" i="1">
                              <a:solidFill>
                                <a:srgbClr val="000000"/>
                              </a:solidFill>
                              <a:latin typeface="Cambria Math" panose="02040503050406030204" pitchFamily="18" charset="0"/>
                            </a:rPr>
                            <m:t>𝑡</m:t>
                          </m:r>
                        </m:sub>
                      </m:sSub>
                      <m:r>
                        <a:rPr lang="en-US" sz="2400" b="0" i="1" smtClean="0">
                          <a:solidFill>
                            <a:srgbClr val="000000"/>
                          </a:solidFill>
                          <a:latin typeface="Cambria Math" panose="02040503050406030204" pitchFamily="18" charset="0"/>
                        </a:rPr>
                        <m:t>=</m:t>
                      </m:r>
                    </m:oMath>
                  </m:oMathPara>
                </a14:m>
                <a:endParaRPr lang="en-US" sz="2400" dirty="0"/>
              </a:p>
            </p:txBody>
          </p:sp>
        </mc:Choice>
        <mc:Fallback xmlns="">
          <p:sp>
            <p:nvSpPr>
              <p:cNvPr id="7175" name="Object 12">
                <a:extLst>
                  <a:ext uri="{FF2B5EF4-FFF2-40B4-BE49-F238E27FC236}">
                    <a16:creationId xmlns:a16="http://schemas.microsoft.com/office/drawing/2014/main" id="{D98483D2-CF2D-4059-A1C9-BA401F9AB65A}"/>
                  </a:ext>
                </a:extLst>
              </p:cNvPr>
              <p:cNvSpPr txBox="1">
                <a:spLocks noRot="1" noChangeAspect="1" noMove="1" noResize="1" noEditPoints="1" noAdjustHandles="1" noChangeArrowheads="1" noChangeShapeType="1" noTextEdit="1"/>
              </p:cNvSpPr>
              <p:nvPr>
                <p:ph sz="quarter" idx="3"/>
              </p:nvPr>
            </p:nvSpPr>
            <p:spPr bwMode="auto">
              <a:xfrm>
                <a:off x="1752600" y="3502027"/>
                <a:ext cx="1600200" cy="488950"/>
              </a:xfrm>
              <a:prstGeom prst="rect">
                <a:avLst/>
              </a:prstGeom>
              <a:blipFill>
                <a:blip r:embed="rId5"/>
                <a:stretch>
                  <a:fillRect l="-1145"/>
                </a:stretch>
              </a:blipFill>
              <a:ln>
                <a:noFill/>
              </a:ln>
              <a:effectLst/>
            </p:spPr>
            <p:txBody>
              <a:bodyPr/>
              <a:lstStyle/>
              <a:p>
                <a:r>
                  <a:rPr lang="en-US">
                    <a:noFill/>
                  </a:rPr>
                  <a:t> </a:t>
                </a:r>
              </a:p>
            </p:txBody>
          </p:sp>
        </mc:Fallback>
      </mc:AlternateContent>
      <p:sp>
        <p:nvSpPr>
          <p:cNvPr id="7176" name="Text Box 11">
            <a:extLst>
              <a:ext uri="{FF2B5EF4-FFF2-40B4-BE49-F238E27FC236}">
                <a16:creationId xmlns:a16="http://schemas.microsoft.com/office/drawing/2014/main" id="{77C7081F-BE71-435B-A005-D900AB0738A7}"/>
              </a:ext>
            </a:extLst>
          </p:cNvPr>
          <p:cNvSpPr txBox="1">
            <a:spLocks noChangeArrowheads="1"/>
          </p:cNvSpPr>
          <p:nvPr/>
        </p:nvSpPr>
        <p:spPr bwMode="auto">
          <a:xfrm>
            <a:off x="3124200" y="663129"/>
            <a:ext cx="9144000" cy="489364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spcBef>
                <a:spcPct val="20000"/>
              </a:spcBef>
              <a:buChar char="•"/>
              <a:defRPr sz="3200">
                <a:solidFill>
                  <a:schemeClr val="tx1"/>
                </a:solidFill>
                <a:latin typeface="Arial" panose="020B0604020202020204" pitchFamily="34" charset="0"/>
              </a:defRPr>
            </a:lvl1pPr>
            <a:lvl2pPr marL="742950" indent="-285750">
              <a:spcBef>
                <a:spcPct val="20000"/>
              </a:spcBef>
              <a:buChar char="–"/>
              <a:defRPr sz="2800">
                <a:solidFill>
                  <a:schemeClr val="tx1"/>
                </a:solidFill>
                <a:latin typeface="Arial" panose="020B0604020202020204" pitchFamily="34" charset="0"/>
              </a:defRPr>
            </a:lvl2pPr>
            <a:lvl3pPr marL="1143000" indent="-228600">
              <a:spcBef>
                <a:spcPct val="20000"/>
              </a:spcBef>
              <a:buChar char="•"/>
              <a:defRPr sz="2400">
                <a:solidFill>
                  <a:schemeClr val="tx1"/>
                </a:solidFill>
                <a:latin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defRPr>
            </a:lvl9pPr>
          </a:lstStyle>
          <a:p>
            <a:pPr eaLnBrk="1" hangingPunct="1">
              <a:spcBef>
                <a:spcPct val="50000"/>
              </a:spcBef>
              <a:buFontTx/>
              <a:buNone/>
            </a:pPr>
            <a:r>
              <a:rPr lang="en-US" altLang="en-US" sz="2400" dirty="0"/>
              <a:t>    Per share value of Common stock today (Market Price)</a:t>
            </a:r>
          </a:p>
          <a:p>
            <a:pPr eaLnBrk="1" hangingPunct="1">
              <a:spcBef>
                <a:spcPct val="50000"/>
              </a:spcBef>
              <a:buFontTx/>
              <a:buNone/>
            </a:pPr>
            <a:r>
              <a:rPr lang="en-US" altLang="en-US" sz="2400" dirty="0"/>
              <a:t>    Market price at the end of period 1</a:t>
            </a:r>
          </a:p>
          <a:p>
            <a:pPr eaLnBrk="1" hangingPunct="1">
              <a:spcBef>
                <a:spcPct val="50000"/>
              </a:spcBef>
              <a:buFontTx/>
              <a:buNone/>
            </a:pPr>
            <a:r>
              <a:rPr lang="en-US" altLang="en-US" sz="2400" dirty="0"/>
              <a:t>    Market price at the end of period t</a:t>
            </a:r>
          </a:p>
          <a:p>
            <a:pPr eaLnBrk="1" hangingPunct="1">
              <a:spcBef>
                <a:spcPct val="50000"/>
              </a:spcBef>
              <a:buFontTx/>
              <a:buNone/>
            </a:pPr>
            <a:r>
              <a:rPr lang="en-US" altLang="en-US" sz="2400" dirty="0"/>
              <a:t>    Current or last dividend paid per share  </a:t>
            </a:r>
          </a:p>
          <a:p>
            <a:pPr eaLnBrk="1" hangingPunct="1">
              <a:spcBef>
                <a:spcPct val="50000"/>
              </a:spcBef>
              <a:buFontTx/>
              <a:buNone/>
            </a:pPr>
            <a:r>
              <a:rPr lang="en-US" altLang="en-US" sz="2400" dirty="0"/>
              <a:t>   Per-share dividend expected at the end of period 1</a:t>
            </a:r>
          </a:p>
          <a:p>
            <a:pPr eaLnBrk="1" hangingPunct="1">
              <a:spcBef>
                <a:spcPct val="50000"/>
              </a:spcBef>
              <a:buFontTx/>
              <a:buNone/>
            </a:pPr>
            <a:r>
              <a:rPr lang="en-US" altLang="en-US" sz="2400" dirty="0"/>
              <a:t>    Per-share dividend expected at the end of period t</a:t>
            </a:r>
          </a:p>
          <a:p>
            <a:pPr eaLnBrk="1" hangingPunct="1">
              <a:spcBef>
                <a:spcPct val="50000"/>
              </a:spcBef>
              <a:buFontTx/>
              <a:buNone/>
            </a:pPr>
            <a:r>
              <a:rPr lang="en-US" altLang="en-US" sz="2400" dirty="0"/>
              <a:t>   Growth rate in dividends</a:t>
            </a:r>
          </a:p>
          <a:p>
            <a:pPr eaLnBrk="1" hangingPunct="1">
              <a:spcBef>
                <a:spcPct val="50000"/>
              </a:spcBef>
              <a:buFontTx/>
              <a:buNone/>
            </a:pPr>
            <a:r>
              <a:rPr lang="en-US" altLang="en-US" sz="2400" dirty="0"/>
              <a:t>    Required return on common stock</a:t>
            </a:r>
          </a:p>
          <a:p>
            <a:pPr eaLnBrk="1" hangingPunct="1">
              <a:spcBef>
                <a:spcPct val="50000"/>
              </a:spcBef>
              <a:buFontTx/>
              <a:buNone/>
            </a:pPr>
            <a:r>
              <a:rPr lang="en-US" altLang="en-US" sz="2400" dirty="0"/>
              <a:t>    </a:t>
            </a:r>
          </a:p>
        </p:txBody>
      </p:sp>
      <p:graphicFrame>
        <p:nvGraphicFramePr>
          <p:cNvPr id="7177" name="Object 14">
            <a:extLst>
              <a:ext uri="{FF2B5EF4-FFF2-40B4-BE49-F238E27FC236}">
                <a16:creationId xmlns:a16="http://schemas.microsoft.com/office/drawing/2014/main" id="{C13FD7C8-E333-45BF-9AD3-912AEB742D6F}"/>
              </a:ext>
            </a:extLst>
          </p:cNvPr>
          <p:cNvGraphicFramePr>
            <a:graphicFrameLocks noGrp="1" noChangeAspect="1"/>
          </p:cNvGraphicFramePr>
          <p:nvPr>
            <p:ph sz="quarter" idx="4"/>
            <p:extLst>
              <p:ext uri="{D42A27DB-BD31-4B8C-83A1-F6EECF244321}">
                <p14:modId xmlns:p14="http://schemas.microsoft.com/office/powerpoint/2010/main" val="4259588341"/>
              </p:ext>
            </p:extLst>
          </p:nvPr>
        </p:nvGraphicFramePr>
        <p:xfrm>
          <a:off x="1708150" y="4553186"/>
          <a:ext cx="641838" cy="398474"/>
        </p:xfrm>
        <a:graphic>
          <a:graphicData uri="http://schemas.openxmlformats.org/presentationml/2006/ole">
            <mc:AlternateContent xmlns:mc="http://schemas.openxmlformats.org/markup-compatibility/2006">
              <mc:Choice xmlns:v="urn:schemas-microsoft-com:vml" Requires="v">
                <p:oleObj name="Equation" r:id="rId6" imgW="266353" imgH="164885" progId="Equation.3">
                  <p:embed/>
                </p:oleObj>
              </mc:Choice>
              <mc:Fallback>
                <p:oleObj name="Equation" r:id="rId6" imgW="266353" imgH="164885" progId="Equation.3">
                  <p:embed/>
                  <p:pic>
                    <p:nvPicPr>
                      <p:cNvPr id="7177" name="Object 14">
                        <a:extLst>
                          <a:ext uri="{FF2B5EF4-FFF2-40B4-BE49-F238E27FC236}">
                            <a16:creationId xmlns:a16="http://schemas.microsoft.com/office/drawing/2014/main" id="{C13FD7C8-E333-45BF-9AD3-912AEB742D6F}"/>
                          </a:ext>
                        </a:extLst>
                      </p:cNvPr>
                      <p:cNvPicPr>
                        <a:picLocks noChangeAspect="1" noChangeArrowheads="1"/>
                      </p:cNvPicPr>
                      <p:nvPr/>
                    </p:nvPicPr>
                    <p:blipFill>
                      <a:blip r:embed="rId7">
                        <a:extLst>
                          <a:ext uri="{28A0092B-C50C-407E-A947-70E740481C1C}">
                            <a14:useLocalDpi xmlns:a14="http://schemas.microsoft.com/office/drawing/2010/main" val="0"/>
                          </a:ext>
                        </a:extLst>
                      </a:blip>
                      <a:srcRect/>
                      <a:stretch>
                        <a:fillRect/>
                      </a:stretch>
                    </p:blipFill>
                    <p:spPr bwMode="auto">
                      <a:xfrm>
                        <a:off x="1708150" y="4553186"/>
                        <a:ext cx="641838" cy="398474"/>
                      </a:xfrm>
                      <a:prstGeom prst="rect">
                        <a:avLst/>
                      </a:prstGeom>
                      <a:noFill/>
                      <a:ln>
                        <a:noFill/>
                      </a:ln>
                      <a:effectLst/>
                    </p:spPr>
                  </p:pic>
                </p:oleObj>
              </mc:Fallback>
            </mc:AlternateContent>
          </a:graphicData>
        </a:graphic>
      </p:graphicFrame>
      <p:graphicFrame>
        <p:nvGraphicFramePr>
          <p:cNvPr id="7178" name="Object 16">
            <a:extLst>
              <a:ext uri="{FF2B5EF4-FFF2-40B4-BE49-F238E27FC236}">
                <a16:creationId xmlns:a16="http://schemas.microsoft.com/office/drawing/2014/main" id="{CE76FC10-3F4E-4F39-AD78-0D34EA724593}"/>
              </a:ext>
            </a:extLst>
          </p:cNvPr>
          <p:cNvGraphicFramePr>
            <a:graphicFrameLocks noChangeAspect="1"/>
          </p:cNvGraphicFramePr>
          <p:nvPr/>
        </p:nvGraphicFramePr>
        <p:xfrm>
          <a:off x="1752600" y="2362200"/>
          <a:ext cx="685800" cy="457200"/>
        </p:xfrm>
        <a:graphic>
          <a:graphicData uri="http://schemas.openxmlformats.org/presentationml/2006/ole">
            <mc:AlternateContent xmlns:mc="http://schemas.openxmlformats.org/markup-compatibility/2006">
              <mc:Choice xmlns:v="urn:schemas-microsoft-com:vml" Requires="v">
                <p:oleObj name="Equation" r:id="rId8" imgW="342751" imgH="228501" progId="Equation.3">
                  <p:embed/>
                </p:oleObj>
              </mc:Choice>
              <mc:Fallback>
                <p:oleObj name="Equation" r:id="rId8" imgW="342751" imgH="228501" progId="Equation.3">
                  <p:embed/>
                  <p:pic>
                    <p:nvPicPr>
                      <p:cNvPr id="7178" name="Object 16">
                        <a:extLst>
                          <a:ext uri="{FF2B5EF4-FFF2-40B4-BE49-F238E27FC236}">
                            <a16:creationId xmlns:a16="http://schemas.microsoft.com/office/drawing/2014/main" id="{CE76FC10-3F4E-4F39-AD78-0D34EA724593}"/>
                          </a:ext>
                        </a:extLst>
                      </p:cNvPr>
                      <p:cNvPicPr>
                        <a:picLocks noChangeAspect="1" noChangeArrowheads="1"/>
                      </p:cNvPicPr>
                      <p:nvPr/>
                    </p:nvPicPr>
                    <p:blipFill>
                      <a:blip r:embed="rId9">
                        <a:extLst>
                          <a:ext uri="{28A0092B-C50C-407E-A947-70E740481C1C}">
                            <a14:useLocalDpi xmlns:a14="http://schemas.microsoft.com/office/drawing/2010/main" val="0"/>
                          </a:ext>
                        </a:extLst>
                      </a:blip>
                      <a:srcRect/>
                      <a:stretch>
                        <a:fillRect/>
                      </a:stretch>
                    </p:blipFill>
                    <p:spPr bwMode="auto">
                      <a:xfrm>
                        <a:off x="1752600" y="2362200"/>
                        <a:ext cx="685800" cy="45720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aphicFrame>
        <p:nvGraphicFramePr>
          <p:cNvPr id="7179" name="Object 18">
            <a:extLst>
              <a:ext uri="{FF2B5EF4-FFF2-40B4-BE49-F238E27FC236}">
                <a16:creationId xmlns:a16="http://schemas.microsoft.com/office/drawing/2014/main" id="{F51CBA3A-2BEA-4F81-8C9B-AE68FF91F629}"/>
              </a:ext>
            </a:extLst>
          </p:cNvPr>
          <p:cNvGraphicFramePr>
            <a:graphicFrameLocks noChangeAspect="1"/>
          </p:cNvGraphicFramePr>
          <p:nvPr/>
        </p:nvGraphicFramePr>
        <p:xfrm>
          <a:off x="1752600" y="1295401"/>
          <a:ext cx="685800" cy="506413"/>
        </p:xfrm>
        <a:graphic>
          <a:graphicData uri="http://schemas.openxmlformats.org/presentationml/2006/ole">
            <mc:AlternateContent xmlns:mc="http://schemas.openxmlformats.org/markup-compatibility/2006">
              <mc:Choice xmlns:v="urn:schemas-microsoft-com:vml" Requires="v">
                <p:oleObj name="Equation" r:id="rId10" imgW="291847" imgH="215713" progId="Equation.3">
                  <p:embed/>
                </p:oleObj>
              </mc:Choice>
              <mc:Fallback>
                <p:oleObj name="Equation" r:id="rId10" imgW="291847" imgH="215713" progId="Equation.3">
                  <p:embed/>
                  <p:pic>
                    <p:nvPicPr>
                      <p:cNvPr id="7179" name="Object 18">
                        <a:extLst>
                          <a:ext uri="{FF2B5EF4-FFF2-40B4-BE49-F238E27FC236}">
                            <a16:creationId xmlns:a16="http://schemas.microsoft.com/office/drawing/2014/main" id="{F51CBA3A-2BEA-4F81-8C9B-AE68FF91F629}"/>
                          </a:ext>
                        </a:extLst>
                      </p:cNvPr>
                      <p:cNvPicPr>
                        <a:picLocks noChangeAspect="1" noChangeArrowheads="1"/>
                      </p:cNvPicPr>
                      <p:nvPr/>
                    </p:nvPicPr>
                    <p:blipFill>
                      <a:blip r:embed="rId11">
                        <a:extLst>
                          <a:ext uri="{28A0092B-C50C-407E-A947-70E740481C1C}">
                            <a14:useLocalDpi xmlns:a14="http://schemas.microsoft.com/office/drawing/2010/main" val="0"/>
                          </a:ext>
                        </a:extLst>
                      </a:blip>
                      <a:srcRect/>
                      <a:stretch>
                        <a:fillRect/>
                      </a:stretch>
                    </p:blipFill>
                    <p:spPr bwMode="auto">
                      <a:xfrm>
                        <a:off x="1752600" y="1295401"/>
                        <a:ext cx="685800" cy="506413"/>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aphicFrame>
        <p:nvGraphicFramePr>
          <p:cNvPr id="7180" name="Object 19">
            <a:extLst>
              <a:ext uri="{FF2B5EF4-FFF2-40B4-BE49-F238E27FC236}">
                <a16:creationId xmlns:a16="http://schemas.microsoft.com/office/drawing/2014/main" id="{6E3D98C0-490E-48F5-AF5C-342944CF7F81}"/>
              </a:ext>
            </a:extLst>
          </p:cNvPr>
          <p:cNvGraphicFramePr>
            <a:graphicFrameLocks noChangeAspect="1"/>
          </p:cNvGraphicFramePr>
          <p:nvPr/>
        </p:nvGraphicFramePr>
        <p:xfrm>
          <a:off x="1752600" y="1828800"/>
          <a:ext cx="609600" cy="477838"/>
        </p:xfrm>
        <a:graphic>
          <a:graphicData uri="http://schemas.openxmlformats.org/presentationml/2006/ole">
            <mc:AlternateContent xmlns:mc="http://schemas.openxmlformats.org/markup-compatibility/2006">
              <mc:Choice xmlns:v="urn:schemas-microsoft-com:vml" Requires="v">
                <p:oleObj name="Equation" r:id="rId12" imgW="291973" imgH="228501" progId="Equation.3">
                  <p:embed/>
                </p:oleObj>
              </mc:Choice>
              <mc:Fallback>
                <p:oleObj name="Equation" r:id="rId12" imgW="291973" imgH="228501" progId="Equation.3">
                  <p:embed/>
                  <p:pic>
                    <p:nvPicPr>
                      <p:cNvPr id="7180" name="Object 19">
                        <a:extLst>
                          <a:ext uri="{FF2B5EF4-FFF2-40B4-BE49-F238E27FC236}">
                            <a16:creationId xmlns:a16="http://schemas.microsoft.com/office/drawing/2014/main" id="{6E3D98C0-490E-48F5-AF5C-342944CF7F81}"/>
                          </a:ext>
                        </a:extLst>
                      </p:cNvPr>
                      <p:cNvPicPr>
                        <a:picLocks noChangeAspect="1" noChangeArrowheads="1"/>
                      </p:cNvPicPr>
                      <p:nvPr/>
                    </p:nvPicPr>
                    <p:blipFill>
                      <a:blip r:embed="rId13">
                        <a:extLst>
                          <a:ext uri="{28A0092B-C50C-407E-A947-70E740481C1C}">
                            <a14:useLocalDpi xmlns:a14="http://schemas.microsoft.com/office/drawing/2010/main" val="0"/>
                          </a:ext>
                        </a:extLst>
                      </a:blip>
                      <a:srcRect/>
                      <a:stretch>
                        <a:fillRect/>
                      </a:stretch>
                    </p:blipFill>
                    <p:spPr bwMode="auto">
                      <a:xfrm>
                        <a:off x="1752600" y="1828800"/>
                        <a:ext cx="609600" cy="477838"/>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aphicFrame>
        <p:nvGraphicFramePr>
          <p:cNvPr id="7183" name="Object 22">
            <a:extLst>
              <a:ext uri="{FF2B5EF4-FFF2-40B4-BE49-F238E27FC236}">
                <a16:creationId xmlns:a16="http://schemas.microsoft.com/office/drawing/2014/main" id="{ED430414-16CF-44E1-971D-F0A37819E147}"/>
              </a:ext>
            </a:extLst>
          </p:cNvPr>
          <p:cNvGraphicFramePr>
            <a:graphicFrameLocks noChangeAspect="1"/>
          </p:cNvGraphicFramePr>
          <p:nvPr>
            <p:extLst>
              <p:ext uri="{D42A27DB-BD31-4B8C-83A1-F6EECF244321}">
                <p14:modId xmlns:p14="http://schemas.microsoft.com/office/powerpoint/2010/main" val="338182521"/>
              </p:ext>
            </p:extLst>
          </p:nvPr>
        </p:nvGraphicFramePr>
        <p:xfrm>
          <a:off x="1724928" y="3949700"/>
          <a:ext cx="762000" cy="473075"/>
        </p:xfrm>
        <a:graphic>
          <a:graphicData uri="http://schemas.openxmlformats.org/presentationml/2006/ole">
            <mc:AlternateContent xmlns:mc="http://schemas.openxmlformats.org/markup-compatibility/2006">
              <mc:Choice xmlns:v="urn:schemas-microsoft-com:vml" Requires="v">
                <p:oleObj name="Equation" r:id="rId14" imgW="266353" imgH="164885" progId="Equation.3">
                  <p:embed/>
                </p:oleObj>
              </mc:Choice>
              <mc:Fallback>
                <p:oleObj name="Equation" r:id="rId14" imgW="266353" imgH="164885" progId="Equation.3">
                  <p:embed/>
                  <p:pic>
                    <p:nvPicPr>
                      <p:cNvPr id="7183" name="Object 22">
                        <a:extLst>
                          <a:ext uri="{FF2B5EF4-FFF2-40B4-BE49-F238E27FC236}">
                            <a16:creationId xmlns:a16="http://schemas.microsoft.com/office/drawing/2014/main" id="{ED430414-16CF-44E1-971D-F0A37819E147}"/>
                          </a:ext>
                        </a:extLst>
                      </p:cNvPr>
                      <p:cNvPicPr>
                        <a:picLocks noChangeAspect="1" noChangeArrowheads="1"/>
                      </p:cNvPicPr>
                      <p:nvPr/>
                    </p:nvPicPr>
                    <p:blipFill>
                      <a:blip r:embed="rId15">
                        <a:extLst>
                          <a:ext uri="{28A0092B-C50C-407E-A947-70E740481C1C}">
                            <a14:useLocalDpi xmlns:a14="http://schemas.microsoft.com/office/drawing/2010/main" val="0"/>
                          </a:ext>
                        </a:extLst>
                      </a:blip>
                      <a:srcRect/>
                      <a:stretch>
                        <a:fillRect/>
                      </a:stretch>
                    </p:blipFill>
                    <p:spPr bwMode="auto">
                      <a:xfrm>
                        <a:off x="1724928" y="3949700"/>
                        <a:ext cx="762000" cy="473075"/>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mc:AlternateContent xmlns:mc="http://schemas.openxmlformats.org/markup-compatibility/2006" xmlns:a14="http://schemas.microsoft.com/office/drawing/2010/main">
        <mc:Choice Requires="a14">
          <p:sp>
            <p:nvSpPr>
              <p:cNvPr id="4" name="Object 16">
                <a:extLst>
                  <a:ext uri="{FF2B5EF4-FFF2-40B4-BE49-F238E27FC236}">
                    <a16:creationId xmlns:a16="http://schemas.microsoft.com/office/drawing/2014/main" id="{6E2EDB19-D3D0-79A1-248E-8FFEE9869326}"/>
                  </a:ext>
                </a:extLst>
              </p:cNvPr>
              <p:cNvSpPr txBox="1"/>
              <p:nvPr/>
            </p:nvSpPr>
            <p:spPr bwMode="auto">
              <a:xfrm>
                <a:off x="1708150" y="2889250"/>
                <a:ext cx="882650" cy="477838"/>
              </a:xfrm>
              <a:prstGeom prst="rect">
                <a:avLst/>
              </a:prstGeom>
              <a:noFill/>
              <a:ln>
                <a:noFill/>
              </a:ln>
              <a:effectLst/>
            </p:spPr>
            <p:txBody>
              <a:bodyPr>
                <a:noAutofit/>
              </a:bodyPr>
              <a:lstStyle/>
              <a:p>
                <a:pPr/>
                <a14:m>
                  <m:oMathPara xmlns:m="http://schemas.openxmlformats.org/officeDocument/2006/math">
                    <m:oMathParaPr>
                      <m:jc m:val="left"/>
                    </m:oMathParaPr>
                    <m:oMath xmlns:m="http://schemas.openxmlformats.org/officeDocument/2006/math">
                      <m:sSub>
                        <m:sSubPr>
                          <m:ctrlPr>
                            <a:rPr lang="en-US" sz="2400" i="1" smtClean="0">
                              <a:solidFill>
                                <a:srgbClr val="000000"/>
                              </a:solidFill>
                              <a:latin typeface="Cambria Math" panose="02040503050406030204" pitchFamily="18" charset="0"/>
                            </a:rPr>
                          </m:ctrlPr>
                        </m:sSubPr>
                        <m:e>
                          <m:r>
                            <a:rPr lang="en-US" sz="2400" i="1">
                              <a:solidFill>
                                <a:srgbClr val="000000"/>
                              </a:solidFill>
                              <a:latin typeface="Cambria Math" panose="02040503050406030204" pitchFamily="18" charset="0"/>
                            </a:rPr>
                            <m:t>𝐷</m:t>
                          </m:r>
                        </m:e>
                        <m:sub>
                          <m:r>
                            <a:rPr lang="en-US" sz="2400" b="0" i="1" smtClean="0">
                              <a:solidFill>
                                <a:srgbClr val="000000"/>
                              </a:solidFill>
                              <a:latin typeface="Cambria Math" panose="02040503050406030204" pitchFamily="18" charset="0"/>
                            </a:rPr>
                            <m:t>1</m:t>
                          </m:r>
                        </m:sub>
                      </m:sSub>
                      <m:r>
                        <a:rPr lang="en-US" sz="2400" i="1">
                          <a:solidFill>
                            <a:srgbClr val="000000"/>
                          </a:solidFill>
                          <a:latin typeface="Cambria Math" panose="02040503050406030204" pitchFamily="18" charset="0"/>
                        </a:rPr>
                        <m:t>=</m:t>
                      </m:r>
                    </m:oMath>
                  </m:oMathPara>
                </a14:m>
                <a:endParaRPr lang="en-US" sz="2400" dirty="0"/>
              </a:p>
            </p:txBody>
          </p:sp>
        </mc:Choice>
        <mc:Fallback xmlns="">
          <p:sp>
            <p:nvSpPr>
              <p:cNvPr id="4" name="Object 16">
                <a:extLst>
                  <a:ext uri="{FF2B5EF4-FFF2-40B4-BE49-F238E27FC236}">
                    <a16:creationId xmlns:a16="http://schemas.microsoft.com/office/drawing/2014/main" id="{6E2EDB19-D3D0-79A1-248E-8FFEE9869326}"/>
                  </a:ext>
                </a:extLst>
              </p:cNvPr>
              <p:cNvSpPr txBox="1">
                <a:spLocks noRot="1" noChangeAspect="1" noMove="1" noResize="1" noEditPoints="1" noAdjustHandles="1" noChangeArrowheads="1" noChangeShapeType="1" noTextEdit="1"/>
              </p:cNvSpPr>
              <p:nvPr/>
            </p:nvSpPr>
            <p:spPr bwMode="auto">
              <a:xfrm>
                <a:off x="1708150" y="2889250"/>
                <a:ext cx="882650" cy="477838"/>
              </a:xfrm>
              <a:prstGeom prst="rect">
                <a:avLst/>
              </a:prstGeom>
              <a:blipFill>
                <a:blip r:embed="rId16"/>
                <a:stretch>
                  <a:fillRect l="-1379"/>
                </a:stretch>
              </a:blipFill>
              <a:ln>
                <a:noFill/>
              </a:ln>
              <a:effectLst/>
            </p:spPr>
            <p:txBody>
              <a:bodyPr/>
              <a:lstStyle/>
              <a:p>
                <a:r>
                  <a:rPr lang="en-US">
                    <a:noFill/>
                  </a:rPr>
                  <a:t> </a:t>
                </a:r>
              </a:p>
            </p:txBody>
          </p:sp>
        </mc:Fallback>
      </mc:AlternateContent>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Title 7">
            <a:extLst>
              <a:ext uri="{FF2B5EF4-FFF2-40B4-BE49-F238E27FC236}">
                <a16:creationId xmlns:a16="http://schemas.microsoft.com/office/drawing/2014/main" id="{F31E8871-F145-98A8-C5BD-F7A21088DC7B}"/>
              </a:ext>
            </a:extLst>
          </p:cNvPr>
          <p:cNvSpPr>
            <a:spLocks noGrp="1"/>
          </p:cNvSpPr>
          <p:nvPr>
            <p:ph type="title"/>
          </p:nvPr>
        </p:nvSpPr>
        <p:spPr>
          <a:ln>
            <a:solidFill>
              <a:schemeClr val="accent1"/>
            </a:solidFill>
          </a:ln>
        </p:spPr>
        <p:txBody>
          <a:bodyPr>
            <a:normAutofit/>
          </a:bodyPr>
          <a:lstStyle/>
          <a:p>
            <a:r>
              <a:rPr lang="en-IN" sz="3200" dirty="0"/>
              <a:t>Cash Flows </a:t>
            </a:r>
          </a:p>
        </p:txBody>
      </p:sp>
      <p:sp>
        <p:nvSpPr>
          <p:cNvPr id="9" name="Content Placeholder 8">
            <a:extLst>
              <a:ext uri="{FF2B5EF4-FFF2-40B4-BE49-F238E27FC236}">
                <a16:creationId xmlns:a16="http://schemas.microsoft.com/office/drawing/2014/main" id="{5685120F-98EE-A574-3914-ADB4D0D46027}"/>
              </a:ext>
            </a:extLst>
          </p:cNvPr>
          <p:cNvSpPr>
            <a:spLocks noGrp="1"/>
          </p:cNvSpPr>
          <p:nvPr>
            <p:ph sz="quarter" idx="11"/>
          </p:nvPr>
        </p:nvSpPr>
        <p:spPr>
          <a:xfrm>
            <a:off x="552450" y="1318121"/>
            <a:ext cx="9633438" cy="2938996"/>
          </a:xfrm>
        </p:spPr>
        <p:txBody>
          <a:bodyPr/>
          <a:lstStyle/>
          <a:p>
            <a:pPr marL="0" indent="0">
              <a:spcBef>
                <a:spcPts val="500"/>
              </a:spcBef>
              <a:buNone/>
            </a:pPr>
            <a:r>
              <a:rPr lang="en-IN" sz="2200" dirty="0"/>
              <a:t>Imagine you are considering buying a share of stock today. You plan to sell the stock in one year. You somehow know that the stock will be worth $70 at that time. You predict the stock will also pay a $10 per share dividend at the end of the year. If you require a 25% return on your investment, what is the most you would pay for the stock? In other words, what is the present value of the $10 dividend along with the $70 ending value at 25%? </a:t>
            </a:r>
          </a:p>
          <a:p>
            <a:pPr marL="292608" indent="-292608"/>
            <a:r>
              <a:rPr lang="en-IN" sz="2200" i="1" dirty="0"/>
              <a:t>Present value</a:t>
            </a:r>
            <a:endParaRPr lang="en-IN" sz="2200" dirty="0"/>
          </a:p>
        </p:txBody>
      </p:sp>
      <p:sp>
        <p:nvSpPr>
          <p:cNvPr id="7" name="Slide Number Placeholder 6">
            <a:extLst>
              <a:ext uri="{FF2B5EF4-FFF2-40B4-BE49-F238E27FC236}">
                <a16:creationId xmlns:a16="http://schemas.microsoft.com/office/drawing/2014/main" id="{4A15EAAA-02DB-6968-8ABF-105526BAE1E6}"/>
              </a:ext>
            </a:extLst>
          </p:cNvPr>
          <p:cNvSpPr>
            <a:spLocks noGrp="1"/>
          </p:cNvSpPr>
          <p:nvPr>
            <p:ph type="sldNum" sz="quarter" idx="10"/>
          </p:nvPr>
        </p:nvSpPr>
        <p:spPr/>
        <p:txBody>
          <a:bodyPr/>
          <a:lstStyle/>
          <a:p>
            <a:fld id="{68151E55-6873-49E2-B8D5-2F265E6F1973}" type="slidenum">
              <a:rPr lang="en-US" smtClean="0"/>
              <a:t>4</a:t>
            </a:fld>
            <a:endParaRPr lang="en-US"/>
          </a:p>
        </p:txBody>
      </p:sp>
      <p:graphicFrame>
        <p:nvGraphicFramePr>
          <p:cNvPr id="17" name="Object 16">
            <a:extLst>
              <a:ext uri="{FF2B5EF4-FFF2-40B4-BE49-F238E27FC236}">
                <a16:creationId xmlns:a16="http://schemas.microsoft.com/office/drawing/2014/main" id="{87F399F4-4EEB-C51D-1D1A-1E3319FACDB7}"/>
              </a:ext>
            </a:extLst>
          </p:cNvPr>
          <p:cNvGraphicFramePr>
            <a:graphicFrameLocks noChangeAspect="1"/>
          </p:cNvGraphicFramePr>
          <p:nvPr>
            <p:extLst>
              <p:ext uri="{D42A27DB-BD31-4B8C-83A1-F6EECF244321}">
                <p14:modId xmlns:p14="http://schemas.microsoft.com/office/powerpoint/2010/main" val="3213101776"/>
              </p:ext>
            </p:extLst>
          </p:nvPr>
        </p:nvGraphicFramePr>
        <p:xfrm>
          <a:off x="2815010" y="3278635"/>
          <a:ext cx="2836862" cy="336550"/>
        </p:xfrm>
        <a:graphic>
          <a:graphicData uri="http://schemas.openxmlformats.org/presentationml/2006/ole">
            <mc:AlternateContent xmlns:mc="http://schemas.openxmlformats.org/markup-compatibility/2006">
              <mc:Choice xmlns:v="urn:schemas-microsoft-com:vml" Requires="v">
                <p:oleObj name="Equation" r:id="rId3" imgW="2781000" imgH="330120" progId="Equation.DSMT4">
                  <p:embed/>
                </p:oleObj>
              </mc:Choice>
              <mc:Fallback>
                <p:oleObj name="Equation" r:id="rId3" imgW="2781000" imgH="330120" progId="Equation.DSMT4">
                  <p:embed/>
                  <p:pic>
                    <p:nvPicPr>
                      <p:cNvPr id="17" name="Object 16">
                        <a:extLst>
                          <a:ext uri="{FF2B5EF4-FFF2-40B4-BE49-F238E27FC236}">
                            <a16:creationId xmlns:a16="http://schemas.microsoft.com/office/drawing/2014/main" id="{87F399F4-4EEB-C51D-1D1A-1E3319FACDB7}"/>
                          </a:ext>
                        </a:extLst>
                      </p:cNvPr>
                      <p:cNvPicPr/>
                      <p:nvPr/>
                    </p:nvPicPr>
                    <p:blipFill>
                      <a:blip r:embed="rId4"/>
                      <a:stretch>
                        <a:fillRect/>
                      </a:stretch>
                    </p:blipFill>
                    <p:spPr>
                      <a:xfrm>
                        <a:off x="2815010" y="3278635"/>
                        <a:ext cx="2836862" cy="336550"/>
                      </a:xfrm>
                      <a:prstGeom prst="rect">
                        <a:avLst/>
                      </a:prstGeom>
                    </p:spPr>
                  </p:pic>
                </p:oleObj>
              </mc:Fallback>
            </mc:AlternateContent>
          </a:graphicData>
        </a:graphic>
      </p:graphicFrame>
      <p:graphicFrame>
        <p:nvGraphicFramePr>
          <p:cNvPr id="18" name="Object 17">
            <a:extLst>
              <a:ext uri="{FF2B5EF4-FFF2-40B4-BE49-F238E27FC236}">
                <a16:creationId xmlns:a16="http://schemas.microsoft.com/office/drawing/2014/main" id="{E7793D39-8A1F-C87E-6B27-85EF716C8AE1}"/>
              </a:ext>
            </a:extLst>
          </p:cNvPr>
          <p:cNvGraphicFramePr>
            <a:graphicFrameLocks noChangeAspect="1"/>
          </p:cNvGraphicFramePr>
          <p:nvPr>
            <p:extLst>
              <p:ext uri="{D42A27DB-BD31-4B8C-83A1-F6EECF244321}">
                <p14:modId xmlns:p14="http://schemas.microsoft.com/office/powerpoint/2010/main" val="2994111768"/>
              </p:ext>
            </p:extLst>
          </p:nvPr>
        </p:nvGraphicFramePr>
        <p:xfrm>
          <a:off x="841988" y="4030571"/>
          <a:ext cx="406268" cy="453093"/>
        </p:xfrm>
        <a:graphic>
          <a:graphicData uri="http://schemas.openxmlformats.org/presentationml/2006/ole">
            <mc:AlternateContent xmlns:mc="http://schemas.openxmlformats.org/markup-compatibility/2006">
              <mc:Choice xmlns:v="urn:schemas-microsoft-com:vml" Requires="v">
                <p:oleObj name="Equation" r:id="rId5" imgW="253800" imgH="342720" progId="Equation.DSMT4">
                  <p:embed/>
                </p:oleObj>
              </mc:Choice>
              <mc:Fallback>
                <p:oleObj name="Equation" r:id="rId5" imgW="253800" imgH="342720" progId="Equation.DSMT4">
                  <p:embed/>
                  <p:pic>
                    <p:nvPicPr>
                      <p:cNvPr id="18" name="Object 17">
                        <a:extLst>
                          <a:ext uri="{FF2B5EF4-FFF2-40B4-BE49-F238E27FC236}">
                            <a16:creationId xmlns:a16="http://schemas.microsoft.com/office/drawing/2014/main" id="{E7793D39-8A1F-C87E-6B27-85EF716C8AE1}"/>
                          </a:ext>
                        </a:extLst>
                      </p:cNvPr>
                      <p:cNvPicPr/>
                      <p:nvPr/>
                    </p:nvPicPr>
                    <p:blipFill>
                      <a:blip r:embed="rId6"/>
                      <a:stretch>
                        <a:fillRect/>
                      </a:stretch>
                    </p:blipFill>
                    <p:spPr>
                      <a:xfrm>
                        <a:off x="841988" y="4030571"/>
                        <a:ext cx="406268" cy="453093"/>
                      </a:xfrm>
                      <a:prstGeom prst="rect">
                        <a:avLst/>
                      </a:prstGeom>
                    </p:spPr>
                  </p:pic>
                </p:oleObj>
              </mc:Fallback>
            </mc:AlternateContent>
          </a:graphicData>
        </a:graphic>
      </p:graphicFrame>
      <p:graphicFrame>
        <p:nvGraphicFramePr>
          <p:cNvPr id="19" name="Object 18">
            <a:extLst>
              <a:ext uri="{FF2B5EF4-FFF2-40B4-BE49-F238E27FC236}">
                <a16:creationId xmlns:a16="http://schemas.microsoft.com/office/drawing/2014/main" id="{4F9D36E1-CF4B-36BD-ACFA-CDADC6C95BE3}"/>
              </a:ext>
            </a:extLst>
          </p:cNvPr>
          <p:cNvGraphicFramePr>
            <a:graphicFrameLocks noChangeAspect="1"/>
          </p:cNvGraphicFramePr>
          <p:nvPr>
            <p:extLst>
              <p:ext uri="{D42A27DB-BD31-4B8C-83A1-F6EECF244321}">
                <p14:modId xmlns:p14="http://schemas.microsoft.com/office/powerpoint/2010/main" val="1191418117"/>
              </p:ext>
            </p:extLst>
          </p:nvPr>
        </p:nvGraphicFramePr>
        <p:xfrm>
          <a:off x="828191" y="4587357"/>
          <a:ext cx="379407" cy="393701"/>
        </p:xfrm>
        <a:graphic>
          <a:graphicData uri="http://schemas.openxmlformats.org/presentationml/2006/ole">
            <mc:AlternateContent xmlns:mc="http://schemas.openxmlformats.org/markup-compatibility/2006">
              <mc:Choice xmlns:v="urn:schemas-microsoft-com:vml" Requires="v">
                <p:oleObj name="Equation" r:id="rId7" imgW="228600" imgH="342720" progId="Equation.DSMT4">
                  <p:embed/>
                </p:oleObj>
              </mc:Choice>
              <mc:Fallback>
                <p:oleObj name="Equation" r:id="rId7" imgW="228600" imgH="342720" progId="Equation.DSMT4">
                  <p:embed/>
                  <p:pic>
                    <p:nvPicPr>
                      <p:cNvPr id="19" name="Object 18">
                        <a:extLst>
                          <a:ext uri="{FF2B5EF4-FFF2-40B4-BE49-F238E27FC236}">
                            <a16:creationId xmlns:a16="http://schemas.microsoft.com/office/drawing/2014/main" id="{4F9D36E1-CF4B-36BD-ACFA-CDADC6C95BE3}"/>
                          </a:ext>
                        </a:extLst>
                      </p:cNvPr>
                      <p:cNvPicPr/>
                      <p:nvPr/>
                    </p:nvPicPr>
                    <p:blipFill>
                      <a:blip r:embed="rId8"/>
                      <a:stretch>
                        <a:fillRect/>
                      </a:stretch>
                    </p:blipFill>
                    <p:spPr>
                      <a:xfrm>
                        <a:off x="828191" y="4587357"/>
                        <a:ext cx="379407" cy="393701"/>
                      </a:xfrm>
                      <a:prstGeom prst="rect">
                        <a:avLst/>
                      </a:prstGeom>
                    </p:spPr>
                  </p:pic>
                </p:oleObj>
              </mc:Fallback>
            </mc:AlternateContent>
          </a:graphicData>
        </a:graphic>
      </p:graphicFrame>
      <p:graphicFrame>
        <p:nvGraphicFramePr>
          <p:cNvPr id="23" name="Object 22">
            <a:extLst>
              <a:ext uri="{FF2B5EF4-FFF2-40B4-BE49-F238E27FC236}">
                <a16:creationId xmlns:a16="http://schemas.microsoft.com/office/drawing/2014/main" id="{5AEC787A-E3F5-3B34-BD9C-C6023EEC1ED8}"/>
              </a:ext>
            </a:extLst>
          </p:cNvPr>
          <p:cNvGraphicFramePr>
            <a:graphicFrameLocks noChangeAspect="1"/>
          </p:cNvGraphicFramePr>
          <p:nvPr>
            <p:extLst>
              <p:ext uri="{D42A27DB-BD31-4B8C-83A1-F6EECF244321}">
                <p14:modId xmlns:p14="http://schemas.microsoft.com/office/powerpoint/2010/main" val="4281469966"/>
              </p:ext>
            </p:extLst>
          </p:nvPr>
        </p:nvGraphicFramePr>
        <p:xfrm>
          <a:off x="783637" y="5084751"/>
          <a:ext cx="346425" cy="406672"/>
        </p:xfrm>
        <a:graphic>
          <a:graphicData uri="http://schemas.openxmlformats.org/presentationml/2006/ole">
            <mc:AlternateContent xmlns:mc="http://schemas.openxmlformats.org/markup-compatibility/2006">
              <mc:Choice xmlns:v="urn:schemas-microsoft-com:vml" Requires="v">
                <p:oleObj name="Equation" r:id="rId9" imgW="291960" imgH="342720" progId="Equation.DSMT4">
                  <p:embed/>
                </p:oleObj>
              </mc:Choice>
              <mc:Fallback>
                <p:oleObj name="Equation" r:id="rId9" imgW="291960" imgH="342720" progId="Equation.DSMT4">
                  <p:embed/>
                  <p:pic>
                    <p:nvPicPr>
                      <p:cNvPr id="20" name="Object 19">
                        <a:extLst>
                          <a:ext uri="{FF2B5EF4-FFF2-40B4-BE49-F238E27FC236}">
                            <a16:creationId xmlns:a16="http://schemas.microsoft.com/office/drawing/2014/main" id="{5AEC787A-E3F5-3B34-BD9C-C6023EEC1ED8}"/>
                          </a:ext>
                        </a:extLst>
                      </p:cNvPr>
                      <p:cNvPicPr/>
                      <p:nvPr/>
                    </p:nvPicPr>
                    <p:blipFill>
                      <a:blip r:embed="rId10"/>
                      <a:stretch>
                        <a:fillRect/>
                      </a:stretch>
                    </p:blipFill>
                    <p:spPr>
                      <a:xfrm>
                        <a:off x="783637" y="5084751"/>
                        <a:ext cx="346425" cy="406672"/>
                      </a:xfrm>
                      <a:prstGeom prst="rect">
                        <a:avLst/>
                      </a:prstGeom>
                    </p:spPr>
                  </p:pic>
                </p:oleObj>
              </mc:Fallback>
            </mc:AlternateContent>
          </a:graphicData>
        </a:graphic>
      </p:graphicFrame>
      <p:sp>
        <p:nvSpPr>
          <p:cNvPr id="24" name="TextBox 23">
            <a:extLst>
              <a:ext uri="{FF2B5EF4-FFF2-40B4-BE49-F238E27FC236}">
                <a16:creationId xmlns:a16="http://schemas.microsoft.com/office/drawing/2014/main" id="{999E3C66-EF2F-6D68-082F-C746C9164919}"/>
              </a:ext>
            </a:extLst>
          </p:cNvPr>
          <p:cNvSpPr txBox="1"/>
          <p:nvPr/>
        </p:nvSpPr>
        <p:spPr>
          <a:xfrm>
            <a:off x="1418491" y="4114332"/>
            <a:ext cx="5629901" cy="369332"/>
          </a:xfrm>
          <a:prstGeom prst="rect">
            <a:avLst/>
          </a:prstGeom>
          <a:noFill/>
        </p:spPr>
        <p:txBody>
          <a:bodyPr wrap="square" rtlCol="0">
            <a:spAutoFit/>
          </a:bodyPr>
          <a:lstStyle/>
          <a:p>
            <a:r>
              <a:rPr lang="en-US" dirty="0"/>
              <a:t>= current price of the stock</a:t>
            </a:r>
          </a:p>
        </p:txBody>
      </p:sp>
      <p:sp>
        <p:nvSpPr>
          <p:cNvPr id="26" name="TextBox 25">
            <a:extLst>
              <a:ext uri="{FF2B5EF4-FFF2-40B4-BE49-F238E27FC236}">
                <a16:creationId xmlns:a16="http://schemas.microsoft.com/office/drawing/2014/main" id="{80F1F6EC-4DA5-C8DA-B767-DA754E136609}"/>
              </a:ext>
            </a:extLst>
          </p:cNvPr>
          <p:cNvSpPr txBox="1"/>
          <p:nvPr/>
        </p:nvSpPr>
        <p:spPr>
          <a:xfrm>
            <a:off x="1418491" y="4587357"/>
            <a:ext cx="3798278" cy="369332"/>
          </a:xfrm>
          <a:prstGeom prst="rect">
            <a:avLst/>
          </a:prstGeom>
          <a:noFill/>
        </p:spPr>
        <p:txBody>
          <a:bodyPr wrap="square" rtlCol="0">
            <a:spAutoFit/>
          </a:bodyPr>
          <a:lstStyle/>
          <a:p>
            <a:r>
              <a:rPr lang="en-US" dirty="0"/>
              <a:t>= the price of the stock in one period</a:t>
            </a:r>
          </a:p>
        </p:txBody>
      </p:sp>
      <p:sp>
        <p:nvSpPr>
          <p:cNvPr id="27" name="TextBox 26">
            <a:extLst>
              <a:ext uri="{FF2B5EF4-FFF2-40B4-BE49-F238E27FC236}">
                <a16:creationId xmlns:a16="http://schemas.microsoft.com/office/drawing/2014/main" id="{C2E3BEFD-68DB-6E94-0363-EAFAEFD77CD9}"/>
              </a:ext>
            </a:extLst>
          </p:cNvPr>
          <p:cNvSpPr txBox="1"/>
          <p:nvPr/>
        </p:nvSpPr>
        <p:spPr>
          <a:xfrm>
            <a:off x="1418492" y="5131643"/>
            <a:ext cx="5134708" cy="369332"/>
          </a:xfrm>
          <a:prstGeom prst="rect">
            <a:avLst/>
          </a:prstGeom>
          <a:noFill/>
        </p:spPr>
        <p:txBody>
          <a:bodyPr wrap="square" rtlCol="0">
            <a:spAutoFit/>
          </a:bodyPr>
          <a:lstStyle/>
          <a:p>
            <a:r>
              <a:rPr lang="en-US" dirty="0"/>
              <a:t>=  the cash divided paid at the end of the period</a:t>
            </a:r>
          </a:p>
        </p:txBody>
      </p:sp>
      <p:sp>
        <p:nvSpPr>
          <p:cNvPr id="28" name="TextBox 27">
            <a:extLst>
              <a:ext uri="{FF2B5EF4-FFF2-40B4-BE49-F238E27FC236}">
                <a16:creationId xmlns:a16="http://schemas.microsoft.com/office/drawing/2014/main" id="{6E7683E1-5948-592F-5128-14CD8A14E66F}"/>
              </a:ext>
            </a:extLst>
          </p:cNvPr>
          <p:cNvSpPr txBox="1"/>
          <p:nvPr/>
        </p:nvSpPr>
        <p:spPr>
          <a:xfrm>
            <a:off x="666405" y="5591961"/>
            <a:ext cx="7680425" cy="461665"/>
          </a:xfrm>
          <a:prstGeom prst="rect">
            <a:avLst/>
          </a:prstGeom>
          <a:noFill/>
        </p:spPr>
        <p:txBody>
          <a:bodyPr wrap="square" rtlCol="0">
            <a:spAutoFit/>
          </a:bodyPr>
          <a:lstStyle/>
          <a:p>
            <a:r>
              <a:rPr lang="en-US" sz="2400" dirty="0"/>
              <a:t>R      </a:t>
            </a:r>
            <a:r>
              <a:rPr lang="en-US" dirty="0"/>
              <a:t>   =   the required rate of return in the market on this investment</a:t>
            </a:r>
          </a:p>
        </p:txBody>
      </p:sp>
    </p:spTree>
    <p:extLst>
      <p:ext uri="{BB962C8B-B14F-4D97-AF65-F5344CB8AC3E}">
        <p14:creationId xmlns:p14="http://schemas.microsoft.com/office/powerpoint/2010/main" val="2629882225"/>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11" name="Object 10">
            <a:extLst>
              <a:ext uri="{FF2B5EF4-FFF2-40B4-BE49-F238E27FC236}">
                <a16:creationId xmlns:a16="http://schemas.microsoft.com/office/drawing/2014/main" id="{E0AF9D91-EA71-14C3-B210-D9C30E496AE5}"/>
              </a:ext>
            </a:extLst>
          </p:cNvPr>
          <p:cNvGraphicFramePr>
            <a:graphicFrameLocks noChangeAspect="1"/>
          </p:cNvGraphicFramePr>
          <p:nvPr>
            <p:extLst>
              <p:ext uri="{D42A27DB-BD31-4B8C-83A1-F6EECF244321}">
                <p14:modId xmlns:p14="http://schemas.microsoft.com/office/powerpoint/2010/main" val="839996576"/>
              </p:ext>
            </p:extLst>
          </p:nvPr>
        </p:nvGraphicFramePr>
        <p:xfrm>
          <a:off x="2521229" y="1295930"/>
          <a:ext cx="2484908" cy="419328"/>
        </p:xfrm>
        <a:graphic>
          <a:graphicData uri="http://schemas.openxmlformats.org/presentationml/2006/ole">
            <mc:AlternateContent xmlns:mc="http://schemas.openxmlformats.org/markup-compatibility/2006">
              <mc:Choice xmlns:v="urn:schemas-microsoft-com:vml" Requires="v">
                <p:oleObj name="Equation" r:id="rId2" imgW="2031619" imgH="343211" progId="Equation.DSMT4">
                  <p:embed/>
                </p:oleObj>
              </mc:Choice>
              <mc:Fallback>
                <p:oleObj name="Equation" r:id="rId2" imgW="2031619" imgH="343211" progId="Equation.DSMT4">
                  <p:embed/>
                  <p:pic>
                    <p:nvPicPr>
                      <p:cNvPr id="20" name="Object 19">
                        <a:extLst>
                          <a:ext uri="{FF2B5EF4-FFF2-40B4-BE49-F238E27FC236}">
                            <a16:creationId xmlns:a16="http://schemas.microsoft.com/office/drawing/2014/main" id="{9DD5A107-C97C-2A61-0C6D-A45F4244B9FE}"/>
                          </a:ext>
                        </a:extLst>
                      </p:cNvPr>
                      <p:cNvPicPr/>
                      <p:nvPr/>
                    </p:nvPicPr>
                    <p:blipFill>
                      <a:blip r:embed="rId3"/>
                      <a:stretch>
                        <a:fillRect/>
                      </a:stretch>
                    </p:blipFill>
                    <p:spPr>
                      <a:xfrm>
                        <a:off x="2521229" y="1295930"/>
                        <a:ext cx="2484908" cy="419328"/>
                      </a:xfrm>
                      <a:prstGeom prst="rect">
                        <a:avLst/>
                      </a:prstGeom>
                    </p:spPr>
                  </p:pic>
                </p:oleObj>
              </mc:Fallback>
            </mc:AlternateContent>
          </a:graphicData>
        </a:graphic>
      </p:graphicFrame>
      <p:graphicFrame>
        <p:nvGraphicFramePr>
          <p:cNvPr id="12" name="Object 11">
            <a:extLst>
              <a:ext uri="{FF2B5EF4-FFF2-40B4-BE49-F238E27FC236}">
                <a16:creationId xmlns:a16="http://schemas.microsoft.com/office/drawing/2014/main" id="{1C54DC7B-59FE-B582-4717-7A7166B3308F}"/>
              </a:ext>
            </a:extLst>
          </p:cNvPr>
          <p:cNvGraphicFramePr>
            <a:graphicFrameLocks noChangeAspect="1"/>
          </p:cNvGraphicFramePr>
          <p:nvPr>
            <p:extLst>
              <p:ext uri="{D42A27DB-BD31-4B8C-83A1-F6EECF244321}">
                <p14:modId xmlns:p14="http://schemas.microsoft.com/office/powerpoint/2010/main" val="619988278"/>
              </p:ext>
            </p:extLst>
          </p:nvPr>
        </p:nvGraphicFramePr>
        <p:xfrm>
          <a:off x="2673048" y="2655844"/>
          <a:ext cx="3209122" cy="1030653"/>
        </p:xfrm>
        <a:graphic>
          <a:graphicData uri="http://schemas.openxmlformats.org/presentationml/2006/ole">
            <mc:AlternateContent xmlns:mc="http://schemas.openxmlformats.org/markup-compatibility/2006">
              <mc:Choice xmlns:v="urn:schemas-microsoft-com:vml" Requires="v">
                <p:oleObj name="Equation" r:id="rId4" imgW="2564892" imgH="824500" progId="Equation.DSMT4">
                  <p:embed/>
                </p:oleObj>
              </mc:Choice>
              <mc:Fallback>
                <p:oleObj name="Equation" r:id="rId4" imgW="2564892" imgH="824500" progId="Equation.DSMT4">
                  <p:embed/>
                  <p:pic>
                    <p:nvPicPr>
                      <p:cNvPr id="23" name="Object 22">
                        <a:extLst>
                          <a:ext uri="{FF2B5EF4-FFF2-40B4-BE49-F238E27FC236}">
                            <a16:creationId xmlns:a16="http://schemas.microsoft.com/office/drawing/2014/main" id="{F3ED244E-6D19-2785-0DD1-EBCC53CC35D0}"/>
                          </a:ext>
                        </a:extLst>
                      </p:cNvPr>
                      <p:cNvPicPr/>
                      <p:nvPr/>
                    </p:nvPicPr>
                    <p:blipFill>
                      <a:blip r:embed="rId5"/>
                      <a:stretch>
                        <a:fillRect/>
                      </a:stretch>
                    </p:blipFill>
                    <p:spPr>
                      <a:xfrm>
                        <a:off x="2673048" y="2655844"/>
                        <a:ext cx="3209122" cy="1030653"/>
                      </a:xfrm>
                      <a:prstGeom prst="rect">
                        <a:avLst/>
                      </a:prstGeom>
                    </p:spPr>
                  </p:pic>
                </p:oleObj>
              </mc:Fallback>
            </mc:AlternateContent>
          </a:graphicData>
        </a:graphic>
      </p:graphicFrame>
      <p:sp>
        <p:nvSpPr>
          <p:cNvPr id="13" name="Content Placeholder 14">
            <a:extLst>
              <a:ext uri="{FF2B5EF4-FFF2-40B4-BE49-F238E27FC236}">
                <a16:creationId xmlns:a16="http://schemas.microsoft.com/office/drawing/2014/main" id="{4A3E56CA-DE0B-7381-490B-9C063EAB060D}"/>
              </a:ext>
            </a:extLst>
          </p:cNvPr>
          <p:cNvSpPr txBox="1">
            <a:spLocks/>
          </p:cNvSpPr>
          <p:nvPr/>
        </p:nvSpPr>
        <p:spPr>
          <a:xfrm>
            <a:off x="1046285" y="2071988"/>
            <a:ext cx="8039100" cy="454679"/>
          </a:xfrm>
          <a:prstGeom prst="rect">
            <a:avLst/>
          </a:prstGeom>
        </p:spPr>
        <p:txBody>
          <a:bodyPr vert="horz" lIns="91440" tIns="45720" rIns="91440" bIns="45720" rtlCol="0">
            <a:noAutofit/>
          </a:bodyPr>
          <a:lstStyle>
            <a:lvl1pPr marL="228600" indent="-228600" algn="l" defTabSz="914400" rtl="0" eaLnBrk="1" latinLnBrk="0" hangingPunct="1">
              <a:lnSpc>
                <a:spcPct val="90000"/>
              </a:lnSpc>
              <a:spcBef>
                <a:spcPts val="1000"/>
              </a:spcBef>
              <a:spcAft>
                <a:spcPts val="0"/>
              </a:spcAft>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291600" indent="-291600"/>
            <a:r>
              <a:rPr lang="en-IN" sz="1800" dirty="0"/>
              <a:t>Substitute this expression for             into our expression for        </a:t>
            </a:r>
          </a:p>
        </p:txBody>
      </p:sp>
      <p:graphicFrame>
        <p:nvGraphicFramePr>
          <p:cNvPr id="14" name="Object 13">
            <a:extLst>
              <a:ext uri="{FF2B5EF4-FFF2-40B4-BE49-F238E27FC236}">
                <a16:creationId xmlns:a16="http://schemas.microsoft.com/office/drawing/2014/main" id="{16626655-A3A7-1C5E-8A78-FB9B1E324CD4}"/>
              </a:ext>
            </a:extLst>
          </p:cNvPr>
          <p:cNvGraphicFramePr>
            <a:graphicFrameLocks noChangeAspect="1"/>
          </p:cNvGraphicFramePr>
          <p:nvPr>
            <p:extLst>
              <p:ext uri="{D42A27DB-BD31-4B8C-83A1-F6EECF244321}">
                <p14:modId xmlns:p14="http://schemas.microsoft.com/office/powerpoint/2010/main" val="2794242833"/>
              </p:ext>
            </p:extLst>
          </p:nvPr>
        </p:nvGraphicFramePr>
        <p:xfrm>
          <a:off x="2456614" y="692616"/>
          <a:ext cx="2484908" cy="407578"/>
        </p:xfrm>
        <a:graphic>
          <a:graphicData uri="http://schemas.openxmlformats.org/presentationml/2006/ole">
            <mc:AlternateContent xmlns:mc="http://schemas.openxmlformats.org/markup-compatibility/2006">
              <mc:Choice xmlns:v="urn:schemas-microsoft-com:vml" Requires="v">
                <p:oleObj name="Equation" r:id="rId6" imgW="2400448" imgH="393323" progId="Equation.DSMT4">
                  <p:embed/>
                </p:oleObj>
              </mc:Choice>
              <mc:Fallback>
                <p:oleObj name="Equation" r:id="rId6" imgW="2400448" imgH="393323" progId="Equation.DSMT4">
                  <p:embed/>
                  <p:pic>
                    <p:nvPicPr>
                      <p:cNvPr id="21" name="Object 20">
                        <a:extLst>
                          <a:ext uri="{FF2B5EF4-FFF2-40B4-BE49-F238E27FC236}">
                            <a16:creationId xmlns:a16="http://schemas.microsoft.com/office/drawing/2014/main" id="{C56CA8DB-5363-8AAE-37F2-1F7076346831}"/>
                          </a:ext>
                        </a:extLst>
                      </p:cNvPr>
                      <p:cNvPicPr/>
                      <p:nvPr/>
                    </p:nvPicPr>
                    <p:blipFill>
                      <a:blip r:embed="rId7"/>
                      <a:stretch>
                        <a:fillRect/>
                      </a:stretch>
                    </p:blipFill>
                    <p:spPr>
                      <a:xfrm>
                        <a:off x="2456614" y="692616"/>
                        <a:ext cx="2484908" cy="407578"/>
                      </a:xfrm>
                      <a:prstGeom prst="rect">
                        <a:avLst/>
                      </a:prstGeom>
                    </p:spPr>
                  </p:pic>
                </p:oleObj>
              </mc:Fallback>
            </mc:AlternateContent>
          </a:graphicData>
        </a:graphic>
      </p:graphicFrame>
      <p:graphicFrame>
        <p:nvGraphicFramePr>
          <p:cNvPr id="16" name="Object 15">
            <a:extLst>
              <a:ext uri="{FF2B5EF4-FFF2-40B4-BE49-F238E27FC236}">
                <a16:creationId xmlns:a16="http://schemas.microsoft.com/office/drawing/2014/main" id="{80BB2EE0-F68C-80B8-1EC4-1596B1CBF316}"/>
              </a:ext>
            </a:extLst>
          </p:cNvPr>
          <p:cNvGraphicFramePr>
            <a:graphicFrameLocks noChangeAspect="1"/>
          </p:cNvGraphicFramePr>
          <p:nvPr>
            <p:extLst>
              <p:ext uri="{D42A27DB-BD31-4B8C-83A1-F6EECF244321}">
                <p14:modId xmlns:p14="http://schemas.microsoft.com/office/powerpoint/2010/main" val="3514708190"/>
              </p:ext>
            </p:extLst>
          </p:nvPr>
        </p:nvGraphicFramePr>
        <p:xfrm>
          <a:off x="4431428" y="2035418"/>
          <a:ext cx="287354" cy="454680"/>
        </p:xfrm>
        <a:graphic>
          <a:graphicData uri="http://schemas.openxmlformats.org/presentationml/2006/ole">
            <mc:AlternateContent xmlns:mc="http://schemas.openxmlformats.org/markup-compatibility/2006">
              <mc:Choice xmlns:v="urn:schemas-microsoft-com:vml" Requires="v">
                <p:oleObj name="Equation" r:id="rId8" imgW="203040" imgH="291960" progId="Equation.DSMT4">
                  <p:embed/>
                </p:oleObj>
              </mc:Choice>
              <mc:Fallback>
                <p:oleObj name="Equation" r:id="rId8" imgW="203040" imgH="291960" progId="Equation.DSMT4">
                  <p:embed/>
                  <p:pic>
                    <p:nvPicPr>
                      <p:cNvPr id="15" name="Object 14">
                        <a:extLst>
                          <a:ext uri="{FF2B5EF4-FFF2-40B4-BE49-F238E27FC236}">
                            <a16:creationId xmlns:a16="http://schemas.microsoft.com/office/drawing/2014/main" id="{F83F1058-EE15-0D24-FC2F-ADFCCC88D9BE}"/>
                          </a:ext>
                        </a:extLst>
                      </p:cNvPr>
                      <p:cNvPicPr/>
                      <p:nvPr/>
                    </p:nvPicPr>
                    <p:blipFill>
                      <a:blip r:embed="rId9"/>
                      <a:stretch>
                        <a:fillRect/>
                      </a:stretch>
                    </p:blipFill>
                    <p:spPr>
                      <a:xfrm>
                        <a:off x="4431428" y="2035418"/>
                        <a:ext cx="287354" cy="454680"/>
                      </a:xfrm>
                      <a:prstGeom prst="rect">
                        <a:avLst/>
                      </a:prstGeom>
                    </p:spPr>
                  </p:pic>
                </p:oleObj>
              </mc:Fallback>
            </mc:AlternateContent>
          </a:graphicData>
        </a:graphic>
      </p:graphicFrame>
      <p:graphicFrame>
        <p:nvGraphicFramePr>
          <p:cNvPr id="17" name="Object 16">
            <a:extLst>
              <a:ext uri="{FF2B5EF4-FFF2-40B4-BE49-F238E27FC236}">
                <a16:creationId xmlns:a16="http://schemas.microsoft.com/office/drawing/2014/main" id="{4574DE1C-7726-94F0-9FFB-4F2D4A20375A}"/>
              </a:ext>
            </a:extLst>
          </p:cNvPr>
          <p:cNvGraphicFramePr>
            <a:graphicFrameLocks noChangeAspect="1"/>
          </p:cNvGraphicFramePr>
          <p:nvPr>
            <p:extLst>
              <p:ext uri="{D42A27DB-BD31-4B8C-83A1-F6EECF244321}">
                <p14:modId xmlns:p14="http://schemas.microsoft.com/office/powerpoint/2010/main" val="775186535"/>
              </p:ext>
            </p:extLst>
          </p:nvPr>
        </p:nvGraphicFramePr>
        <p:xfrm>
          <a:off x="7148458" y="2035418"/>
          <a:ext cx="430542" cy="454679"/>
        </p:xfrm>
        <a:graphic>
          <a:graphicData uri="http://schemas.openxmlformats.org/presentationml/2006/ole">
            <mc:AlternateContent xmlns:mc="http://schemas.openxmlformats.org/markup-compatibility/2006">
              <mc:Choice xmlns:v="urn:schemas-microsoft-com:vml" Requires="v">
                <p:oleObj name="Equation" r:id="rId10" imgW="279360" imgH="291960" progId="Equation.DSMT4">
                  <p:embed/>
                </p:oleObj>
              </mc:Choice>
              <mc:Fallback>
                <p:oleObj name="Equation" r:id="rId10" imgW="279360" imgH="291960" progId="Equation.DSMT4">
                  <p:embed/>
                  <p:pic>
                    <p:nvPicPr>
                      <p:cNvPr id="22" name="Object 21">
                        <a:extLst>
                          <a:ext uri="{FF2B5EF4-FFF2-40B4-BE49-F238E27FC236}">
                            <a16:creationId xmlns:a16="http://schemas.microsoft.com/office/drawing/2014/main" id="{A2F48874-FDAB-E10A-E917-ADB79A9891C7}"/>
                          </a:ext>
                        </a:extLst>
                      </p:cNvPr>
                      <p:cNvPicPr/>
                      <p:nvPr/>
                    </p:nvPicPr>
                    <p:blipFill>
                      <a:blip r:embed="rId11"/>
                      <a:stretch>
                        <a:fillRect/>
                      </a:stretch>
                    </p:blipFill>
                    <p:spPr>
                      <a:xfrm>
                        <a:off x="7148458" y="2035418"/>
                        <a:ext cx="430542" cy="454679"/>
                      </a:xfrm>
                      <a:prstGeom prst="rect">
                        <a:avLst/>
                      </a:prstGeom>
                    </p:spPr>
                  </p:pic>
                </p:oleObj>
              </mc:Fallback>
            </mc:AlternateContent>
          </a:graphicData>
        </a:graphic>
      </p:graphicFrame>
      <p:graphicFrame>
        <p:nvGraphicFramePr>
          <p:cNvPr id="18" name="Object 17">
            <a:extLst>
              <a:ext uri="{FF2B5EF4-FFF2-40B4-BE49-F238E27FC236}">
                <a16:creationId xmlns:a16="http://schemas.microsoft.com/office/drawing/2014/main" id="{BFD001DE-E991-16A3-B75E-4657E8B48FFE}"/>
              </a:ext>
            </a:extLst>
          </p:cNvPr>
          <p:cNvGraphicFramePr>
            <a:graphicFrameLocks noChangeAspect="1"/>
          </p:cNvGraphicFramePr>
          <p:nvPr>
            <p:extLst>
              <p:ext uri="{D42A27DB-BD31-4B8C-83A1-F6EECF244321}">
                <p14:modId xmlns:p14="http://schemas.microsoft.com/office/powerpoint/2010/main" val="594487004"/>
              </p:ext>
            </p:extLst>
          </p:nvPr>
        </p:nvGraphicFramePr>
        <p:xfrm>
          <a:off x="3062133" y="4030130"/>
          <a:ext cx="3176158" cy="741162"/>
        </p:xfrm>
        <a:graphic>
          <a:graphicData uri="http://schemas.openxmlformats.org/presentationml/2006/ole">
            <mc:AlternateContent xmlns:mc="http://schemas.openxmlformats.org/markup-compatibility/2006">
              <mc:Choice xmlns:v="urn:schemas-microsoft-com:vml" Requires="v">
                <p:oleObj name="Equation" r:id="rId12" imgW="2883704" imgH="673805" progId="Equation.DSMT4">
                  <p:embed/>
                </p:oleObj>
              </mc:Choice>
              <mc:Fallback>
                <p:oleObj name="Equation" r:id="rId12" imgW="2883704" imgH="673805" progId="Equation.DSMT4">
                  <p:embed/>
                  <p:pic>
                    <p:nvPicPr>
                      <p:cNvPr id="24" name="Object 23">
                        <a:extLst>
                          <a:ext uri="{FF2B5EF4-FFF2-40B4-BE49-F238E27FC236}">
                            <a16:creationId xmlns:a16="http://schemas.microsoft.com/office/drawing/2014/main" id="{E701E132-6114-DB44-6A62-1C008321F8C0}"/>
                          </a:ext>
                        </a:extLst>
                      </p:cNvPr>
                      <p:cNvPicPr/>
                      <p:nvPr/>
                    </p:nvPicPr>
                    <p:blipFill>
                      <a:blip r:embed="rId13"/>
                      <a:stretch>
                        <a:fillRect/>
                      </a:stretch>
                    </p:blipFill>
                    <p:spPr>
                      <a:xfrm>
                        <a:off x="3062133" y="4030130"/>
                        <a:ext cx="3176158" cy="741162"/>
                      </a:xfrm>
                      <a:prstGeom prst="rect">
                        <a:avLst/>
                      </a:prstGeom>
                    </p:spPr>
                  </p:pic>
                </p:oleObj>
              </mc:Fallback>
            </mc:AlternateContent>
          </a:graphicData>
        </a:graphic>
      </p:graphicFrame>
      <p:graphicFrame>
        <p:nvGraphicFramePr>
          <p:cNvPr id="19" name="Object 18">
            <a:extLst>
              <a:ext uri="{FF2B5EF4-FFF2-40B4-BE49-F238E27FC236}">
                <a16:creationId xmlns:a16="http://schemas.microsoft.com/office/drawing/2014/main" id="{E49D9DAD-58AE-2CA1-1DB8-3DFA9722C4CD}"/>
              </a:ext>
            </a:extLst>
          </p:cNvPr>
          <p:cNvGraphicFramePr>
            <a:graphicFrameLocks noChangeAspect="1"/>
          </p:cNvGraphicFramePr>
          <p:nvPr>
            <p:extLst>
              <p:ext uri="{D42A27DB-BD31-4B8C-83A1-F6EECF244321}">
                <p14:modId xmlns:p14="http://schemas.microsoft.com/office/powerpoint/2010/main" val="3049412647"/>
              </p:ext>
            </p:extLst>
          </p:nvPr>
        </p:nvGraphicFramePr>
        <p:xfrm>
          <a:off x="2819184" y="5688129"/>
          <a:ext cx="5410200" cy="673100"/>
        </p:xfrm>
        <a:graphic>
          <a:graphicData uri="http://schemas.openxmlformats.org/presentationml/2006/ole">
            <mc:AlternateContent xmlns:mc="http://schemas.openxmlformats.org/markup-compatibility/2006">
              <mc:Choice xmlns:v="urn:schemas-microsoft-com:vml" Requires="v">
                <p:oleObj name="Equation" r:id="rId14" imgW="5410454" imgH="673805" progId="Equation.DSMT4">
                  <p:embed/>
                </p:oleObj>
              </mc:Choice>
              <mc:Fallback>
                <p:oleObj name="Equation" r:id="rId14" imgW="5410454" imgH="673805" progId="Equation.DSMT4">
                  <p:embed/>
                  <p:pic>
                    <p:nvPicPr>
                      <p:cNvPr id="25" name="Object 24">
                        <a:extLst>
                          <a:ext uri="{FF2B5EF4-FFF2-40B4-BE49-F238E27FC236}">
                            <a16:creationId xmlns:a16="http://schemas.microsoft.com/office/drawing/2014/main" id="{7CBEE4F6-2B1B-AD93-40E9-D696D391BD9F}"/>
                          </a:ext>
                        </a:extLst>
                      </p:cNvPr>
                      <p:cNvPicPr/>
                      <p:nvPr/>
                    </p:nvPicPr>
                    <p:blipFill>
                      <a:blip r:embed="rId15"/>
                      <a:stretch>
                        <a:fillRect/>
                      </a:stretch>
                    </p:blipFill>
                    <p:spPr>
                      <a:xfrm>
                        <a:off x="2819184" y="5688129"/>
                        <a:ext cx="5410200" cy="673100"/>
                      </a:xfrm>
                      <a:prstGeom prst="rect">
                        <a:avLst/>
                      </a:prstGeom>
                    </p:spPr>
                  </p:pic>
                </p:oleObj>
              </mc:Fallback>
            </mc:AlternateContent>
          </a:graphicData>
        </a:graphic>
      </p:graphicFrame>
      <p:sp>
        <p:nvSpPr>
          <p:cNvPr id="20" name="Content Placeholder 16">
            <a:extLst>
              <a:ext uri="{FF2B5EF4-FFF2-40B4-BE49-F238E27FC236}">
                <a16:creationId xmlns:a16="http://schemas.microsoft.com/office/drawing/2014/main" id="{E1F8D513-6885-848A-C4D6-C7924F1114B8}"/>
              </a:ext>
            </a:extLst>
          </p:cNvPr>
          <p:cNvSpPr txBox="1">
            <a:spLocks/>
          </p:cNvSpPr>
          <p:nvPr/>
        </p:nvSpPr>
        <p:spPr>
          <a:xfrm>
            <a:off x="955548" y="4937038"/>
            <a:ext cx="9853245" cy="733425"/>
          </a:xfrm>
          <a:prstGeom prst="rect">
            <a:avLst/>
          </a:prstGeom>
        </p:spPr>
        <p:txBody>
          <a:bodyPr vert="horz" lIns="91440" tIns="45720" rIns="91440" bIns="45720" rtlCol="0">
            <a:normAutofit/>
          </a:bodyPr>
          <a:lstStyle>
            <a:lvl1pPr marL="228600" indent="-228600" algn="l" defTabSz="914400" rtl="0" eaLnBrk="1" latinLnBrk="0" hangingPunct="1">
              <a:lnSpc>
                <a:spcPct val="90000"/>
              </a:lnSpc>
              <a:spcBef>
                <a:spcPts val="1000"/>
              </a:spcBef>
              <a:spcAft>
                <a:spcPts val="0"/>
              </a:spcAft>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291600" indent="-291600"/>
            <a:r>
              <a:rPr lang="en-IN" sz="1800" dirty="0"/>
              <a:t>The price of the stock today is equal to the present value of all the future dividends.</a:t>
            </a:r>
          </a:p>
          <a:p>
            <a:pPr marL="291600" indent="-291600"/>
            <a:endParaRPr lang="en-IN" sz="1800" dirty="0"/>
          </a:p>
        </p:txBody>
      </p:sp>
      <p:sp>
        <p:nvSpPr>
          <p:cNvPr id="2" name="Slide Number Placeholder 1">
            <a:extLst>
              <a:ext uri="{FF2B5EF4-FFF2-40B4-BE49-F238E27FC236}">
                <a16:creationId xmlns:a16="http://schemas.microsoft.com/office/drawing/2014/main" id="{53D60BB0-9213-7DDB-FCA6-03E1219C899E}"/>
              </a:ext>
            </a:extLst>
          </p:cNvPr>
          <p:cNvSpPr>
            <a:spLocks noGrp="1"/>
          </p:cNvSpPr>
          <p:nvPr>
            <p:ph type="sldNum" sz="quarter" idx="10"/>
          </p:nvPr>
        </p:nvSpPr>
        <p:spPr/>
        <p:txBody>
          <a:bodyPr/>
          <a:lstStyle/>
          <a:p>
            <a:fld id="{68151E55-6873-49E2-B8D5-2F265E6F1973}" type="slidenum">
              <a:rPr lang="en-US" smtClean="0"/>
              <a:t>5</a:t>
            </a:fld>
            <a:endParaRPr lang="en-US" dirty="0"/>
          </a:p>
        </p:txBody>
      </p:sp>
    </p:spTree>
    <p:extLst>
      <p:ext uri="{BB962C8B-B14F-4D97-AF65-F5344CB8AC3E}">
        <p14:creationId xmlns:p14="http://schemas.microsoft.com/office/powerpoint/2010/main" val="1666395144"/>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B912D97-8E71-2787-5DDE-4EB5253E9292}"/>
              </a:ext>
            </a:extLst>
          </p:cNvPr>
          <p:cNvSpPr>
            <a:spLocks noGrp="1"/>
          </p:cNvSpPr>
          <p:nvPr>
            <p:ph type="title"/>
          </p:nvPr>
        </p:nvSpPr>
        <p:spPr>
          <a:xfrm>
            <a:off x="457200" y="192491"/>
            <a:ext cx="11277600" cy="724637"/>
          </a:xfrm>
          <a:ln>
            <a:solidFill>
              <a:schemeClr val="accent1"/>
            </a:solidFill>
          </a:ln>
        </p:spPr>
        <p:txBody>
          <a:bodyPr>
            <a:normAutofit/>
          </a:bodyPr>
          <a:lstStyle/>
          <a:p>
            <a:r>
              <a:rPr lang="en-IN" sz="3200" dirty="0"/>
              <a:t>Growth Stocks </a:t>
            </a:r>
            <a:endParaRPr lang="en-US" sz="3200" dirty="0"/>
          </a:p>
        </p:txBody>
      </p:sp>
      <p:sp>
        <p:nvSpPr>
          <p:cNvPr id="3" name="Content Placeholder 2">
            <a:extLst>
              <a:ext uri="{FF2B5EF4-FFF2-40B4-BE49-F238E27FC236}">
                <a16:creationId xmlns:a16="http://schemas.microsoft.com/office/drawing/2014/main" id="{16CF5E75-FD70-196D-B0C2-9F50D011D8CE}"/>
              </a:ext>
            </a:extLst>
          </p:cNvPr>
          <p:cNvSpPr>
            <a:spLocks noGrp="1"/>
          </p:cNvSpPr>
          <p:nvPr>
            <p:ph sz="quarter" idx="11"/>
          </p:nvPr>
        </p:nvSpPr>
        <p:spPr>
          <a:xfrm>
            <a:off x="656492" y="1276710"/>
            <a:ext cx="10996246" cy="4878028"/>
          </a:xfrm>
        </p:spPr>
        <p:txBody>
          <a:bodyPr/>
          <a:lstStyle/>
          <a:p>
            <a:pPr>
              <a:lnSpc>
                <a:spcPct val="90000"/>
              </a:lnSpc>
            </a:pPr>
            <a:r>
              <a:rPr lang="en-IN" sz="1800" dirty="0"/>
              <a:t>You might be wondering about shares of stock in companies such as Alphabet that currently pay no dividends. Small, growing companies frequently </a:t>
            </a:r>
            <a:r>
              <a:rPr lang="en-IN" sz="1800" dirty="0" err="1"/>
              <a:t>plow</a:t>
            </a:r>
            <a:r>
              <a:rPr lang="en-IN" sz="1800" dirty="0"/>
              <a:t> back everything and pay no dividends. Are such shares worth nothing? It depends. When we say that the value of the stock is equal to the present value of the future dividends, we don’t rule out the possibility that some number of those dividends are zero. They just can’t all be zero.</a:t>
            </a:r>
          </a:p>
          <a:p>
            <a:pPr>
              <a:lnSpc>
                <a:spcPct val="90000"/>
              </a:lnSpc>
            </a:pPr>
            <a:r>
              <a:rPr lang="en-IN" sz="1800" dirty="0"/>
              <a:t>Imagine a company that has a provision in its corporate charter that prohibits the paying of dividends now or ever. The corporation never borrows any money, never pays out any money to stockholders in any form whatsoever, and never sells any assets. Such a corporation couldn’t really exist because the IRS wouldn’t like it, and the stockholders could always vote to amend the charter if they wanted to. If it did exist, however, what would the stock be worth?</a:t>
            </a:r>
          </a:p>
          <a:p>
            <a:r>
              <a:rPr lang="en-IN" sz="1800" dirty="0"/>
              <a:t>The stock would be worth absolutely nothing. Such a company would be a financial “black hole.” Money goes in, but nothing valuable ever comes out. Because nobody would ever get any return on this investment, the investment would have no value. This example is a little absurd, but it illustrates that when we speak of companies that don’t pay dividends, what we really mean is that they are not </a:t>
            </a:r>
            <a:r>
              <a:rPr lang="en-IN" sz="1800" i="1" dirty="0"/>
              <a:t>currently</a:t>
            </a:r>
            <a:r>
              <a:rPr lang="en-IN" sz="1800" dirty="0"/>
              <a:t> paying dividends.</a:t>
            </a:r>
          </a:p>
          <a:p>
            <a:pPr>
              <a:lnSpc>
                <a:spcPct val="90000"/>
              </a:lnSpc>
            </a:pPr>
            <a:endParaRPr lang="en-IN" sz="1800" dirty="0"/>
          </a:p>
        </p:txBody>
      </p:sp>
      <p:sp>
        <p:nvSpPr>
          <p:cNvPr id="6" name="Slide Number Placeholder 5">
            <a:extLst>
              <a:ext uri="{FF2B5EF4-FFF2-40B4-BE49-F238E27FC236}">
                <a16:creationId xmlns:a16="http://schemas.microsoft.com/office/drawing/2014/main" id="{3AFFCEF1-6AA3-EB6F-66F3-BDE01B9C1946}"/>
              </a:ext>
            </a:extLst>
          </p:cNvPr>
          <p:cNvSpPr>
            <a:spLocks noGrp="1"/>
          </p:cNvSpPr>
          <p:nvPr>
            <p:ph type="sldNum" sz="quarter" idx="4"/>
          </p:nvPr>
        </p:nvSpPr>
        <p:spPr/>
        <p:txBody>
          <a:bodyPr/>
          <a:lstStyle/>
          <a:p>
            <a:fld id="{68151E55-6873-49E2-B8D5-2F265E6F1973}" type="slidenum">
              <a:rPr lang="en-US" smtClean="0"/>
              <a:pPr/>
              <a:t>6</a:t>
            </a:fld>
            <a:endParaRPr lang="en-US" dirty="0"/>
          </a:p>
        </p:txBody>
      </p:sp>
    </p:spTree>
    <p:extLst>
      <p:ext uri="{BB962C8B-B14F-4D97-AF65-F5344CB8AC3E}">
        <p14:creationId xmlns:p14="http://schemas.microsoft.com/office/powerpoint/2010/main" val="991062267"/>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5221A98-7546-BA21-2676-1B3189624D71}"/>
              </a:ext>
            </a:extLst>
          </p:cNvPr>
          <p:cNvSpPr>
            <a:spLocks noGrp="1"/>
          </p:cNvSpPr>
          <p:nvPr>
            <p:ph type="title"/>
          </p:nvPr>
        </p:nvSpPr>
        <p:spPr>
          <a:ln>
            <a:solidFill>
              <a:schemeClr val="tx1"/>
            </a:solidFill>
          </a:ln>
        </p:spPr>
        <p:txBody>
          <a:bodyPr/>
          <a:lstStyle/>
          <a:p>
            <a:r>
              <a:rPr lang="en-US" altLang="en-US" dirty="0"/>
              <a:t>P</a:t>
            </a:r>
            <a:r>
              <a:rPr lang="en-US" altLang="en-US" sz="3600" dirty="0"/>
              <a:t>atterns of dividends we will consider (three cases)</a:t>
            </a:r>
            <a:endParaRPr lang="en-US" dirty="0"/>
          </a:p>
        </p:txBody>
      </p:sp>
      <p:sp>
        <p:nvSpPr>
          <p:cNvPr id="3" name="Content Placeholder 2">
            <a:extLst>
              <a:ext uri="{FF2B5EF4-FFF2-40B4-BE49-F238E27FC236}">
                <a16:creationId xmlns:a16="http://schemas.microsoft.com/office/drawing/2014/main" id="{396CEB28-60F0-F1D2-AD2A-6D2E52812674}"/>
              </a:ext>
            </a:extLst>
          </p:cNvPr>
          <p:cNvSpPr>
            <a:spLocks noGrp="1"/>
          </p:cNvSpPr>
          <p:nvPr>
            <p:ph sz="quarter" idx="11"/>
          </p:nvPr>
        </p:nvSpPr>
        <p:spPr/>
        <p:txBody>
          <a:bodyPr/>
          <a:lstStyle/>
          <a:p>
            <a:r>
              <a:rPr lang="en-IN" sz="2800" dirty="0"/>
              <a:t>Zero Growth</a:t>
            </a:r>
          </a:p>
          <a:p>
            <a:r>
              <a:rPr lang="en-IN" dirty="0"/>
              <a:t>Constant Growth</a:t>
            </a:r>
          </a:p>
          <a:p>
            <a:r>
              <a:rPr lang="en-IN" sz="2800" dirty="0"/>
              <a:t>Nonconstant Growth</a:t>
            </a:r>
          </a:p>
          <a:p>
            <a:pPr lvl="2"/>
            <a:r>
              <a:rPr lang="en-IN" dirty="0"/>
              <a:t>Two-Stage Growth</a:t>
            </a:r>
          </a:p>
          <a:p>
            <a:pPr lvl="2"/>
            <a:endParaRPr lang="en-IN" dirty="0"/>
          </a:p>
          <a:p>
            <a:pPr marL="228600" lvl="2">
              <a:spcBef>
                <a:spcPts val="1000"/>
              </a:spcBef>
            </a:pPr>
            <a:r>
              <a:rPr lang="en-IN" sz="2800" dirty="0"/>
              <a:t>Special Cases</a:t>
            </a:r>
          </a:p>
          <a:p>
            <a:pPr lvl="2"/>
            <a:r>
              <a:rPr lang="en-US" dirty="0"/>
              <a:t>Dividend as an Annuity</a:t>
            </a:r>
          </a:p>
          <a:p>
            <a:pPr lvl="2"/>
            <a:r>
              <a:rPr lang="en-US" dirty="0"/>
              <a:t>Delayed dividend as an annuity</a:t>
            </a:r>
          </a:p>
          <a:p>
            <a:pPr lvl="2"/>
            <a:r>
              <a:rPr lang="en-US" dirty="0"/>
              <a:t>Uneven dividends</a:t>
            </a:r>
          </a:p>
          <a:p>
            <a:pPr marL="685800" lvl="3">
              <a:spcBef>
                <a:spcPts val="1000"/>
              </a:spcBef>
            </a:pPr>
            <a:endParaRPr lang="en-IN" sz="2600" dirty="0"/>
          </a:p>
        </p:txBody>
      </p:sp>
      <p:pic>
        <p:nvPicPr>
          <p:cNvPr id="4" name="Content Placeholder 5" descr="A close up of text on a white background&#10;&#10;Description automatically generated">
            <a:extLst>
              <a:ext uri="{FF2B5EF4-FFF2-40B4-BE49-F238E27FC236}">
                <a16:creationId xmlns:a16="http://schemas.microsoft.com/office/drawing/2014/main" id="{C4EE449E-F4C7-125C-2BFA-0F558EF95EF2}"/>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6096000" y="1457697"/>
            <a:ext cx="4260364" cy="4971692"/>
          </a:xfrm>
          <a:prstGeom prst="rect">
            <a:avLst/>
          </a:prstGeom>
        </p:spPr>
      </p:pic>
      <p:sp>
        <p:nvSpPr>
          <p:cNvPr id="5" name="Slide Number Placeholder 4">
            <a:extLst>
              <a:ext uri="{FF2B5EF4-FFF2-40B4-BE49-F238E27FC236}">
                <a16:creationId xmlns:a16="http://schemas.microsoft.com/office/drawing/2014/main" id="{AA005242-BF36-C894-621E-E908FFD4DB03}"/>
              </a:ext>
            </a:extLst>
          </p:cNvPr>
          <p:cNvSpPr>
            <a:spLocks noGrp="1"/>
          </p:cNvSpPr>
          <p:nvPr>
            <p:ph type="sldNum" sz="quarter" idx="4"/>
          </p:nvPr>
        </p:nvSpPr>
        <p:spPr/>
        <p:txBody>
          <a:bodyPr/>
          <a:lstStyle/>
          <a:p>
            <a:fld id="{68151E55-6873-49E2-B8D5-2F265E6F1973}" type="slidenum">
              <a:rPr lang="en-US" smtClean="0"/>
              <a:pPr/>
              <a:t>7</a:t>
            </a:fld>
            <a:endParaRPr lang="en-US" dirty="0"/>
          </a:p>
        </p:txBody>
      </p:sp>
    </p:spTree>
    <p:extLst>
      <p:ext uri="{BB962C8B-B14F-4D97-AF65-F5344CB8AC3E}">
        <p14:creationId xmlns:p14="http://schemas.microsoft.com/office/powerpoint/2010/main" val="444583053"/>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2947893-2E82-FEE1-8B27-CBF095590921}"/>
              </a:ext>
            </a:extLst>
          </p:cNvPr>
          <p:cNvSpPr>
            <a:spLocks noGrp="1"/>
          </p:cNvSpPr>
          <p:nvPr>
            <p:ph type="title"/>
          </p:nvPr>
        </p:nvSpPr>
        <p:spPr>
          <a:xfrm>
            <a:off x="457200" y="192491"/>
            <a:ext cx="11277600" cy="673101"/>
          </a:xfrm>
          <a:solidFill>
            <a:srgbClr val="FFFF00"/>
          </a:solidFill>
          <a:ln>
            <a:solidFill>
              <a:schemeClr val="accent1"/>
            </a:solidFill>
          </a:ln>
        </p:spPr>
        <p:txBody>
          <a:bodyPr>
            <a:normAutofit/>
          </a:bodyPr>
          <a:lstStyle/>
          <a:p>
            <a:r>
              <a:rPr lang="en-IN" sz="3200" dirty="0"/>
              <a:t>1.   Zero Growth</a:t>
            </a:r>
            <a:endParaRPr lang="en-US" sz="3200" dirty="0"/>
          </a:p>
        </p:txBody>
      </p:sp>
      <p:sp>
        <p:nvSpPr>
          <p:cNvPr id="3" name="Content Placeholder 2">
            <a:extLst>
              <a:ext uri="{FF2B5EF4-FFF2-40B4-BE49-F238E27FC236}">
                <a16:creationId xmlns:a16="http://schemas.microsoft.com/office/drawing/2014/main" id="{1731E39D-527F-7E26-A4C9-725E0A7A1B35}"/>
              </a:ext>
            </a:extLst>
          </p:cNvPr>
          <p:cNvSpPr>
            <a:spLocks noGrp="1"/>
          </p:cNvSpPr>
          <p:nvPr>
            <p:ph sz="quarter" idx="11"/>
          </p:nvPr>
        </p:nvSpPr>
        <p:spPr>
          <a:xfrm>
            <a:off x="562708" y="1276710"/>
            <a:ext cx="11043138" cy="1892289"/>
          </a:xfrm>
        </p:spPr>
        <p:txBody>
          <a:bodyPr>
            <a:normAutofit/>
          </a:bodyPr>
          <a:lstStyle/>
          <a:p>
            <a:pPr marL="292608" indent="-292608"/>
            <a:r>
              <a:rPr lang="en-IN" sz="2400" dirty="0"/>
              <a:t>A share of common stock in a company with a constant (fixed) dividend is much like a share of preferred stock.</a:t>
            </a:r>
          </a:p>
          <a:p>
            <a:pPr marL="292608" indent="-292608"/>
            <a:r>
              <a:rPr lang="en-IN" sz="2400" dirty="0"/>
              <a:t>Dividend on a share of preferred stock has zero growth and is constant through time; for a zero-growth share of common stock, this implies that:</a:t>
            </a:r>
          </a:p>
        </p:txBody>
      </p:sp>
      <p:sp>
        <p:nvSpPr>
          <p:cNvPr id="4" name="Content Placeholder 3">
            <a:extLst>
              <a:ext uri="{FF2B5EF4-FFF2-40B4-BE49-F238E27FC236}">
                <a16:creationId xmlns:a16="http://schemas.microsoft.com/office/drawing/2014/main" id="{35AC30AC-FFF9-A3F6-6AA2-BD261CF73AF4}"/>
              </a:ext>
            </a:extLst>
          </p:cNvPr>
          <p:cNvSpPr>
            <a:spLocks noGrp="1"/>
          </p:cNvSpPr>
          <p:nvPr>
            <p:ph sz="quarter" idx="14"/>
          </p:nvPr>
        </p:nvSpPr>
        <p:spPr>
          <a:xfrm>
            <a:off x="562708" y="3610803"/>
            <a:ext cx="9762392" cy="371824"/>
          </a:xfrm>
        </p:spPr>
        <p:txBody>
          <a:bodyPr>
            <a:normAutofit fontScale="85000" lnSpcReduction="20000"/>
          </a:bodyPr>
          <a:lstStyle/>
          <a:p>
            <a:pPr marL="292608" indent="-292608"/>
            <a:r>
              <a:rPr lang="en-IN" dirty="0"/>
              <a:t>Value of the stock is:</a:t>
            </a:r>
          </a:p>
        </p:txBody>
      </p:sp>
      <p:sp>
        <p:nvSpPr>
          <p:cNvPr id="5" name="Content Placeholder 4">
            <a:extLst>
              <a:ext uri="{FF2B5EF4-FFF2-40B4-BE49-F238E27FC236}">
                <a16:creationId xmlns:a16="http://schemas.microsoft.com/office/drawing/2014/main" id="{9A0735F4-ABE2-8586-AAEA-764545FF79BA}"/>
              </a:ext>
            </a:extLst>
          </p:cNvPr>
          <p:cNvSpPr>
            <a:spLocks noGrp="1"/>
          </p:cNvSpPr>
          <p:nvPr>
            <p:ph sz="quarter" idx="15"/>
          </p:nvPr>
        </p:nvSpPr>
        <p:spPr>
          <a:xfrm>
            <a:off x="562707" y="4855963"/>
            <a:ext cx="10939175" cy="673100"/>
          </a:xfrm>
        </p:spPr>
        <p:txBody>
          <a:bodyPr>
            <a:normAutofit fontScale="85000" lnSpcReduction="20000"/>
          </a:bodyPr>
          <a:lstStyle/>
          <a:p>
            <a:pPr marL="292608" indent="-292608"/>
            <a:r>
              <a:rPr lang="en-IN" dirty="0"/>
              <a:t>Stock may be viewed as ordinary perpetuity with cash flow equal to D every period, with the per-share value given by:</a:t>
            </a:r>
          </a:p>
        </p:txBody>
      </p:sp>
      <p:sp>
        <p:nvSpPr>
          <p:cNvPr id="6" name="Content Placeholder 5">
            <a:extLst>
              <a:ext uri="{FF2B5EF4-FFF2-40B4-BE49-F238E27FC236}">
                <a16:creationId xmlns:a16="http://schemas.microsoft.com/office/drawing/2014/main" id="{DCB359A5-180E-14B9-8F57-E87EEEACD6AC}"/>
              </a:ext>
            </a:extLst>
          </p:cNvPr>
          <p:cNvSpPr>
            <a:spLocks noGrp="1"/>
          </p:cNvSpPr>
          <p:nvPr>
            <p:ph sz="quarter" idx="16"/>
          </p:nvPr>
        </p:nvSpPr>
        <p:spPr>
          <a:xfrm>
            <a:off x="964223" y="6111175"/>
            <a:ext cx="8458200" cy="439854"/>
          </a:xfrm>
        </p:spPr>
        <p:txBody>
          <a:bodyPr>
            <a:normAutofit fontScale="92500" lnSpcReduction="10000"/>
          </a:bodyPr>
          <a:lstStyle/>
          <a:p>
            <a:pPr marL="0" indent="0">
              <a:buNone/>
            </a:pPr>
            <a:r>
              <a:rPr lang="en-IN" dirty="0"/>
              <a:t>R = the required return.</a:t>
            </a:r>
          </a:p>
        </p:txBody>
      </p:sp>
      <p:sp>
        <p:nvSpPr>
          <p:cNvPr id="11" name="Slide Number Placeholder 10">
            <a:extLst>
              <a:ext uri="{FF2B5EF4-FFF2-40B4-BE49-F238E27FC236}">
                <a16:creationId xmlns:a16="http://schemas.microsoft.com/office/drawing/2014/main" id="{08BB6DBA-8B76-7CBF-F265-BBE2D219AD8E}"/>
              </a:ext>
            </a:extLst>
          </p:cNvPr>
          <p:cNvSpPr>
            <a:spLocks noGrp="1"/>
          </p:cNvSpPr>
          <p:nvPr>
            <p:ph type="sldNum" sz="quarter" idx="10"/>
          </p:nvPr>
        </p:nvSpPr>
        <p:spPr/>
        <p:txBody>
          <a:bodyPr/>
          <a:lstStyle/>
          <a:p>
            <a:fld id="{68151E55-6873-49E2-B8D5-2F265E6F1973}" type="slidenum">
              <a:rPr lang="en-US" smtClean="0"/>
              <a:t>8</a:t>
            </a:fld>
            <a:endParaRPr lang="en-US" dirty="0"/>
          </a:p>
        </p:txBody>
      </p:sp>
      <p:graphicFrame>
        <p:nvGraphicFramePr>
          <p:cNvPr id="12" name="Object 11">
            <a:extLst>
              <a:ext uri="{FF2B5EF4-FFF2-40B4-BE49-F238E27FC236}">
                <a16:creationId xmlns:a16="http://schemas.microsoft.com/office/drawing/2014/main" id="{B89CC085-60DE-90E0-B901-92A150447FF0}"/>
              </a:ext>
            </a:extLst>
          </p:cNvPr>
          <p:cNvGraphicFramePr>
            <a:graphicFrameLocks noChangeAspect="1"/>
          </p:cNvGraphicFramePr>
          <p:nvPr>
            <p:extLst>
              <p:ext uri="{D42A27DB-BD31-4B8C-83A1-F6EECF244321}">
                <p14:modId xmlns:p14="http://schemas.microsoft.com/office/powerpoint/2010/main" val="1555984876"/>
              </p:ext>
            </p:extLst>
          </p:nvPr>
        </p:nvGraphicFramePr>
        <p:xfrm>
          <a:off x="4328745" y="2952352"/>
          <a:ext cx="3956153" cy="433293"/>
        </p:xfrm>
        <a:graphic>
          <a:graphicData uri="http://schemas.openxmlformats.org/presentationml/2006/ole">
            <mc:AlternateContent xmlns:mc="http://schemas.openxmlformats.org/markup-compatibility/2006">
              <mc:Choice xmlns:v="urn:schemas-microsoft-com:vml" Requires="v">
                <p:oleObj name="Equation" r:id="rId2" imgW="2666880" imgH="291960" progId="Equation.DSMT4">
                  <p:embed/>
                </p:oleObj>
              </mc:Choice>
              <mc:Fallback>
                <p:oleObj name="Equation" r:id="rId2" imgW="2666880" imgH="291960" progId="Equation.DSMT4">
                  <p:embed/>
                  <p:pic>
                    <p:nvPicPr>
                      <p:cNvPr id="12" name="Object 11">
                        <a:extLst>
                          <a:ext uri="{FF2B5EF4-FFF2-40B4-BE49-F238E27FC236}">
                            <a16:creationId xmlns:a16="http://schemas.microsoft.com/office/drawing/2014/main" id="{B89CC085-60DE-90E0-B901-92A150447FF0}"/>
                          </a:ext>
                        </a:extLst>
                      </p:cNvPr>
                      <p:cNvPicPr/>
                      <p:nvPr/>
                    </p:nvPicPr>
                    <p:blipFill>
                      <a:blip r:embed="rId3"/>
                      <a:stretch>
                        <a:fillRect/>
                      </a:stretch>
                    </p:blipFill>
                    <p:spPr>
                      <a:xfrm>
                        <a:off x="4328745" y="2952352"/>
                        <a:ext cx="3956153" cy="433293"/>
                      </a:xfrm>
                      <a:prstGeom prst="rect">
                        <a:avLst/>
                      </a:prstGeom>
                    </p:spPr>
                  </p:pic>
                </p:oleObj>
              </mc:Fallback>
            </mc:AlternateContent>
          </a:graphicData>
        </a:graphic>
      </p:graphicFrame>
      <p:graphicFrame>
        <p:nvGraphicFramePr>
          <p:cNvPr id="13" name="Object 12">
            <a:extLst>
              <a:ext uri="{FF2B5EF4-FFF2-40B4-BE49-F238E27FC236}">
                <a16:creationId xmlns:a16="http://schemas.microsoft.com/office/drawing/2014/main" id="{F225AAC6-A28F-7353-5F18-FD4A754D9FBE}"/>
              </a:ext>
            </a:extLst>
          </p:cNvPr>
          <p:cNvGraphicFramePr>
            <a:graphicFrameLocks noChangeAspect="1"/>
          </p:cNvGraphicFramePr>
          <p:nvPr>
            <p:extLst>
              <p:ext uri="{D42A27DB-BD31-4B8C-83A1-F6EECF244321}">
                <p14:modId xmlns:p14="http://schemas.microsoft.com/office/powerpoint/2010/main" val="3345990862"/>
              </p:ext>
            </p:extLst>
          </p:nvPr>
        </p:nvGraphicFramePr>
        <p:xfrm>
          <a:off x="3941641" y="3971038"/>
          <a:ext cx="5308600" cy="673100"/>
        </p:xfrm>
        <a:graphic>
          <a:graphicData uri="http://schemas.openxmlformats.org/presentationml/2006/ole">
            <mc:AlternateContent xmlns:mc="http://schemas.openxmlformats.org/markup-compatibility/2006">
              <mc:Choice xmlns:v="urn:schemas-microsoft-com:vml" Requires="v">
                <p:oleObj name="Equation" r:id="rId4" imgW="5308560" imgH="672840" progId="Equation.DSMT4">
                  <p:embed/>
                </p:oleObj>
              </mc:Choice>
              <mc:Fallback>
                <p:oleObj name="Equation" r:id="rId4" imgW="5308560" imgH="672840" progId="Equation.DSMT4">
                  <p:embed/>
                  <p:pic>
                    <p:nvPicPr>
                      <p:cNvPr id="13" name="Object 12">
                        <a:extLst>
                          <a:ext uri="{FF2B5EF4-FFF2-40B4-BE49-F238E27FC236}">
                            <a16:creationId xmlns:a16="http://schemas.microsoft.com/office/drawing/2014/main" id="{F225AAC6-A28F-7353-5F18-FD4A754D9FBE}"/>
                          </a:ext>
                        </a:extLst>
                      </p:cNvPr>
                      <p:cNvPicPr/>
                      <p:nvPr/>
                    </p:nvPicPr>
                    <p:blipFill>
                      <a:blip r:embed="rId5"/>
                      <a:stretch>
                        <a:fillRect/>
                      </a:stretch>
                    </p:blipFill>
                    <p:spPr>
                      <a:xfrm>
                        <a:off x="3941641" y="3971038"/>
                        <a:ext cx="5308600" cy="673100"/>
                      </a:xfrm>
                      <a:prstGeom prst="rect">
                        <a:avLst/>
                      </a:prstGeom>
                    </p:spPr>
                  </p:pic>
                </p:oleObj>
              </mc:Fallback>
            </mc:AlternateContent>
          </a:graphicData>
        </a:graphic>
      </p:graphicFrame>
      <p:graphicFrame>
        <p:nvGraphicFramePr>
          <p:cNvPr id="14" name="Object 13">
            <a:extLst>
              <a:ext uri="{FF2B5EF4-FFF2-40B4-BE49-F238E27FC236}">
                <a16:creationId xmlns:a16="http://schemas.microsoft.com/office/drawing/2014/main" id="{5AF03290-E407-267D-E680-12D97EE89E02}"/>
              </a:ext>
            </a:extLst>
          </p:cNvPr>
          <p:cNvGraphicFramePr>
            <a:graphicFrameLocks noChangeAspect="1"/>
          </p:cNvGraphicFramePr>
          <p:nvPr>
            <p:extLst>
              <p:ext uri="{D42A27DB-BD31-4B8C-83A1-F6EECF244321}">
                <p14:modId xmlns:p14="http://schemas.microsoft.com/office/powerpoint/2010/main" val="820222952"/>
              </p:ext>
            </p:extLst>
          </p:nvPr>
        </p:nvGraphicFramePr>
        <p:xfrm>
          <a:off x="5815489" y="5663656"/>
          <a:ext cx="1194911" cy="391870"/>
        </p:xfrm>
        <a:graphic>
          <a:graphicData uri="http://schemas.openxmlformats.org/presentationml/2006/ole">
            <mc:AlternateContent xmlns:mc="http://schemas.openxmlformats.org/markup-compatibility/2006">
              <mc:Choice xmlns:v="urn:schemas-microsoft-com:vml" Requires="v">
                <p:oleObj name="Equation" r:id="rId6" imgW="888840" imgH="291960" progId="Equation.DSMT4">
                  <p:embed/>
                </p:oleObj>
              </mc:Choice>
              <mc:Fallback>
                <p:oleObj name="Equation" r:id="rId6" imgW="888840" imgH="291960" progId="Equation.DSMT4">
                  <p:embed/>
                  <p:pic>
                    <p:nvPicPr>
                      <p:cNvPr id="14" name="Object 13">
                        <a:extLst>
                          <a:ext uri="{FF2B5EF4-FFF2-40B4-BE49-F238E27FC236}">
                            <a16:creationId xmlns:a16="http://schemas.microsoft.com/office/drawing/2014/main" id="{5AF03290-E407-267D-E680-12D97EE89E02}"/>
                          </a:ext>
                        </a:extLst>
                      </p:cNvPr>
                      <p:cNvPicPr/>
                      <p:nvPr/>
                    </p:nvPicPr>
                    <p:blipFill>
                      <a:blip r:embed="rId7"/>
                      <a:stretch>
                        <a:fillRect/>
                      </a:stretch>
                    </p:blipFill>
                    <p:spPr>
                      <a:xfrm>
                        <a:off x="5815489" y="5663656"/>
                        <a:ext cx="1194911" cy="391870"/>
                      </a:xfrm>
                      <a:prstGeom prst="rect">
                        <a:avLst/>
                      </a:prstGeom>
                    </p:spPr>
                  </p:pic>
                </p:oleObj>
              </mc:Fallback>
            </mc:AlternateContent>
          </a:graphicData>
        </a:graphic>
      </p:graphicFrame>
    </p:spTree>
    <p:extLst>
      <p:ext uri="{BB962C8B-B14F-4D97-AF65-F5344CB8AC3E}">
        <p14:creationId xmlns:p14="http://schemas.microsoft.com/office/powerpoint/2010/main" val="434376518"/>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1507" name="Slide Number Placeholder 6">
            <a:extLst>
              <a:ext uri="{FF2B5EF4-FFF2-40B4-BE49-F238E27FC236}">
                <a16:creationId xmlns:a16="http://schemas.microsoft.com/office/drawing/2014/main" id="{46011B72-EB59-41D7-AEBB-4543D5F6AABD}"/>
              </a:ext>
            </a:extLst>
          </p:cNvPr>
          <p:cNvSpPr>
            <a:spLocks noGrp="1"/>
          </p:cNvSpPr>
          <p:nvPr>
            <p:ph type="sldNum" sz="quarter" idx="12"/>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har char="•"/>
              <a:defRPr sz="3200">
                <a:solidFill>
                  <a:schemeClr val="tx1"/>
                </a:solidFill>
                <a:latin typeface="Arial" panose="020B0604020202020204" pitchFamily="34" charset="0"/>
              </a:defRPr>
            </a:lvl1pPr>
            <a:lvl2pPr marL="742950" indent="-285750">
              <a:spcBef>
                <a:spcPct val="20000"/>
              </a:spcBef>
              <a:buChar char="–"/>
              <a:defRPr sz="2800">
                <a:solidFill>
                  <a:schemeClr val="tx1"/>
                </a:solidFill>
                <a:latin typeface="Arial" panose="020B0604020202020204" pitchFamily="34" charset="0"/>
              </a:defRPr>
            </a:lvl2pPr>
            <a:lvl3pPr marL="1143000" indent="-228600">
              <a:spcBef>
                <a:spcPct val="20000"/>
              </a:spcBef>
              <a:buChar char="•"/>
              <a:defRPr sz="2400">
                <a:solidFill>
                  <a:schemeClr val="tx1"/>
                </a:solidFill>
                <a:latin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defRPr>
            </a:lvl9pPr>
          </a:lstStyle>
          <a:p>
            <a:pPr>
              <a:spcBef>
                <a:spcPct val="0"/>
              </a:spcBef>
              <a:buFontTx/>
              <a:buNone/>
            </a:pPr>
            <a:fld id="{6857540E-67A5-4B63-9779-E2781FAC08FD}" type="slidenum">
              <a:rPr lang="en-US" altLang="en-US" sz="1400"/>
              <a:pPr>
                <a:spcBef>
                  <a:spcPct val="0"/>
                </a:spcBef>
                <a:buFontTx/>
                <a:buNone/>
              </a:pPr>
              <a:t>9</a:t>
            </a:fld>
            <a:endParaRPr lang="en-US" altLang="en-US" sz="1400"/>
          </a:p>
        </p:txBody>
      </p:sp>
      <p:sp>
        <p:nvSpPr>
          <p:cNvPr id="21508" name="Rectangle 2">
            <a:extLst>
              <a:ext uri="{FF2B5EF4-FFF2-40B4-BE49-F238E27FC236}">
                <a16:creationId xmlns:a16="http://schemas.microsoft.com/office/drawing/2014/main" id="{C87642D1-98C4-412D-A5A3-2CF85F79C0D9}"/>
              </a:ext>
            </a:extLst>
          </p:cNvPr>
          <p:cNvSpPr>
            <a:spLocks noGrp="1" noChangeArrowheads="1"/>
          </p:cNvSpPr>
          <p:nvPr>
            <p:ph type="title"/>
          </p:nvPr>
        </p:nvSpPr>
        <p:spPr>
          <a:xfrm>
            <a:off x="885524" y="274638"/>
            <a:ext cx="10696876" cy="918895"/>
          </a:xfrm>
          <a:ln>
            <a:solidFill>
              <a:schemeClr val="tx1"/>
            </a:solidFill>
            <a:miter lim="800000"/>
            <a:headEnd/>
            <a:tailEnd/>
          </a:ln>
        </p:spPr>
        <p:txBody>
          <a:bodyPr/>
          <a:lstStyle/>
          <a:p>
            <a:pPr eaLnBrk="1" hangingPunct="1"/>
            <a:r>
              <a:rPr lang="en-US" altLang="en-US" sz="3200" dirty="0"/>
              <a:t>Example:  Zero Growth – Preferred Stock Valuation</a:t>
            </a:r>
          </a:p>
        </p:txBody>
      </p:sp>
      <p:sp>
        <p:nvSpPr>
          <p:cNvPr id="21509" name="Rectangle 3">
            <a:extLst>
              <a:ext uri="{FF2B5EF4-FFF2-40B4-BE49-F238E27FC236}">
                <a16:creationId xmlns:a16="http://schemas.microsoft.com/office/drawing/2014/main" id="{54200015-3ADB-4AE7-8179-E3C2D07CF3E8}"/>
              </a:ext>
            </a:extLst>
          </p:cNvPr>
          <p:cNvSpPr>
            <a:spLocks noGrp="1" noChangeArrowheads="1"/>
          </p:cNvSpPr>
          <p:nvPr>
            <p:ph type="body" sz="half" idx="1"/>
          </p:nvPr>
        </p:nvSpPr>
        <p:spPr>
          <a:xfrm>
            <a:off x="731520" y="1600201"/>
            <a:ext cx="10696876" cy="4525963"/>
          </a:xfrm>
        </p:spPr>
        <p:txBody>
          <a:bodyPr/>
          <a:lstStyle/>
          <a:p>
            <a:pPr eaLnBrk="1" hangingPunct="1"/>
            <a:r>
              <a:rPr lang="en-US" altLang="en-US" sz="2400" dirty="0"/>
              <a:t>The zero Growth equation can be used to find the value of preferred stock (perpetuity).</a:t>
            </a:r>
          </a:p>
          <a:p>
            <a:pPr eaLnBrk="1" hangingPunct="1"/>
            <a:r>
              <a:rPr lang="en-US" altLang="en-US" sz="2400" dirty="0"/>
              <a:t>For example, a preferred stock paying a $5 stated annual dividend and having a required return of 13% would have a value, per share of:</a:t>
            </a:r>
          </a:p>
          <a:p>
            <a:pPr eaLnBrk="1" hangingPunct="1"/>
            <a:endParaRPr lang="en-US" altLang="en-US" sz="2400" dirty="0"/>
          </a:p>
        </p:txBody>
      </p:sp>
      <p:graphicFrame>
        <p:nvGraphicFramePr>
          <p:cNvPr id="21510" name="Object 4">
            <a:extLst>
              <a:ext uri="{FF2B5EF4-FFF2-40B4-BE49-F238E27FC236}">
                <a16:creationId xmlns:a16="http://schemas.microsoft.com/office/drawing/2014/main" id="{4ADF9697-9D26-443E-8E91-68444A92589F}"/>
              </a:ext>
            </a:extLst>
          </p:cNvPr>
          <p:cNvGraphicFramePr>
            <a:graphicFrameLocks noGrp="1" noChangeAspect="1"/>
          </p:cNvGraphicFramePr>
          <p:nvPr>
            <p:ph sz="half" idx="2"/>
          </p:nvPr>
        </p:nvGraphicFramePr>
        <p:xfrm>
          <a:off x="3866147" y="3499585"/>
          <a:ext cx="4038600" cy="1138238"/>
        </p:xfrm>
        <a:graphic>
          <a:graphicData uri="http://schemas.openxmlformats.org/presentationml/2006/ole">
            <mc:AlternateContent xmlns:mc="http://schemas.openxmlformats.org/markup-compatibility/2006">
              <mc:Choice xmlns:v="urn:schemas-microsoft-com:vml" Requires="v">
                <p:oleObj name="Equation" r:id="rId3" imgW="1396394" imgH="393529" progId="Equation.3">
                  <p:embed/>
                </p:oleObj>
              </mc:Choice>
              <mc:Fallback>
                <p:oleObj name="Equation" r:id="rId3" imgW="1396394" imgH="393529" progId="Equation.3">
                  <p:embed/>
                  <p:pic>
                    <p:nvPicPr>
                      <p:cNvPr id="21510" name="Object 4">
                        <a:extLst>
                          <a:ext uri="{FF2B5EF4-FFF2-40B4-BE49-F238E27FC236}">
                            <a16:creationId xmlns:a16="http://schemas.microsoft.com/office/drawing/2014/main" id="{4ADF9697-9D26-443E-8E91-68444A92589F}"/>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3866147" y="3499585"/>
                        <a:ext cx="4038600" cy="1138238"/>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603" name="Slide Number Placeholder 6">
            <a:extLst>
              <a:ext uri="{FF2B5EF4-FFF2-40B4-BE49-F238E27FC236}">
                <a16:creationId xmlns:a16="http://schemas.microsoft.com/office/drawing/2014/main" id="{CEF3586C-0245-4CC0-B7C1-28773608FEE9}"/>
              </a:ext>
            </a:extLst>
          </p:cNvPr>
          <p:cNvSpPr>
            <a:spLocks noGrp="1"/>
          </p:cNvSpPr>
          <p:nvPr>
            <p:ph type="sldNum" sz="quarter" idx="12"/>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har char="•"/>
              <a:defRPr sz="3200">
                <a:solidFill>
                  <a:schemeClr val="tx1"/>
                </a:solidFill>
                <a:latin typeface="Arial" panose="020B0604020202020204" pitchFamily="34" charset="0"/>
              </a:defRPr>
            </a:lvl1pPr>
            <a:lvl2pPr marL="742950" indent="-285750">
              <a:spcBef>
                <a:spcPct val="20000"/>
              </a:spcBef>
              <a:buChar char="–"/>
              <a:defRPr sz="2800">
                <a:solidFill>
                  <a:schemeClr val="tx1"/>
                </a:solidFill>
                <a:latin typeface="Arial" panose="020B0604020202020204" pitchFamily="34" charset="0"/>
              </a:defRPr>
            </a:lvl2pPr>
            <a:lvl3pPr marL="1143000" indent="-228600">
              <a:spcBef>
                <a:spcPct val="20000"/>
              </a:spcBef>
              <a:buChar char="•"/>
              <a:defRPr sz="2400">
                <a:solidFill>
                  <a:schemeClr val="tx1"/>
                </a:solidFill>
                <a:latin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defRPr>
            </a:lvl9pPr>
          </a:lstStyle>
          <a:p>
            <a:pPr>
              <a:spcBef>
                <a:spcPct val="0"/>
              </a:spcBef>
              <a:buFontTx/>
              <a:buNone/>
            </a:pPr>
            <a:fld id="{43792AF0-A7BB-4368-A46C-054B225B720A}" type="slidenum">
              <a:rPr lang="en-US" altLang="en-US" sz="1400"/>
              <a:pPr>
                <a:spcBef>
                  <a:spcPct val="0"/>
                </a:spcBef>
                <a:buFontTx/>
                <a:buNone/>
              </a:pPr>
              <a:t>10</a:t>
            </a:fld>
            <a:endParaRPr lang="en-US" altLang="en-US" sz="1400"/>
          </a:p>
        </p:txBody>
      </p:sp>
      <p:sp>
        <p:nvSpPr>
          <p:cNvPr id="25604" name="Rectangle 2">
            <a:extLst>
              <a:ext uri="{FF2B5EF4-FFF2-40B4-BE49-F238E27FC236}">
                <a16:creationId xmlns:a16="http://schemas.microsoft.com/office/drawing/2014/main" id="{EA4143AE-A7F1-4357-B627-3ADE43ED61C7}"/>
              </a:ext>
            </a:extLst>
          </p:cNvPr>
          <p:cNvSpPr>
            <a:spLocks noGrp="1" noChangeArrowheads="1"/>
          </p:cNvSpPr>
          <p:nvPr>
            <p:ph type="title"/>
          </p:nvPr>
        </p:nvSpPr>
        <p:spPr>
          <a:xfrm>
            <a:off x="686602" y="366881"/>
            <a:ext cx="10972800" cy="778525"/>
          </a:xfrm>
          <a:ln>
            <a:solidFill>
              <a:schemeClr val="tx1"/>
            </a:solidFill>
            <a:miter lim="800000"/>
            <a:headEnd/>
            <a:tailEnd/>
          </a:ln>
        </p:spPr>
        <p:txBody>
          <a:bodyPr/>
          <a:lstStyle/>
          <a:p>
            <a:pPr eaLnBrk="1" hangingPunct="1"/>
            <a:r>
              <a:rPr lang="en-US" altLang="en-US" sz="3200" dirty="0"/>
              <a:t>Example – Zero Growth Case</a:t>
            </a:r>
          </a:p>
        </p:txBody>
      </p:sp>
      <p:sp>
        <p:nvSpPr>
          <p:cNvPr id="25605" name="Rectangle 3">
            <a:extLst>
              <a:ext uri="{FF2B5EF4-FFF2-40B4-BE49-F238E27FC236}">
                <a16:creationId xmlns:a16="http://schemas.microsoft.com/office/drawing/2014/main" id="{48570B44-480B-4377-8DFE-1FE82F60F266}"/>
              </a:ext>
            </a:extLst>
          </p:cNvPr>
          <p:cNvSpPr>
            <a:spLocks noGrp="1" noChangeArrowheads="1"/>
          </p:cNvSpPr>
          <p:nvPr>
            <p:ph type="body" sz="half" idx="1"/>
          </p:nvPr>
        </p:nvSpPr>
        <p:spPr>
          <a:xfrm>
            <a:off x="686601" y="1524001"/>
            <a:ext cx="10972799" cy="4525963"/>
          </a:xfrm>
        </p:spPr>
        <p:txBody>
          <a:bodyPr/>
          <a:lstStyle/>
          <a:p>
            <a:pPr eaLnBrk="1" hangingPunct="1"/>
            <a:r>
              <a:rPr lang="en-US" altLang="en-US" sz="2000" dirty="0"/>
              <a:t>How much would you be willing to pay for a stock that is currently paying a divided of $3 and is expected to continue paying this same level of dividends if your opportunity cost is 8%?</a:t>
            </a:r>
          </a:p>
          <a:p>
            <a:pPr eaLnBrk="1" hangingPunct="1"/>
            <a:endParaRPr lang="en-US" altLang="en-US" dirty="0"/>
          </a:p>
          <a:p>
            <a:pPr eaLnBrk="1" hangingPunct="1"/>
            <a:endParaRPr lang="en-US" altLang="en-US" dirty="0"/>
          </a:p>
          <a:p>
            <a:pPr eaLnBrk="1" hangingPunct="1"/>
            <a:endParaRPr lang="en-US" altLang="en-US" sz="2000" dirty="0"/>
          </a:p>
          <a:p>
            <a:pPr eaLnBrk="1" hangingPunct="1"/>
            <a:r>
              <a:rPr lang="en-US" altLang="en-US" sz="2000" dirty="0"/>
              <a:t>What would the expected price be in 6 years?</a:t>
            </a:r>
          </a:p>
        </p:txBody>
      </p:sp>
      <p:graphicFrame>
        <p:nvGraphicFramePr>
          <p:cNvPr id="25606" name="Object 4">
            <a:extLst>
              <a:ext uri="{FF2B5EF4-FFF2-40B4-BE49-F238E27FC236}">
                <a16:creationId xmlns:a16="http://schemas.microsoft.com/office/drawing/2014/main" id="{0860F314-AF56-4F17-A81D-ECF6A070FEDC}"/>
              </a:ext>
            </a:extLst>
          </p:cNvPr>
          <p:cNvGraphicFramePr>
            <a:graphicFrameLocks noGrp="1" noChangeAspect="1"/>
          </p:cNvGraphicFramePr>
          <p:nvPr>
            <p:ph sz="half" idx="2"/>
            <p:extLst>
              <p:ext uri="{D42A27DB-BD31-4B8C-83A1-F6EECF244321}">
                <p14:modId xmlns:p14="http://schemas.microsoft.com/office/powerpoint/2010/main" val="4276894888"/>
              </p:ext>
            </p:extLst>
          </p:nvPr>
        </p:nvGraphicFramePr>
        <p:xfrm>
          <a:off x="4221221" y="2416433"/>
          <a:ext cx="2800902" cy="781699"/>
        </p:xfrm>
        <a:graphic>
          <a:graphicData uri="http://schemas.openxmlformats.org/presentationml/2006/ole">
            <mc:AlternateContent xmlns:mc="http://schemas.openxmlformats.org/markup-compatibility/2006">
              <mc:Choice xmlns:v="urn:schemas-microsoft-com:vml" Requires="v">
                <p:oleObj name="Equation" r:id="rId3" imgW="1409088" imgH="393529" progId="Equation.3">
                  <p:embed/>
                </p:oleObj>
              </mc:Choice>
              <mc:Fallback>
                <p:oleObj name="Equation" r:id="rId3" imgW="1409088" imgH="393529" progId="Equation.3">
                  <p:embed/>
                  <p:pic>
                    <p:nvPicPr>
                      <p:cNvPr id="25606" name="Object 4">
                        <a:extLst>
                          <a:ext uri="{FF2B5EF4-FFF2-40B4-BE49-F238E27FC236}">
                            <a16:creationId xmlns:a16="http://schemas.microsoft.com/office/drawing/2014/main" id="{0860F314-AF56-4F17-A81D-ECF6A070FEDC}"/>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4221221" y="2416433"/>
                        <a:ext cx="2800902" cy="781699"/>
                      </a:xfrm>
                      <a:prstGeom prst="rect">
                        <a:avLst/>
                      </a:prstGeom>
                      <a:noFill/>
                      <a:ln>
                        <a:noFill/>
                      </a:ln>
                      <a:effectLst/>
                    </p:spPr>
                  </p:pic>
                </p:oleObj>
              </mc:Fallback>
            </mc:AlternateContent>
          </a:graphicData>
        </a:graphic>
      </p:graphicFrame>
      <p:graphicFrame>
        <p:nvGraphicFramePr>
          <p:cNvPr id="2" name="Object 4">
            <a:extLst>
              <a:ext uri="{FF2B5EF4-FFF2-40B4-BE49-F238E27FC236}">
                <a16:creationId xmlns:a16="http://schemas.microsoft.com/office/drawing/2014/main" id="{69B5BA8E-AF17-17A7-4C39-A51036DDFFB1}"/>
              </a:ext>
            </a:extLst>
          </p:cNvPr>
          <p:cNvGraphicFramePr>
            <a:graphicFrameLocks noChangeAspect="1"/>
          </p:cNvGraphicFramePr>
          <p:nvPr>
            <p:extLst>
              <p:ext uri="{D42A27DB-BD31-4B8C-83A1-F6EECF244321}">
                <p14:modId xmlns:p14="http://schemas.microsoft.com/office/powerpoint/2010/main" val="1879989639"/>
              </p:ext>
            </p:extLst>
          </p:nvPr>
        </p:nvGraphicFramePr>
        <p:xfrm>
          <a:off x="3998483" y="4233198"/>
          <a:ext cx="2800902" cy="781699"/>
        </p:xfrm>
        <a:graphic>
          <a:graphicData uri="http://schemas.openxmlformats.org/presentationml/2006/ole">
            <mc:AlternateContent xmlns:mc="http://schemas.openxmlformats.org/markup-compatibility/2006">
              <mc:Choice xmlns:v="urn:schemas-microsoft-com:vml" Requires="v">
                <p:oleObj name="Equation" r:id="rId3" imgW="1409088" imgH="393529" progId="Equation.3">
                  <p:embed/>
                </p:oleObj>
              </mc:Choice>
              <mc:Fallback>
                <p:oleObj name="Equation" r:id="rId3" imgW="1409088" imgH="393529" progId="Equation.3">
                  <p:embed/>
                  <p:pic>
                    <p:nvPicPr>
                      <p:cNvPr id="25606" name="Object 4">
                        <a:extLst>
                          <a:ext uri="{FF2B5EF4-FFF2-40B4-BE49-F238E27FC236}">
                            <a16:creationId xmlns:a16="http://schemas.microsoft.com/office/drawing/2014/main" id="{0860F314-AF56-4F17-A81D-ECF6A070FEDC}"/>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3998483" y="4233198"/>
                        <a:ext cx="2800902" cy="781699"/>
                      </a:xfrm>
                      <a:prstGeom prst="rect">
                        <a:avLst/>
                      </a:prstGeom>
                      <a:noFill/>
                      <a:ln>
                        <a:noFill/>
                      </a:ln>
                      <a:effectLst/>
                    </p:spPr>
                  </p:pic>
                </p:oleObj>
              </mc:Fallback>
            </mc:AlternateContent>
          </a:graphicData>
        </a:graphic>
      </p:graphicFrame>
      <p:sp>
        <p:nvSpPr>
          <p:cNvPr id="3" name="TextBox 2">
            <a:extLst>
              <a:ext uri="{FF2B5EF4-FFF2-40B4-BE49-F238E27FC236}">
                <a16:creationId xmlns:a16="http://schemas.microsoft.com/office/drawing/2014/main" id="{C40E052A-474B-A6EB-4328-0BE8261DC909}"/>
              </a:ext>
            </a:extLst>
          </p:cNvPr>
          <p:cNvSpPr txBox="1"/>
          <p:nvPr/>
        </p:nvSpPr>
        <p:spPr>
          <a:xfrm>
            <a:off x="1242646" y="5545015"/>
            <a:ext cx="6764216" cy="369332"/>
          </a:xfrm>
          <a:prstGeom prst="rect">
            <a:avLst/>
          </a:prstGeom>
          <a:noFill/>
        </p:spPr>
        <p:txBody>
          <a:bodyPr wrap="square" rtlCol="0">
            <a:spAutoFit/>
          </a:bodyPr>
          <a:lstStyle/>
          <a:p>
            <a:r>
              <a:rPr lang="en-US" dirty="0"/>
              <a:t>Remember, dividend is constant </a:t>
            </a:r>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1747" name="Slide Number Placeholder 5">
            <a:extLst>
              <a:ext uri="{FF2B5EF4-FFF2-40B4-BE49-F238E27FC236}">
                <a16:creationId xmlns:a16="http://schemas.microsoft.com/office/drawing/2014/main" id="{8050234A-2EE7-4642-8375-0E282B2FE1D6}"/>
              </a:ext>
            </a:extLst>
          </p:cNvPr>
          <p:cNvSpPr>
            <a:spLocks noGrp="1"/>
          </p:cNvSpPr>
          <p:nvPr>
            <p:ph type="sldNum" sz="quarter" idx="12"/>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har char="•"/>
              <a:defRPr sz="3200">
                <a:solidFill>
                  <a:schemeClr val="tx1"/>
                </a:solidFill>
                <a:latin typeface="Arial" panose="020B0604020202020204" pitchFamily="34" charset="0"/>
              </a:defRPr>
            </a:lvl1pPr>
            <a:lvl2pPr marL="742950" indent="-285750">
              <a:spcBef>
                <a:spcPct val="20000"/>
              </a:spcBef>
              <a:buChar char="–"/>
              <a:defRPr sz="2800">
                <a:solidFill>
                  <a:schemeClr val="tx1"/>
                </a:solidFill>
                <a:latin typeface="Arial" panose="020B0604020202020204" pitchFamily="34" charset="0"/>
              </a:defRPr>
            </a:lvl2pPr>
            <a:lvl3pPr marL="1143000" indent="-228600">
              <a:spcBef>
                <a:spcPct val="20000"/>
              </a:spcBef>
              <a:buChar char="•"/>
              <a:defRPr sz="2400">
                <a:solidFill>
                  <a:schemeClr val="tx1"/>
                </a:solidFill>
                <a:latin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defRPr>
            </a:lvl9pPr>
          </a:lstStyle>
          <a:p>
            <a:pPr>
              <a:spcBef>
                <a:spcPct val="0"/>
              </a:spcBef>
              <a:buFontTx/>
              <a:buNone/>
            </a:pPr>
            <a:fld id="{71EF2D30-A768-422C-817C-FB3BD060F69E}" type="slidenum">
              <a:rPr lang="en-US" altLang="en-US" sz="1400"/>
              <a:pPr>
                <a:spcBef>
                  <a:spcPct val="0"/>
                </a:spcBef>
                <a:buFontTx/>
                <a:buNone/>
              </a:pPr>
              <a:t>11</a:t>
            </a:fld>
            <a:endParaRPr lang="en-US" altLang="en-US" sz="1400"/>
          </a:p>
        </p:txBody>
      </p:sp>
      <p:sp>
        <p:nvSpPr>
          <p:cNvPr id="31748" name="Rectangle 2">
            <a:extLst>
              <a:ext uri="{FF2B5EF4-FFF2-40B4-BE49-F238E27FC236}">
                <a16:creationId xmlns:a16="http://schemas.microsoft.com/office/drawing/2014/main" id="{E15F6BFB-1D06-4EC1-A50E-1BE24500EE4C}"/>
              </a:ext>
            </a:extLst>
          </p:cNvPr>
          <p:cNvSpPr>
            <a:spLocks noGrp="1" noChangeArrowheads="1"/>
          </p:cNvSpPr>
          <p:nvPr>
            <p:ph type="title"/>
          </p:nvPr>
        </p:nvSpPr>
        <p:spPr>
          <a:xfrm>
            <a:off x="1078523" y="274638"/>
            <a:ext cx="10045279" cy="792162"/>
          </a:xfrm>
          <a:ln>
            <a:solidFill>
              <a:schemeClr val="tx1"/>
            </a:solidFill>
            <a:miter lim="800000"/>
            <a:headEnd/>
            <a:tailEnd/>
          </a:ln>
        </p:spPr>
        <p:txBody>
          <a:bodyPr>
            <a:normAutofit/>
          </a:bodyPr>
          <a:lstStyle/>
          <a:p>
            <a:pPr eaLnBrk="1" hangingPunct="1"/>
            <a:r>
              <a:rPr lang="en-US" altLang="en-US" sz="3200" dirty="0"/>
              <a:t>Practice:  Zero Growth Case</a:t>
            </a:r>
          </a:p>
        </p:txBody>
      </p:sp>
      <p:sp>
        <p:nvSpPr>
          <p:cNvPr id="31749" name="Rectangle 3">
            <a:extLst>
              <a:ext uri="{FF2B5EF4-FFF2-40B4-BE49-F238E27FC236}">
                <a16:creationId xmlns:a16="http://schemas.microsoft.com/office/drawing/2014/main" id="{30246003-305E-4D09-BCD5-8DBE3DB0FAD8}"/>
              </a:ext>
            </a:extLst>
          </p:cNvPr>
          <p:cNvSpPr>
            <a:spLocks noGrp="1" noChangeArrowheads="1"/>
          </p:cNvSpPr>
          <p:nvPr>
            <p:ph type="body" idx="1"/>
          </p:nvPr>
        </p:nvSpPr>
        <p:spPr>
          <a:xfrm>
            <a:off x="1184031" y="1295401"/>
            <a:ext cx="9939769" cy="4830763"/>
          </a:xfrm>
        </p:spPr>
        <p:txBody>
          <a:bodyPr/>
          <a:lstStyle/>
          <a:p>
            <a:pPr eaLnBrk="1" hangingPunct="1"/>
            <a:r>
              <a:rPr lang="en-US" altLang="en-US" sz="2400" dirty="0"/>
              <a:t>Scotto Corp is a mature firm in its industry. The firm has been paying a common stock dividend of $2.40 per share for the past 15 years. The firm has stable sales and earnings, so it is expected to continue paying the same level of dividends in the foreseeable future. </a:t>
            </a:r>
          </a:p>
          <a:p>
            <a:pPr marL="0" indent="0" eaLnBrk="1" hangingPunct="1">
              <a:buNone/>
            </a:pPr>
            <a:r>
              <a:rPr lang="en-US" altLang="en-US" sz="2400" dirty="0"/>
              <a:t>a)	If the required return is 12%, what will be the value of Scotto’s 	common stock today?  (20)</a:t>
            </a:r>
          </a:p>
          <a:p>
            <a:pPr marL="0" indent="0" eaLnBrk="1" hangingPunct="1">
              <a:buNone/>
            </a:pPr>
            <a:r>
              <a:rPr lang="en-US" altLang="en-US" sz="2400" dirty="0"/>
              <a:t>b)	If the required return is 14%, what will be the value of Scotto’s 	common stock today?  (17.14)</a:t>
            </a:r>
          </a:p>
          <a:p>
            <a:pPr marL="0" indent="0" eaLnBrk="1" hangingPunct="1">
              <a:buNone/>
            </a:pPr>
            <a:r>
              <a:rPr lang="en-US" altLang="en-US" sz="2400" dirty="0"/>
              <a:t>c) 	If the required return is 14%, what will the expected value of 	Scotto’s common stock be at the end of 3 years? (17.14)</a:t>
            </a:r>
          </a:p>
          <a:p>
            <a:pPr eaLnBrk="1" hangingPunct="1"/>
            <a:endParaRPr lang="en-US" altLang="en-US" sz="2400" dirty="0"/>
          </a:p>
          <a:p>
            <a:pPr eaLnBrk="1" hangingPunct="1"/>
            <a:endParaRPr lang="en-US" altLang="en-US" sz="240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33795" name="Slide Number Placeholder 5">
            <a:extLst>
              <a:ext uri="{FF2B5EF4-FFF2-40B4-BE49-F238E27FC236}">
                <a16:creationId xmlns:a16="http://schemas.microsoft.com/office/drawing/2014/main" id="{5A81603A-590C-4F29-8C1A-98076ED233B5}"/>
              </a:ext>
            </a:extLst>
          </p:cNvPr>
          <p:cNvSpPr>
            <a:spLocks noGrp="1"/>
          </p:cNvSpPr>
          <p:nvPr>
            <p:ph type="sldNum" sz="quarter" idx="12"/>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har char="•"/>
              <a:defRPr sz="3200">
                <a:solidFill>
                  <a:schemeClr val="tx1"/>
                </a:solidFill>
                <a:latin typeface="Arial" panose="020B0604020202020204" pitchFamily="34" charset="0"/>
              </a:defRPr>
            </a:lvl1pPr>
            <a:lvl2pPr marL="742950" indent="-285750">
              <a:spcBef>
                <a:spcPct val="20000"/>
              </a:spcBef>
              <a:buChar char="–"/>
              <a:defRPr sz="2800">
                <a:solidFill>
                  <a:schemeClr val="tx1"/>
                </a:solidFill>
                <a:latin typeface="Arial" panose="020B0604020202020204" pitchFamily="34" charset="0"/>
              </a:defRPr>
            </a:lvl2pPr>
            <a:lvl3pPr marL="1143000" indent="-228600">
              <a:spcBef>
                <a:spcPct val="20000"/>
              </a:spcBef>
              <a:buChar char="•"/>
              <a:defRPr sz="2400">
                <a:solidFill>
                  <a:schemeClr val="tx1"/>
                </a:solidFill>
                <a:latin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defRPr>
            </a:lvl9pPr>
          </a:lstStyle>
          <a:p>
            <a:pPr>
              <a:spcBef>
                <a:spcPct val="0"/>
              </a:spcBef>
              <a:buFontTx/>
              <a:buNone/>
            </a:pPr>
            <a:fld id="{B37D52CC-742B-4105-9606-248466572016}" type="slidenum">
              <a:rPr lang="en-US" altLang="en-US" sz="1400"/>
              <a:pPr>
                <a:spcBef>
                  <a:spcPct val="0"/>
                </a:spcBef>
                <a:buFontTx/>
                <a:buNone/>
              </a:pPr>
              <a:t>12</a:t>
            </a:fld>
            <a:endParaRPr lang="en-US" altLang="en-US" sz="1400"/>
          </a:p>
        </p:txBody>
      </p:sp>
      <p:sp>
        <p:nvSpPr>
          <p:cNvPr id="33796" name="Rectangle 2">
            <a:extLst>
              <a:ext uri="{FF2B5EF4-FFF2-40B4-BE49-F238E27FC236}">
                <a16:creationId xmlns:a16="http://schemas.microsoft.com/office/drawing/2014/main" id="{C52BA8AF-AD4D-4212-9CFA-045010F5005B}"/>
              </a:ext>
            </a:extLst>
          </p:cNvPr>
          <p:cNvSpPr>
            <a:spLocks noGrp="1" noChangeArrowheads="1"/>
          </p:cNvSpPr>
          <p:nvPr>
            <p:ph type="title"/>
          </p:nvPr>
        </p:nvSpPr>
        <p:spPr>
          <a:xfrm>
            <a:off x="988541" y="228600"/>
            <a:ext cx="9984259" cy="685800"/>
          </a:xfrm>
          <a:solidFill>
            <a:srgbClr val="FFFF00"/>
          </a:solidFill>
          <a:ln>
            <a:solidFill>
              <a:schemeClr val="tx1"/>
            </a:solidFill>
            <a:miter lim="800000"/>
            <a:headEnd/>
            <a:tailEnd/>
          </a:ln>
        </p:spPr>
        <p:txBody>
          <a:bodyPr>
            <a:normAutofit/>
          </a:bodyPr>
          <a:lstStyle/>
          <a:p>
            <a:pPr eaLnBrk="1" hangingPunct="1"/>
            <a:r>
              <a:rPr lang="en-US" altLang="en-US" sz="3200" dirty="0"/>
              <a:t>Case 2: Constant Growth (in dividends)</a:t>
            </a:r>
          </a:p>
        </p:txBody>
      </p:sp>
      <p:graphicFrame>
        <p:nvGraphicFramePr>
          <p:cNvPr id="33797" name="Object 3">
            <a:extLst>
              <a:ext uri="{FF2B5EF4-FFF2-40B4-BE49-F238E27FC236}">
                <a16:creationId xmlns:a16="http://schemas.microsoft.com/office/drawing/2014/main" id="{B0E0FD98-A630-44EC-A31C-95BECC4C314F}"/>
              </a:ext>
            </a:extLst>
          </p:cNvPr>
          <p:cNvGraphicFramePr>
            <a:graphicFrameLocks noChangeAspect="1"/>
          </p:cNvGraphicFramePr>
          <p:nvPr/>
        </p:nvGraphicFramePr>
        <p:xfrm>
          <a:off x="3962401" y="1752601"/>
          <a:ext cx="2195513" cy="538163"/>
        </p:xfrm>
        <a:graphic>
          <a:graphicData uri="http://schemas.openxmlformats.org/presentationml/2006/ole">
            <mc:AlternateContent xmlns:mc="http://schemas.openxmlformats.org/markup-compatibility/2006">
              <mc:Choice xmlns:v="urn:schemas-microsoft-com:vml" Requires="v">
                <p:oleObj name="Equation" r:id="rId3" imgW="914400" imgH="219048" progId="Equation.3">
                  <p:embed/>
                </p:oleObj>
              </mc:Choice>
              <mc:Fallback>
                <p:oleObj name="Equation" r:id="rId3" imgW="914400" imgH="219048" progId="Equation.3">
                  <p:embed/>
                  <p:pic>
                    <p:nvPicPr>
                      <p:cNvPr id="33797" name="Object 3">
                        <a:extLst>
                          <a:ext uri="{FF2B5EF4-FFF2-40B4-BE49-F238E27FC236}">
                            <a16:creationId xmlns:a16="http://schemas.microsoft.com/office/drawing/2014/main" id="{B0E0FD98-A630-44EC-A31C-95BECC4C314F}"/>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3962401" y="1752601"/>
                        <a:ext cx="2195513" cy="538163"/>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sp>
        <p:nvSpPr>
          <p:cNvPr id="33798" name="Rectangle 4">
            <a:extLst>
              <a:ext uri="{FF2B5EF4-FFF2-40B4-BE49-F238E27FC236}">
                <a16:creationId xmlns:a16="http://schemas.microsoft.com/office/drawing/2014/main" id="{5A3DE5EC-E0C7-4CA5-AB6A-7876F8C333A0}"/>
              </a:ext>
            </a:extLst>
          </p:cNvPr>
          <p:cNvSpPr>
            <a:spLocks noChangeArrowheads="1"/>
          </p:cNvSpPr>
          <p:nvPr/>
        </p:nvSpPr>
        <p:spPr bwMode="auto">
          <a:xfrm>
            <a:off x="1065402" y="4038600"/>
            <a:ext cx="9526398" cy="12954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lIns="90488" tIns="44450" rIns="90488" bIns="44450"/>
          <a:lstStyle>
            <a:lvl1pPr>
              <a:spcBef>
                <a:spcPct val="20000"/>
              </a:spcBef>
              <a:buChar char="•"/>
              <a:defRPr sz="3200">
                <a:solidFill>
                  <a:schemeClr val="tx1"/>
                </a:solidFill>
                <a:latin typeface="Arial" panose="020B0604020202020204" pitchFamily="34" charset="0"/>
              </a:defRPr>
            </a:lvl1pPr>
            <a:lvl2pPr marL="742950" indent="-285750">
              <a:spcBef>
                <a:spcPct val="20000"/>
              </a:spcBef>
              <a:buChar char="–"/>
              <a:defRPr sz="2800">
                <a:solidFill>
                  <a:schemeClr val="tx1"/>
                </a:solidFill>
                <a:latin typeface="Arial" panose="020B0604020202020204" pitchFamily="34" charset="0"/>
              </a:defRPr>
            </a:lvl2pPr>
            <a:lvl3pPr marL="1143000" indent="-228600">
              <a:spcBef>
                <a:spcPct val="20000"/>
              </a:spcBef>
              <a:buChar char="•"/>
              <a:defRPr sz="2400">
                <a:solidFill>
                  <a:schemeClr val="tx1"/>
                </a:solidFill>
                <a:latin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defRPr>
            </a:lvl9pPr>
          </a:lstStyle>
          <a:p>
            <a:pPr>
              <a:lnSpc>
                <a:spcPct val="90000"/>
              </a:lnSpc>
              <a:buSzPct val="90000"/>
              <a:buFont typeface="Symbol" panose="05050102010706020507" pitchFamily="18" charset="2"/>
              <a:buChar char="·"/>
            </a:pPr>
            <a:r>
              <a:rPr lang="en-US" altLang="en-US" sz="2400" dirty="0">
                <a:latin typeface="Times New Roman" panose="02020603050405020304" pitchFamily="18" charset="0"/>
              </a:rPr>
              <a:t>Since future cash flows grow at a constant rate forever, the value of a constant growth stock is the present value of a growing perpetuity:</a:t>
            </a:r>
          </a:p>
        </p:txBody>
      </p:sp>
      <p:sp>
        <p:nvSpPr>
          <p:cNvPr id="33799" name="Rectangle 6">
            <a:extLst>
              <a:ext uri="{FF2B5EF4-FFF2-40B4-BE49-F238E27FC236}">
                <a16:creationId xmlns:a16="http://schemas.microsoft.com/office/drawing/2014/main" id="{B4EE8225-2284-42FD-8453-B878F0775B51}"/>
              </a:ext>
            </a:extLst>
          </p:cNvPr>
          <p:cNvSpPr>
            <a:spLocks noChangeArrowheads="1"/>
          </p:cNvSpPr>
          <p:nvPr/>
        </p:nvSpPr>
        <p:spPr bwMode="auto">
          <a:xfrm>
            <a:off x="1065402" y="1219200"/>
            <a:ext cx="9602598" cy="7445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lIns="90488" tIns="44450" rIns="90488" bIns="44450"/>
          <a:lstStyle>
            <a:lvl1pPr>
              <a:spcBef>
                <a:spcPct val="20000"/>
              </a:spcBef>
              <a:buChar char="•"/>
              <a:defRPr sz="3200">
                <a:solidFill>
                  <a:schemeClr val="tx1"/>
                </a:solidFill>
                <a:latin typeface="Arial" panose="020B0604020202020204" pitchFamily="34" charset="0"/>
              </a:defRPr>
            </a:lvl1pPr>
            <a:lvl2pPr marL="742950" indent="-285750">
              <a:spcBef>
                <a:spcPct val="20000"/>
              </a:spcBef>
              <a:buChar char="–"/>
              <a:defRPr sz="2800">
                <a:solidFill>
                  <a:schemeClr val="tx1"/>
                </a:solidFill>
                <a:latin typeface="Arial" panose="020B0604020202020204" pitchFamily="34" charset="0"/>
              </a:defRPr>
            </a:lvl2pPr>
            <a:lvl3pPr marL="1143000" indent="-228600">
              <a:spcBef>
                <a:spcPct val="20000"/>
              </a:spcBef>
              <a:buChar char="•"/>
              <a:defRPr sz="2400">
                <a:solidFill>
                  <a:schemeClr val="tx1"/>
                </a:solidFill>
                <a:latin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defRPr>
            </a:lvl9pPr>
          </a:lstStyle>
          <a:p>
            <a:pPr>
              <a:lnSpc>
                <a:spcPct val="90000"/>
              </a:lnSpc>
              <a:buSzPct val="90000"/>
              <a:buFont typeface="Symbol" panose="05050102010706020507" pitchFamily="18" charset="2"/>
              <a:buChar char="·"/>
            </a:pPr>
            <a:r>
              <a:rPr lang="en-US" altLang="en-US" sz="2400" dirty="0">
                <a:latin typeface="Times New Roman" panose="02020603050405020304" pitchFamily="18" charset="0"/>
              </a:rPr>
              <a:t>Assume that dividends will grow at a constant rate, </a:t>
            </a:r>
            <a:r>
              <a:rPr lang="en-US" altLang="en-US" sz="2400" i="1" dirty="0">
                <a:latin typeface="Times New Roman" panose="02020603050405020304" pitchFamily="18" charset="0"/>
              </a:rPr>
              <a:t>g</a:t>
            </a:r>
            <a:r>
              <a:rPr lang="en-US" altLang="en-US" sz="2400" dirty="0">
                <a:latin typeface="Times New Roman" panose="02020603050405020304" pitchFamily="18" charset="0"/>
              </a:rPr>
              <a:t>, forever, </a:t>
            </a:r>
            <a:r>
              <a:rPr lang="en-US" altLang="en-US" sz="2400" i="1" dirty="0">
                <a:latin typeface="Times New Roman" panose="02020603050405020304" pitchFamily="18" charset="0"/>
              </a:rPr>
              <a:t>i.e., </a:t>
            </a:r>
          </a:p>
        </p:txBody>
      </p:sp>
      <p:graphicFrame>
        <p:nvGraphicFramePr>
          <p:cNvPr id="33800" name="Object 7">
            <a:extLst>
              <a:ext uri="{FF2B5EF4-FFF2-40B4-BE49-F238E27FC236}">
                <a16:creationId xmlns:a16="http://schemas.microsoft.com/office/drawing/2014/main" id="{630A209F-5D03-41CB-B709-E8E8E8439BEA}"/>
              </a:ext>
            </a:extLst>
          </p:cNvPr>
          <p:cNvGraphicFramePr>
            <a:graphicFrameLocks noChangeAspect="1"/>
          </p:cNvGraphicFramePr>
          <p:nvPr/>
        </p:nvGraphicFramePr>
        <p:xfrm>
          <a:off x="3962401" y="2209801"/>
          <a:ext cx="4030663" cy="569913"/>
        </p:xfrm>
        <a:graphic>
          <a:graphicData uri="http://schemas.openxmlformats.org/presentationml/2006/ole">
            <mc:AlternateContent xmlns:mc="http://schemas.openxmlformats.org/markup-compatibility/2006">
              <mc:Choice xmlns:v="urn:schemas-microsoft-com:vml" Requires="v">
                <p:oleObj name="Equation" r:id="rId5" imgW="1695502" imgH="228760" progId="Equation.3">
                  <p:embed/>
                </p:oleObj>
              </mc:Choice>
              <mc:Fallback>
                <p:oleObj name="Equation" r:id="rId5" imgW="1695502" imgH="228760" progId="Equation.3">
                  <p:embed/>
                  <p:pic>
                    <p:nvPicPr>
                      <p:cNvPr id="33800" name="Object 7">
                        <a:extLst>
                          <a:ext uri="{FF2B5EF4-FFF2-40B4-BE49-F238E27FC236}">
                            <a16:creationId xmlns:a16="http://schemas.microsoft.com/office/drawing/2014/main" id="{630A209F-5D03-41CB-B709-E8E8E8439BEA}"/>
                          </a:ext>
                        </a:extLst>
                      </p:cNvPr>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3962401" y="2209801"/>
                        <a:ext cx="4030663" cy="569913"/>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aphicFrame>
        <p:nvGraphicFramePr>
          <p:cNvPr id="33801" name="Object 8">
            <a:extLst>
              <a:ext uri="{FF2B5EF4-FFF2-40B4-BE49-F238E27FC236}">
                <a16:creationId xmlns:a16="http://schemas.microsoft.com/office/drawing/2014/main" id="{2891C41F-DA6A-477E-825D-1CCEBF596DC4}"/>
              </a:ext>
            </a:extLst>
          </p:cNvPr>
          <p:cNvGraphicFramePr>
            <a:graphicFrameLocks noChangeAspect="1"/>
          </p:cNvGraphicFramePr>
          <p:nvPr/>
        </p:nvGraphicFramePr>
        <p:xfrm>
          <a:off x="3962400" y="2667001"/>
          <a:ext cx="4032250" cy="569913"/>
        </p:xfrm>
        <a:graphic>
          <a:graphicData uri="http://schemas.openxmlformats.org/presentationml/2006/ole">
            <mc:AlternateContent xmlns:mc="http://schemas.openxmlformats.org/markup-compatibility/2006">
              <mc:Choice xmlns:v="urn:schemas-microsoft-com:vml" Requires="v">
                <p:oleObj name="Equation" r:id="rId7" imgW="1695502" imgH="228760" progId="Equation.3">
                  <p:embed/>
                </p:oleObj>
              </mc:Choice>
              <mc:Fallback>
                <p:oleObj name="Equation" r:id="rId7" imgW="1695502" imgH="228760" progId="Equation.3">
                  <p:embed/>
                  <p:pic>
                    <p:nvPicPr>
                      <p:cNvPr id="33801" name="Object 8">
                        <a:extLst>
                          <a:ext uri="{FF2B5EF4-FFF2-40B4-BE49-F238E27FC236}">
                            <a16:creationId xmlns:a16="http://schemas.microsoft.com/office/drawing/2014/main" id="{2891C41F-DA6A-477E-825D-1CCEBF596DC4}"/>
                          </a:ext>
                        </a:extLst>
                      </p:cNvPr>
                      <p:cNvPicPr>
                        <a:picLocks noChangeAspect="1" noChangeArrowheads="1"/>
                      </p:cNvPicPr>
                      <p:nvPr/>
                    </p:nvPicPr>
                    <p:blipFill>
                      <a:blip r:embed="rId8">
                        <a:extLst>
                          <a:ext uri="{28A0092B-C50C-407E-A947-70E740481C1C}">
                            <a14:useLocalDpi xmlns:a14="http://schemas.microsoft.com/office/drawing/2010/main" val="0"/>
                          </a:ext>
                        </a:extLst>
                      </a:blip>
                      <a:srcRect/>
                      <a:stretch>
                        <a:fillRect/>
                      </a:stretch>
                    </p:blipFill>
                    <p:spPr bwMode="auto">
                      <a:xfrm>
                        <a:off x="3962400" y="2667001"/>
                        <a:ext cx="4032250" cy="569913"/>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sp>
        <p:nvSpPr>
          <p:cNvPr id="33802" name="Text Box 9">
            <a:extLst>
              <a:ext uri="{FF2B5EF4-FFF2-40B4-BE49-F238E27FC236}">
                <a16:creationId xmlns:a16="http://schemas.microsoft.com/office/drawing/2014/main" id="{E2B11EDF-11E4-4484-9A68-572A9CFB7C0F}"/>
              </a:ext>
            </a:extLst>
          </p:cNvPr>
          <p:cNvSpPr txBox="1">
            <a:spLocks noChangeArrowheads="1"/>
          </p:cNvSpPr>
          <p:nvPr/>
        </p:nvSpPr>
        <p:spPr bwMode="auto">
          <a:xfrm>
            <a:off x="5453063" y="3657600"/>
            <a:ext cx="620712"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type="none" w="sm" len="sm"/>
                <a:tailEnd type="none" w="sm" len="sm"/>
              </a14:hiddenLine>
            </a:ext>
          </a:extLst>
        </p:spPr>
        <p:txBody>
          <a:bodyPr>
            <a:spAutoFit/>
          </a:bodyPr>
          <a:lstStyle>
            <a:lvl1pPr>
              <a:spcBef>
                <a:spcPct val="20000"/>
              </a:spcBef>
              <a:buChar char="•"/>
              <a:defRPr sz="3200">
                <a:solidFill>
                  <a:schemeClr val="tx1"/>
                </a:solidFill>
                <a:latin typeface="Arial" panose="020B0604020202020204" pitchFamily="34" charset="0"/>
              </a:defRPr>
            </a:lvl1pPr>
            <a:lvl2pPr marL="742950" indent="-285750">
              <a:spcBef>
                <a:spcPct val="20000"/>
              </a:spcBef>
              <a:buChar char="–"/>
              <a:defRPr sz="2800">
                <a:solidFill>
                  <a:schemeClr val="tx1"/>
                </a:solidFill>
                <a:latin typeface="Arial" panose="020B0604020202020204" pitchFamily="34" charset="0"/>
              </a:defRPr>
            </a:lvl2pPr>
            <a:lvl3pPr marL="1143000" indent="-228600">
              <a:spcBef>
                <a:spcPct val="20000"/>
              </a:spcBef>
              <a:buChar char="•"/>
              <a:defRPr sz="2400">
                <a:solidFill>
                  <a:schemeClr val="tx1"/>
                </a:solidFill>
                <a:latin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defRPr>
            </a:lvl9pPr>
          </a:lstStyle>
          <a:p>
            <a:pPr algn="ctr">
              <a:spcBef>
                <a:spcPct val="50000"/>
              </a:spcBef>
              <a:buFontTx/>
              <a:buNone/>
            </a:pPr>
            <a:r>
              <a:rPr lang="en-US" altLang="en-US" sz="2400">
                <a:latin typeface="Book Antiqua" panose="02040602050305030304" pitchFamily="18" charset="0"/>
              </a:rPr>
              <a:t>.</a:t>
            </a:r>
          </a:p>
        </p:txBody>
      </p:sp>
      <p:sp>
        <p:nvSpPr>
          <p:cNvPr id="33803" name="Text Box 10">
            <a:extLst>
              <a:ext uri="{FF2B5EF4-FFF2-40B4-BE49-F238E27FC236}">
                <a16:creationId xmlns:a16="http://schemas.microsoft.com/office/drawing/2014/main" id="{AA46F592-A630-4517-8032-C61AB36EA6B5}"/>
              </a:ext>
            </a:extLst>
          </p:cNvPr>
          <p:cNvSpPr txBox="1">
            <a:spLocks noChangeArrowheads="1"/>
          </p:cNvSpPr>
          <p:nvPr/>
        </p:nvSpPr>
        <p:spPr bwMode="auto">
          <a:xfrm>
            <a:off x="5453063" y="4289425"/>
            <a:ext cx="620712"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type="none" w="sm" len="sm"/>
                <a:tailEnd type="none" w="sm" len="sm"/>
              </a14:hiddenLine>
            </a:ext>
          </a:extLst>
        </p:spPr>
        <p:txBody>
          <a:bodyPr>
            <a:spAutoFit/>
          </a:bodyPr>
          <a:lstStyle>
            <a:lvl1pPr>
              <a:spcBef>
                <a:spcPct val="20000"/>
              </a:spcBef>
              <a:buChar char="•"/>
              <a:defRPr sz="3200">
                <a:solidFill>
                  <a:schemeClr val="tx1"/>
                </a:solidFill>
                <a:latin typeface="Arial" panose="020B0604020202020204" pitchFamily="34" charset="0"/>
              </a:defRPr>
            </a:lvl1pPr>
            <a:lvl2pPr marL="742950" indent="-285750">
              <a:spcBef>
                <a:spcPct val="20000"/>
              </a:spcBef>
              <a:buChar char="–"/>
              <a:defRPr sz="2800">
                <a:solidFill>
                  <a:schemeClr val="tx1"/>
                </a:solidFill>
                <a:latin typeface="Arial" panose="020B0604020202020204" pitchFamily="34" charset="0"/>
              </a:defRPr>
            </a:lvl2pPr>
            <a:lvl3pPr marL="1143000" indent="-228600">
              <a:spcBef>
                <a:spcPct val="20000"/>
              </a:spcBef>
              <a:buChar char="•"/>
              <a:defRPr sz="2400">
                <a:solidFill>
                  <a:schemeClr val="tx1"/>
                </a:solidFill>
                <a:latin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defRPr>
            </a:lvl9pPr>
          </a:lstStyle>
          <a:p>
            <a:pPr algn="ctr">
              <a:spcBef>
                <a:spcPct val="50000"/>
              </a:spcBef>
              <a:buFontTx/>
              <a:buNone/>
            </a:pPr>
            <a:r>
              <a:rPr lang="en-US" altLang="en-US" sz="2400">
                <a:latin typeface="Book Antiqua" panose="02040602050305030304" pitchFamily="18" charset="0"/>
              </a:rPr>
              <a:t>.</a:t>
            </a:r>
          </a:p>
        </p:txBody>
      </p:sp>
      <p:sp>
        <p:nvSpPr>
          <p:cNvPr id="33804" name="Text Box 11">
            <a:extLst>
              <a:ext uri="{FF2B5EF4-FFF2-40B4-BE49-F238E27FC236}">
                <a16:creationId xmlns:a16="http://schemas.microsoft.com/office/drawing/2014/main" id="{9C23117C-C2CB-4D06-ADA6-AE849141442E}"/>
              </a:ext>
            </a:extLst>
          </p:cNvPr>
          <p:cNvSpPr txBox="1">
            <a:spLocks noChangeArrowheads="1"/>
          </p:cNvSpPr>
          <p:nvPr/>
        </p:nvSpPr>
        <p:spPr bwMode="auto">
          <a:xfrm>
            <a:off x="5453063" y="4441825"/>
            <a:ext cx="620712"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type="none" w="sm" len="sm"/>
                <a:tailEnd type="none" w="sm" len="sm"/>
              </a14:hiddenLine>
            </a:ext>
          </a:extLst>
        </p:spPr>
        <p:txBody>
          <a:bodyPr>
            <a:spAutoFit/>
          </a:bodyPr>
          <a:lstStyle>
            <a:lvl1pPr>
              <a:spcBef>
                <a:spcPct val="20000"/>
              </a:spcBef>
              <a:buChar char="•"/>
              <a:defRPr sz="3200">
                <a:solidFill>
                  <a:schemeClr val="tx1"/>
                </a:solidFill>
                <a:latin typeface="Arial" panose="020B0604020202020204" pitchFamily="34" charset="0"/>
              </a:defRPr>
            </a:lvl1pPr>
            <a:lvl2pPr marL="742950" indent="-285750">
              <a:spcBef>
                <a:spcPct val="20000"/>
              </a:spcBef>
              <a:buChar char="–"/>
              <a:defRPr sz="2800">
                <a:solidFill>
                  <a:schemeClr val="tx1"/>
                </a:solidFill>
                <a:latin typeface="Arial" panose="020B0604020202020204" pitchFamily="34" charset="0"/>
              </a:defRPr>
            </a:lvl2pPr>
            <a:lvl3pPr marL="1143000" indent="-228600">
              <a:spcBef>
                <a:spcPct val="20000"/>
              </a:spcBef>
              <a:buChar char="•"/>
              <a:defRPr sz="2400">
                <a:solidFill>
                  <a:schemeClr val="tx1"/>
                </a:solidFill>
                <a:latin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defRPr>
            </a:lvl9pPr>
          </a:lstStyle>
          <a:p>
            <a:pPr algn="ctr">
              <a:spcBef>
                <a:spcPct val="50000"/>
              </a:spcBef>
              <a:buFontTx/>
              <a:buNone/>
            </a:pPr>
            <a:r>
              <a:rPr lang="en-US" altLang="en-US" sz="2400">
                <a:latin typeface="Book Antiqua" panose="02040602050305030304" pitchFamily="18" charset="0"/>
              </a:rPr>
              <a:t>.</a:t>
            </a:r>
          </a:p>
        </p:txBody>
      </p:sp>
      <p:graphicFrame>
        <p:nvGraphicFramePr>
          <p:cNvPr id="33805" name="Object 12">
            <a:extLst>
              <a:ext uri="{FF2B5EF4-FFF2-40B4-BE49-F238E27FC236}">
                <a16:creationId xmlns:a16="http://schemas.microsoft.com/office/drawing/2014/main" id="{F4869E0D-337E-4F22-AB61-6FD0D42575F6}"/>
              </a:ext>
            </a:extLst>
          </p:cNvPr>
          <p:cNvGraphicFramePr>
            <a:graphicFrameLocks noGrp="1" noChangeAspect="1"/>
          </p:cNvGraphicFramePr>
          <p:nvPr>
            <p:ph idx="1"/>
          </p:nvPr>
        </p:nvGraphicFramePr>
        <p:xfrm>
          <a:off x="3962400" y="3276600"/>
          <a:ext cx="4038600" cy="554038"/>
        </p:xfrm>
        <a:graphic>
          <a:graphicData uri="http://schemas.openxmlformats.org/presentationml/2006/ole">
            <mc:AlternateContent xmlns:mc="http://schemas.openxmlformats.org/markup-compatibility/2006">
              <mc:Choice xmlns:v="urn:schemas-microsoft-com:vml" Requires="v">
                <p:oleObj name="Equation" r:id="rId9" imgW="1742929" imgH="228760" progId="Equation.3">
                  <p:embed/>
                </p:oleObj>
              </mc:Choice>
              <mc:Fallback>
                <p:oleObj name="Equation" r:id="rId9" imgW="1742929" imgH="228760" progId="Equation.3">
                  <p:embed/>
                  <p:pic>
                    <p:nvPicPr>
                      <p:cNvPr id="33805" name="Object 12">
                        <a:extLst>
                          <a:ext uri="{FF2B5EF4-FFF2-40B4-BE49-F238E27FC236}">
                            <a16:creationId xmlns:a16="http://schemas.microsoft.com/office/drawing/2014/main" id="{F4869E0D-337E-4F22-AB61-6FD0D42575F6}"/>
                          </a:ext>
                        </a:extLst>
                      </p:cNvPr>
                      <p:cNvPicPr>
                        <a:picLocks noChangeAspect="1" noChangeArrowheads="1"/>
                      </p:cNvPicPr>
                      <p:nvPr/>
                    </p:nvPicPr>
                    <p:blipFill>
                      <a:blip r:embed="rId10">
                        <a:extLst>
                          <a:ext uri="{28A0092B-C50C-407E-A947-70E740481C1C}">
                            <a14:useLocalDpi xmlns:a14="http://schemas.microsoft.com/office/drawing/2010/main" val="0"/>
                          </a:ext>
                        </a:extLst>
                      </a:blip>
                      <a:srcRect/>
                      <a:stretch>
                        <a:fillRect/>
                      </a:stretch>
                    </p:blipFill>
                    <p:spPr bwMode="auto">
                      <a:xfrm>
                        <a:off x="3962400" y="3276600"/>
                        <a:ext cx="4038600" cy="554038"/>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aphicFrame>
        <p:nvGraphicFramePr>
          <p:cNvPr id="33806" name="Object 16">
            <a:extLst>
              <a:ext uri="{FF2B5EF4-FFF2-40B4-BE49-F238E27FC236}">
                <a16:creationId xmlns:a16="http://schemas.microsoft.com/office/drawing/2014/main" id="{018DC93B-EDD4-4476-B1AF-45DD84809012}"/>
              </a:ext>
            </a:extLst>
          </p:cNvPr>
          <p:cNvGraphicFramePr>
            <a:graphicFrameLocks noChangeAspect="1"/>
          </p:cNvGraphicFramePr>
          <p:nvPr/>
        </p:nvGraphicFramePr>
        <p:xfrm>
          <a:off x="6038850" y="3321050"/>
          <a:ext cx="114300" cy="215900"/>
        </p:xfrm>
        <a:graphic>
          <a:graphicData uri="http://schemas.openxmlformats.org/presentationml/2006/ole">
            <mc:AlternateContent xmlns:mc="http://schemas.openxmlformats.org/markup-compatibility/2006">
              <mc:Choice xmlns:v="urn:schemas-microsoft-com:vml" Requires="v">
                <p:oleObj name="Equation" r:id="rId11" imgW="114151" imgH="215619" progId="Equation.3">
                  <p:embed/>
                </p:oleObj>
              </mc:Choice>
              <mc:Fallback>
                <p:oleObj name="Equation" r:id="rId11" imgW="114151" imgH="215619" progId="Equation.3">
                  <p:embed/>
                  <p:pic>
                    <p:nvPicPr>
                      <p:cNvPr id="33806" name="Object 16">
                        <a:extLst>
                          <a:ext uri="{FF2B5EF4-FFF2-40B4-BE49-F238E27FC236}">
                            <a16:creationId xmlns:a16="http://schemas.microsoft.com/office/drawing/2014/main" id="{018DC93B-EDD4-4476-B1AF-45DD84809012}"/>
                          </a:ext>
                        </a:extLst>
                      </p:cNvPr>
                      <p:cNvPicPr>
                        <a:picLocks noChangeAspect="1" noChangeArrowheads="1"/>
                      </p:cNvPicPr>
                      <p:nvPr/>
                    </p:nvPicPr>
                    <p:blipFill>
                      <a:blip r:embed="rId12">
                        <a:extLst>
                          <a:ext uri="{28A0092B-C50C-407E-A947-70E740481C1C}">
                            <a14:useLocalDpi xmlns:a14="http://schemas.microsoft.com/office/drawing/2010/main" val="0"/>
                          </a:ext>
                        </a:extLst>
                      </a:blip>
                      <a:srcRect/>
                      <a:stretch>
                        <a:fillRect/>
                      </a:stretch>
                    </p:blipFill>
                    <p:spPr bwMode="auto">
                      <a:xfrm>
                        <a:off x="6038850" y="3321050"/>
                        <a:ext cx="114300" cy="21590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mc:AlternateContent xmlns:mc="http://schemas.openxmlformats.org/markup-compatibility/2006" xmlns:a14="http://schemas.microsoft.com/office/drawing/2010/main">
        <mc:Choice Requires="a14">
          <p:sp>
            <p:nvSpPr>
              <p:cNvPr id="33807" name="Object 4">
                <a:extLst>
                  <a:ext uri="{FF2B5EF4-FFF2-40B4-BE49-F238E27FC236}">
                    <a16:creationId xmlns:a16="http://schemas.microsoft.com/office/drawing/2014/main" id="{3B8A0A44-D68D-4E3A-9C8D-F30CBB6C4C7D}"/>
                  </a:ext>
                </a:extLst>
              </p:cNvPr>
              <p:cNvSpPr txBox="1"/>
              <p:nvPr/>
            </p:nvSpPr>
            <p:spPr bwMode="auto">
              <a:xfrm>
                <a:off x="4395788" y="5089525"/>
                <a:ext cx="3514725" cy="1035050"/>
              </a:xfrm>
              <a:prstGeom prst="rect">
                <a:avLst/>
              </a:prstGeom>
              <a:noFill/>
              <a:ln>
                <a:noFill/>
              </a:ln>
              <a:effectLst/>
            </p:spPr>
            <p:txBody>
              <a:bodyPr>
                <a:normAutofit/>
              </a:bodyPr>
              <a:lstStyle/>
              <a:p>
                <a:pPr/>
                <a14:m>
                  <m:oMathPara xmlns:m="http://schemas.openxmlformats.org/officeDocument/2006/math">
                    <m:oMathParaPr>
                      <m:jc m:val="left"/>
                    </m:oMathParaPr>
                    <m:oMath xmlns:m="http://schemas.openxmlformats.org/officeDocument/2006/math">
                      <m:sSub>
                        <m:sSubPr>
                          <m:ctrlPr>
                            <a:rPr lang="en-US" i="1" smtClean="0">
                              <a:solidFill>
                                <a:srgbClr val="000000"/>
                              </a:solidFill>
                              <a:latin typeface="Cambria Math" panose="02040503050406030204" pitchFamily="18" charset="0"/>
                            </a:rPr>
                          </m:ctrlPr>
                        </m:sSubPr>
                        <m:e>
                          <m:r>
                            <a:rPr lang="en-US" i="1">
                              <a:solidFill>
                                <a:srgbClr val="000000"/>
                              </a:solidFill>
                              <a:latin typeface="Cambria Math" panose="02040503050406030204" pitchFamily="18" charset="0"/>
                            </a:rPr>
                            <m:t>𝑃</m:t>
                          </m:r>
                        </m:e>
                        <m:sub>
                          <m:r>
                            <a:rPr lang="en-US" i="1">
                              <a:solidFill>
                                <a:srgbClr val="000000"/>
                              </a:solidFill>
                              <a:latin typeface="Cambria Math" panose="02040503050406030204" pitchFamily="18" charset="0"/>
                            </a:rPr>
                            <m:t>0</m:t>
                          </m:r>
                        </m:sub>
                      </m:sSub>
                      <m:r>
                        <a:rPr lang="en-US" i="1">
                          <a:solidFill>
                            <a:srgbClr val="000000"/>
                          </a:solidFill>
                          <a:latin typeface="Cambria Math" panose="02040503050406030204" pitchFamily="18" charset="0"/>
                        </a:rPr>
                        <m:t>=</m:t>
                      </m:r>
                      <m:f>
                        <m:fPr>
                          <m:ctrlPr>
                            <a:rPr lang="en-US" i="1">
                              <a:solidFill>
                                <a:srgbClr val="000000"/>
                              </a:solidFill>
                              <a:latin typeface="Cambria Math" panose="02040503050406030204" pitchFamily="18" charset="0"/>
                            </a:rPr>
                          </m:ctrlPr>
                        </m:fPr>
                        <m:num>
                          <m:sSub>
                            <m:sSubPr>
                              <m:ctrlPr>
                                <a:rPr lang="en-US" i="1">
                                  <a:solidFill>
                                    <a:srgbClr val="000000"/>
                                  </a:solidFill>
                                  <a:latin typeface="Cambria Math" panose="02040503050406030204" pitchFamily="18" charset="0"/>
                                </a:rPr>
                              </m:ctrlPr>
                            </m:sSubPr>
                            <m:e>
                              <m:r>
                                <a:rPr lang="en-US" i="1">
                                  <a:solidFill>
                                    <a:srgbClr val="000000"/>
                                  </a:solidFill>
                                  <a:latin typeface="Cambria Math" panose="02040503050406030204" pitchFamily="18" charset="0"/>
                                </a:rPr>
                                <m:t>𝐷</m:t>
                              </m:r>
                            </m:e>
                            <m:sub>
                              <m:r>
                                <a:rPr lang="en-US" i="1">
                                  <a:solidFill>
                                    <a:srgbClr val="000000"/>
                                  </a:solidFill>
                                  <a:latin typeface="Cambria Math" panose="02040503050406030204" pitchFamily="18" charset="0"/>
                                </a:rPr>
                                <m:t>1</m:t>
                              </m:r>
                            </m:sub>
                          </m:sSub>
                        </m:num>
                        <m:den>
                          <m:r>
                            <a:rPr lang="en-US" b="0" i="1" smtClean="0">
                              <a:solidFill>
                                <a:srgbClr val="000000"/>
                              </a:solidFill>
                              <a:latin typeface="Cambria Math" panose="02040503050406030204" pitchFamily="18" charset="0"/>
                            </a:rPr>
                            <m:t>(</m:t>
                          </m:r>
                          <m:r>
                            <a:rPr lang="en-US" i="1">
                              <a:solidFill>
                                <a:srgbClr val="000000"/>
                              </a:solidFill>
                              <a:latin typeface="Cambria Math" panose="02040503050406030204" pitchFamily="18" charset="0"/>
                            </a:rPr>
                            <m:t>𝑅</m:t>
                          </m:r>
                          <m:r>
                            <a:rPr lang="en-US" i="1">
                              <a:solidFill>
                                <a:srgbClr val="000000"/>
                              </a:solidFill>
                              <a:latin typeface="Cambria Math" panose="02040503050406030204" pitchFamily="18" charset="0"/>
                            </a:rPr>
                            <m:t>−</m:t>
                          </m:r>
                          <m:r>
                            <a:rPr lang="en-US" i="1">
                              <a:solidFill>
                                <a:srgbClr val="000000"/>
                              </a:solidFill>
                              <a:latin typeface="Cambria Math" panose="02040503050406030204" pitchFamily="18" charset="0"/>
                            </a:rPr>
                            <m:t>𝑔</m:t>
                          </m:r>
                          <m:r>
                            <a:rPr lang="en-US" b="0" i="1" smtClean="0">
                              <a:solidFill>
                                <a:srgbClr val="000000"/>
                              </a:solidFill>
                              <a:latin typeface="Cambria Math" panose="02040503050406030204" pitchFamily="18" charset="0"/>
                            </a:rPr>
                            <m:t>)</m:t>
                          </m:r>
                        </m:den>
                      </m:f>
                      <m:r>
                        <a:rPr lang="en-US" i="1">
                          <a:solidFill>
                            <a:srgbClr val="000000"/>
                          </a:solidFill>
                          <a:latin typeface="Cambria Math" panose="02040503050406030204" pitchFamily="18" charset="0"/>
                        </a:rPr>
                        <m:t>=</m:t>
                      </m:r>
                      <m:f>
                        <m:fPr>
                          <m:ctrlPr>
                            <a:rPr lang="en-US" i="1">
                              <a:solidFill>
                                <a:srgbClr val="000000"/>
                              </a:solidFill>
                              <a:latin typeface="Cambria Math" panose="02040503050406030204" pitchFamily="18" charset="0"/>
                            </a:rPr>
                          </m:ctrlPr>
                        </m:fPr>
                        <m:num>
                          <m:sSub>
                            <m:sSubPr>
                              <m:ctrlPr>
                                <a:rPr lang="en-US" i="1">
                                  <a:solidFill>
                                    <a:srgbClr val="000000"/>
                                  </a:solidFill>
                                  <a:latin typeface="Cambria Math" panose="02040503050406030204" pitchFamily="18" charset="0"/>
                                </a:rPr>
                              </m:ctrlPr>
                            </m:sSubPr>
                            <m:e>
                              <m:r>
                                <a:rPr lang="en-US" i="1">
                                  <a:solidFill>
                                    <a:srgbClr val="000000"/>
                                  </a:solidFill>
                                  <a:latin typeface="Cambria Math" panose="02040503050406030204" pitchFamily="18" charset="0"/>
                                </a:rPr>
                                <m:t>𝐷</m:t>
                              </m:r>
                            </m:e>
                            <m:sub>
                              <m:r>
                                <a:rPr lang="en-US" i="1">
                                  <a:solidFill>
                                    <a:srgbClr val="000000"/>
                                  </a:solidFill>
                                  <a:latin typeface="Cambria Math" panose="02040503050406030204" pitchFamily="18" charset="0"/>
                                </a:rPr>
                                <m:t>0</m:t>
                              </m:r>
                            </m:sub>
                          </m:sSub>
                          <m:r>
                            <a:rPr lang="en-US" i="1">
                              <a:solidFill>
                                <a:srgbClr val="000000"/>
                              </a:solidFill>
                              <a:latin typeface="Cambria Math" panose="02040503050406030204" pitchFamily="18" charset="0"/>
                            </a:rPr>
                            <m:t>(1+</m:t>
                          </m:r>
                          <m:r>
                            <a:rPr lang="en-US" i="1">
                              <a:solidFill>
                                <a:srgbClr val="000000"/>
                              </a:solidFill>
                              <a:latin typeface="Cambria Math" panose="02040503050406030204" pitchFamily="18" charset="0"/>
                            </a:rPr>
                            <m:t>𝑔</m:t>
                          </m:r>
                          <m:r>
                            <a:rPr lang="en-US" i="1">
                              <a:solidFill>
                                <a:srgbClr val="000000"/>
                              </a:solidFill>
                              <a:latin typeface="Cambria Math" panose="02040503050406030204" pitchFamily="18" charset="0"/>
                            </a:rPr>
                            <m:t>)</m:t>
                          </m:r>
                        </m:num>
                        <m:den>
                          <m:r>
                            <a:rPr lang="en-US" b="0" i="1" smtClean="0">
                              <a:solidFill>
                                <a:srgbClr val="000000"/>
                              </a:solidFill>
                              <a:latin typeface="Cambria Math" panose="02040503050406030204" pitchFamily="18" charset="0"/>
                            </a:rPr>
                            <m:t>(</m:t>
                          </m:r>
                          <m:r>
                            <a:rPr lang="en-US" i="1">
                              <a:solidFill>
                                <a:srgbClr val="000000"/>
                              </a:solidFill>
                              <a:latin typeface="Cambria Math" panose="02040503050406030204" pitchFamily="18" charset="0"/>
                            </a:rPr>
                            <m:t>𝑅</m:t>
                          </m:r>
                          <m:r>
                            <a:rPr lang="en-US" i="1">
                              <a:solidFill>
                                <a:srgbClr val="000000"/>
                              </a:solidFill>
                              <a:latin typeface="Cambria Math" panose="02040503050406030204" pitchFamily="18" charset="0"/>
                            </a:rPr>
                            <m:t>−</m:t>
                          </m:r>
                          <m:r>
                            <a:rPr lang="en-US" i="1">
                              <a:solidFill>
                                <a:srgbClr val="000000"/>
                              </a:solidFill>
                              <a:latin typeface="Cambria Math" panose="02040503050406030204" pitchFamily="18" charset="0"/>
                            </a:rPr>
                            <m:t>𝑔</m:t>
                          </m:r>
                          <m:r>
                            <a:rPr lang="en-US" b="0" i="1" smtClean="0">
                              <a:solidFill>
                                <a:srgbClr val="000000"/>
                              </a:solidFill>
                              <a:latin typeface="Cambria Math" panose="02040503050406030204" pitchFamily="18" charset="0"/>
                            </a:rPr>
                            <m:t>)</m:t>
                          </m:r>
                        </m:den>
                      </m:f>
                    </m:oMath>
                  </m:oMathPara>
                </a14:m>
                <a:endParaRPr lang="en-US" dirty="0"/>
              </a:p>
            </p:txBody>
          </p:sp>
        </mc:Choice>
        <mc:Fallback xmlns="">
          <p:sp>
            <p:nvSpPr>
              <p:cNvPr id="33807" name="Object 4">
                <a:extLst>
                  <a:ext uri="{FF2B5EF4-FFF2-40B4-BE49-F238E27FC236}">
                    <a16:creationId xmlns:a16="http://schemas.microsoft.com/office/drawing/2014/main" id="{3B8A0A44-D68D-4E3A-9C8D-F30CBB6C4C7D}"/>
                  </a:ext>
                </a:extLst>
              </p:cNvPr>
              <p:cNvSpPr txBox="1">
                <a:spLocks noRot="1" noChangeAspect="1" noMove="1" noResize="1" noEditPoints="1" noAdjustHandles="1" noChangeArrowheads="1" noChangeShapeType="1" noTextEdit="1"/>
              </p:cNvSpPr>
              <p:nvPr/>
            </p:nvSpPr>
            <p:spPr bwMode="auto">
              <a:xfrm>
                <a:off x="4395788" y="5089525"/>
                <a:ext cx="3514725" cy="1035050"/>
              </a:xfrm>
              <a:prstGeom prst="rect">
                <a:avLst/>
              </a:prstGeom>
              <a:blipFill>
                <a:blip r:embed="rId13"/>
                <a:stretch>
                  <a:fillRect/>
                </a:stretch>
              </a:blipFill>
              <a:ln>
                <a:noFill/>
              </a:ln>
              <a:effectLst/>
            </p:spPr>
            <p:txBody>
              <a:bodyPr/>
              <a:lstStyle/>
              <a:p>
                <a:r>
                  <a:rPr lang="en-US">
                    <a:noFill/>
                  </a:rPr>
                  <a:t> </a:t>
                </a:r>
              </a:p>
            </p:txBody>
          </p:sp>
        </mc:Fallback>
      </mc:AlternateContent>
    </p:spTree>
  </p:cSld>
  <p:clrMapOvr>
    <a:masterClrMapping/>
  </p:clrMapOvr>
  <p:transition/>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Title 6">
            <a:extLst>
              <a:ext uri="{FF2B5EF4-FFF2-40B4-BE49-F238E27FC236}">
                <a16:creationId xmlns:a16="http://schemas.microsoft.com/office/drawing/2014/main" id="{38EC0688-2185-587F-2DA6-A68FF9A6A257}"/>
              </a:ext>
            </a:extLst>
          </p:cNvPr>
          <p:cNvSpPr>
            <a:spLocks noGrp="1"/>
          </p:cNvSpPr>
          <p:nvPr>
            <p:ph type="title"/>
          </p:nvPr>
        </p:nvSpPr>
        <p:spPr>
          <a:xfrm>
            <a:off x="457200" y="192491"/>
            <a:ext cx="11277600" cy="792247"/>
          </a:xfrm>
          <a:ln>
            <a:solidFill>
              <a:schemeClr val="accent1"/>
            </a:solidFill>
          </a:ln>
        </p:spPr>
        <p:txBody>
          <a:bodyPr>
            <a:normAutofit/>
          </a:bodyPr>
          <a:lstStyle/>
          <a:p>
            <a:r>
              <a:rPr lang="en-IN" sz="3200" dirty="0"/>
              <a:t>Constant Growth </a:t>
            </a:r>
            <a:endParaRPr lang="en-US" sz="3200" dirty="0"/>
          </a:p>
        </p:txBody>
      </p:sp>
      <p:sp>
        <p:nvSpPr>
          <p:cNvPr id="3" name="Content Placeholder 2">
            <a:extLst>
              <a:ext uri="{FF2B5EF4-FFF2-40B4-BE49-F238E27FC236}">
                <a16:creationId xmlns:a16="http://schemas.microsoft.com/office/drawing/2014/main" id="{1731E39D-527F-7E26-A4C9-725E0A7A1B35}"/>
              </a:ext>
            </a:extLst>
          </p:cNvPr>
          <p:cNvSpPr>
            <a:spLocks noGrp="1"/>
          </p:cNvSpPr>
          <p:nvPr>
            <p:ph sz="quarter" idx="11"/>
          </p:nvPr>
        </p:nvSpPr>
        <p:spPr>
          <a:xfrm>
            <a:off x="562708" y="1276710"/>
            <a:ext cx="11090030" cy="1806958"/>
          </a:xfrm>
        </p:spPr>
        <p:txBody>
          <a:bodyPr>
            <a:normAutofit/>
          </a:bodyPr>
          <a:lstStyle/>
          <a:p>
            <a:pPr marL="292608" indent="-292608"/>
            <a:r>
              <a:rPr lang="en-IN" sz="2400" dirty="0"/>
              <a:t>The </a:t>
            </a:r>
            <a:r>
              <a:rPr lang="en-IN" sz="2400" b="1" dirty="0"/>
              <a:t>dividend growth model </a:t>
            </a:r>
            <a:r>
              <a:rPr lang="en-IN" sz="2400" dirty="0"/>
              <a:t>determines the current price of a stock </a:t>
            </a:r>
            <a:r>
              <a:rPr lang="en-IN" sz="2400" b="1" i="1" u="sng" dirty="0"/>
              <a:t>as its dividend next period divided by the discount rate less the dividend growth rate</a:t>
            </a:r>
            <a:r>
              <a:rPr lang="en-IN" sz="2400" dirty="0"/>
              <a:t>, and can be written as follows, so long as the growth rate, g, is less than the discount rate, R: (Condition R&lt;g)</a:t>
            </a:r>
          </a:p>
        </p:txBody>
      </p:sp>
      <p:sp>
        <p:nvSpPr>
          <p:cNvPr id="5" name="Content Placeholder 4">
            <a:extLst>
              <a:ext uri="{FF2B5EF4-FFF2-40B4-BE49-F238E27FC236}">
                <a16:creationId xmlns:a16="http://schemas.microsoft.com/office/drawing/2014/main" id="{9A0735F4-ABE2-8586-AAEA-764545FF79BA}"/>
              </a:ext>
            </a:extLst>
          </p:cNvPr>
          <p:cNvSpPr>
            <a:spLocks noGrp="1"/>
          </p:cNvSpPr>
          <p:nvPr>
            <p:ph sz="quarter" idx="14"/>
          </p:nvPr>
        </p:nvSpPr>
        <p:spPr>
          <a:xfrm>
            <a:off x="438150" y="3818139"/>
            <a:ext cx="11277599" cy="1039409"/>
          </a:xfrm>
        </p:spPr>
        <p:txBody>
          <a:bodyPr>
            <a:normAutofit/>
          </a:bodyPr>
          <a:lstStyle/>
          <a:p>
            <a:pPr marL="292608" indent="-292608"/>
            <a:r>
              <a:rPr lang="en-IN" sz="2400" dirty="0"/>
              <a:t>We can use the dividend growth model to get the stock price at any point in time; in general, the price of the stock as of Time</a:t>
            </a:r>
            <a:r>
              <a:rPr lang="en-IN" sz="2400" b="1" u="sng" dirty="0"/>
              <a:t> t </a:t>
            </a:r>
            <a:r>
              <a:rPr lang="en-IN" sz="2400" dirty="0"/>
              <a:t>is: </a:t>
            </a:r>
          </a:p>
        </p:txBody>
      </p:sp>
      <p:sp>
        <p:nvSpPr>
          <p:cNvPr id="11" name="Slide Number Placeholder 10">
            <a:extLst>
              <a:ext uri="{FF2B5EF4-FFF2-40B4-BE49-F238E27FC236}">
                <a16:creationId xmlns:a16="http://schemas.microsoft.com/office/drawing/2014/main" id="{08BB6DBA-8B76-7CBF-F265-BBE2D219AD8E}"/>
              </a:ext>
            </a:extLst>
          </p:cNvPr>
          <p:cNvSpPr>
            <a:spLocks noGrp="1"/>
          </p:cNvSpPr>
          <p:nvPr>
            <p:ph type="sldNum" sz="quarter" idx="10"/>
          </p:nvPr>
        </p:nvSpPr>
        <p:spPr/>
        <p:txBody>
          <a:bodyPr/>
          <a:lstStyle/>
          <a:p>
            <a:fld id="{68151E55-6873-49E2-B8D5-2F265E6F1973}" type="slidenum">
              <a:rPr lang="en-US" smtClean="0"/>
              <a:t>13</a:t>
            </a:fld>
            <a:endParaRPr lang="en-US" dirty="0"/>
          </a:p>
        </p:txBody>
      </p:sp>
      <mc:AlternateContent xmlns:mc="http://schemas.openxmlformats.org/markup-compatibility/2006" xmlns:a14="http://schemas.microsoft.com/office/drawing/2010/main">
        <mc:Choice Requires="a14">
          <p:sp>
            <p:nvSpPr>
              <p:cNvPr id="13" name="Object 12">
                <a:extLst>
                  <a:ext uri="{FF2B5EF4-FFF2-40B4-BE49-F238E27FC236}">
                    <a16:creationId xmlns:a16="http://schemas.microsoft.com/office/drawing/2014/main" id="{B123B989-378F-9DCA-F128-AF5A69FCE748}"/>
                  </a:ext>
                </a:extLst>
              </p:cNvPr>
              <p:cNvSpPr txBox="1"/>
              <p:nvPr/>
            </p:nvSpPr>
            <p:spPr>
              <a:xfrm>
                <a:off x="4540250" y="2648029"/>
                <a:ext cx="3035300" cy="838200"/>
              </a:xfrm>
              <a:prstGeom prst="rect">
                <a:avLst/>
              </a:prstGeom>
            </p:spPr>
            <p:txBody>
              <a:bodyPr>
                <a:normAutofit/>
              </a:bodyPr>
              <a:lstStyle/>
              <a:p>
                <a:pPr/>
                <a14:m>
                  <m:oMathPara xmlns:m="http://schemas.openxmlformats.org/officeDocument/2006/math">
                    <m:oMathParaPr>
                      <m:jc m:val="left"/>
                    </m:oMathParaPr>
                    <m:oMath xmlns:m="http://schemas.openxmlformats.org/officeDocument/2006/math">
                      <m:sSub>
                        <m:sSubPr>
                          <m:ctrlPr>
                            <a:rPr lang="en-US" i="1" smtClean="0">
                              <a:solidFill>
                                <a:srgbClr val="000000"/>
                              </a:solidFill>
                              <a:latin typeface="Cambria Math" panose="02040503050406030204" pitchFamily="18" charset="0"/>
                            </a:rPr>
                          </m:ctrlPr>
                        </m:sSubPr>
                        <m:e>
                          <m:r>
                            <a:rPr lang="en-US" i="1">
                              <a:solidFill>
                                <a:srgbClr val="000000"/>
                              </a:solidFill>
                              <a:latin typeface="Cambria Math" panose="02040503050406030204" pitchFamily="18" charset="0"/>
                            </a:rPr>
                            <m:t>𝑃</m:t>
                          </m:r>
                        </m:e>
                        <m:sub>
                          <m:r>
                            <a:rPr lang="en-US" i="1">
                              <a:solidFill>
                                <a:srgbClr val="000000"/>
                              </a:solidFill>
                              <a:latin typeface="Cambria Math" panose="02040503050406030204" pitchFamily="18" charset="0"/>
                            </a:rPr>
                            <m:t>0</m:t>
                          </m:r>
                        </m:sub>
                      </m:sSub>
                      <m:r>
                        <a:rPr lang="en-US" i="1">
                          <a:solidFill>
                            <a:srgbClr val="000000"/>
                          </a:solidFill>
                          <a:latin typeface="Cambria Math" panose="02040503050406030204" pitchFamily="18" charset="0"/>
                        </a:rPr>
                        <m:t>=</m:t>
                      </m:r>
                      <m:f>
                        <m:fPr>
                          <m:ctrlPr>
                            <a:rPr lang="en-US" i="1">
                              <a:solidFill>
                                <a:srgbClr val="000000"/>
                              </a:solidFill>
                              <a:latin typeface="Cambria Math" panose="02040503050406030204" pitchFamily="18" charset="0"/>
                            </a:rPr>
                          </m:ctrlPr>
                        </m:fPr>
                        <m:num>
                          <m:sSub>
                            <m:sSubPr>
                              <m:ctrlPr>
                                <a:rPr lang="en-US" i="1">
                                  <a:solidFill>
                                    <a:srgbClr val="000000"/>
                                  </a:solidFill>
                                  <a:latin typeface="Cambria Math" panose="02040503050406030204" pitchFamily="18" charset="0"/>
                                </a:rPr>
                              </m:ctrlPr>
                            </m:sSubPr>
                            <m:e>
                              <m:r>
                                <a:rPr lang="en-US" i="1">
                                  <a:solidFill>
                                    <a:srgbClr val="000000"/>
                                  </a:solidFill>
                                  <a:latin typeface="Cambria Math" panose="02040503050406030204" pitchFamily="18" charset="0"/>
                                </a:rPr>
                                <m:t>𝐷</m:t>
                              </m:r>
                            </m:e>
                            <m:sub>
                              <m:r>
                                <a:rPr lang="en-US" i="1">
                                  <a:solidFill>
                                    <a:srgbClr val="000000"/>
                                  </a:solidFill>
                                  <a:latin typeface="Cambria Math" panose="02040503050406030204" pitchFamily="18" charset="0"/>
                                </a:rPr>
                                <m:t>0</m:t>
                              </m:r>
                            </m:sub>
                          </m:sSub>
                          <m:r>
                            <a:rPr lang="en-US" i="1">
                              <a:solidFill>
                                <a:srgbClr val="000000"/>
                              </a:solidFill>
                              <a:latin typeface="Cambria Math" panose="02040503050406030204" pitchFamily="18" charset="0"/>
                            </a:rPr>
                            <m:t>×</m:t>
                          </m:r>
                          <m:d>
                            <m:dPr>
                              <m:ctrlPr>
                                <a:rPr lang="en-US" i="1">
                                  <a:solidFill>
                                    <a:srgbClr val="000000"/>
                                  </a:solidFill>
                                  <a:latin typeface="Cambria Math" panose="02040503050406030204" pitchFamily="18" charset="0"/>
                                </a:rPr>
                              </m:ctrlPr>
                            </m:dPr>
                            <m:e>
                              <m:r>
                                <a:rPr lang="en-US" i="1">
                                  <a:solidFill>
                                    <a:srgbClr val="000000"/>
                                  </a:solidFill>
                                  <a:latin typeface="Cambria Math" panose="02040503050406030204" pitchFamily="18" charset="0"/>
                                </a:rPr>
                                <m:t>1+</m:t>
                              </m:r>
                              <m:r>
                                <a:rPr lang="en-US" i="1">
                                  <a:solidFill>
                                    <a:srgbClr val="000000"/>
                                  </a:solidFill>
                                  <a:latin typeface="Cambria Math" panose="02040503050406030204" pitchFamily="18" charset="0"/>
                                </a:rPr>
                                <m:t>𝑔</m:t>
                              </m:r>
                            </m:e>
                          </m:d>
                        </m:num>
                        <m:den>
                          <m:r>
                            <a:rPr lang="en-US" b="0" i="1" smtClean="0">
                              <a:solidFill>
                                <a:srgbClr val="000000"/>
                              </a:solidFill>
                              <a:latin typeface="Cambria Math" panose="02040503050406030204" pitchFamily="18" charset="0"/>
                            </a:rPr>
                            <m:t>(</m:t>
                          </m:r>
                          <m:r>
                            <a:rPr lang="en-US" i="1">
                              <a:solidFill>
                                <a:srgbClr val="000000"/>
                              </a:solidFill>
                              <a:latin typeface="Cambria Math" panose="02040503050406030204" pitchFamily="18" charset="0"/>
                            </a:rPr>
                            <m:t>𝑅</m:t>
                          </m:r>
                          <m:r>
                            <a:rPr lang="en-US" i="1">
                              <a:solidFill>
                                <a:srgbClr val="000000"/>
                              </a:solidFill>
                              <a:latin typeface="Cambria Math" panose="02040503050406030204" pitchFamily="18" charset="0"/>
                            </a:rPr>
                            <m:t>−</m:t>
                          </m:r>
                          <m:r>
                            <a:rPr lang="en-US" i="1">
                              <a:solidFill>
                                <a:srgbClr val="000000"/>
                              </a:solidFill>
                              <a:latin typeface="Cambria Math" panose="02040503050406030204" pitchFamily="18" charset="0"/>
                            </a:rPr>
                            <m:t>𝑔</m:t>
                          </m:r>
                          <m:r>
                            <a:rPr lang="en-US" b="0" i="1" smtClean="0">
                              <a:solidFill>
                                <a:srgbClr val="000000"/>
                              </a:solidFill>
                              <a:latin typeface="Cambria Math" panose="02040503050406030204" pitchFamily="18" charset="0"/>
                            </a:rPr>
                            <m:t>)</m:t>
                          </m:r>
                        </m:den>
                      </m:f>
                      <m:r>
                        <a:rPr lang="en-US" i="1">
                          <a:solidFill>
                            <a:srgbClr val="000000"/>
                          </a:solidFill>
                          <a:latin typeface="Cambria Math" panose="02040503050406030204" pitchFamily="18" charset="0"/>
                        </a:rPr>
                        <m:t>=</m:t>
                      </m:r>
                      <m:f>
                        <m:fPr>
                          <m:ctrlPr>
                            <a:rPr lang="en-US" i="1">
                              <a:solidFill>
                                <a:srgbClr val="000000"/>
                              </a:solidFill>
                              <a:latin typeface="Cambria Math" panose="02040503050406030204" pitchFamily="18" charset="0"/>
                            </a:rPr>
                          </m:ctrlPr>
                        </m:fPr>
                        <m:num>
                          <m:sSub>
                            <m:sSubPr>
                              <m:ctrlPr>
                                <a:rPr lang="en-US" i="1">
                                  <a:solidFill>
                                    <a:srgbClr val="000000"/>
                                  </a:solidFill>
                                  <a:latin typeface="Cambria Math" panose="02040503050406030204" pitchFamily="18" charset="0"/>
                                </a:rPr>
                              </m:ctrlPr>
                            </m:sSubPr>
                            <m:e>
                              <m:r>
                                <a:rPr lang="en-US" i="1">
                                  <a:solidFill>
                                    <a:srgbClr val="000000"/>
                                  </a:solidFill>
                                  <a:latin typeface="Cambria Math" panose="02040503050406030204" pitchFamily="18" charset="0"/>
                                </a:rPr>
                                <m:t>𝐷</m:t>
                              </m:r>
                            </m:e>
                            <m:sub>
                              <m:r>
                                <a:rPr lang="en-US" i="1">
                                  <a:solidFill>
                                    <a:srgbClr val="000000"/>
                                  </a:solidFill>
                                  <a:latin typeface="Cambria Math" panose="02040503050406030204" pitchFamily="18" charset="0"/>
                                </a:rPr>
                                <m:t>1</m:t>
                              </m:r>
                            </m:sub>
                          </m:sSub>
                        </m:num>
                        <m:den>
                          <m:r>
                            <a:rPr lang="en-US" b="0" i="1" smtClean="0">
                              <a:solidFill>
                                <a:srgbClr val="000000"/>
                              </a:solidFill>
                              <a:latin typeface="Cambria Math" panose="02040503050406030204" pitchFamily="18" charset="0"/>
                            </a:rPr>
                            <m:t>(</m:t>
                          </m:r>
                          <m:r>
                            <a:rPr lang="en-US" i="1">
                              <a:solidFill>
                                <a:srgbClr val="000000"/>
                              </a:solidFill>
                              <a:latin typeface="Cambria Math" panose="02040503050406030204" pitchFamily="18" charset="0"/>
                            </a:rPr>
                            <m:t>𝑅</m:t>
                          </m:r>
                          <m:r>
                            <a:rPr lang="en-US" i="1">
                              <a:solidFill>
                                <a:srgbClr val="000000"/>
                              </a:solidFill>
                              <a:latin typeface="Cambria Math" panose="02040503050406030204" pitchFamily="18" charset="0"/>
                            </a:rPr>
                            <m:t>−</m:t>
                          </m:r>
                          <m:r>
                            <a:rPr lang="en-US" i="1">
                              <a:solidFill>
                                <a:srgbClr val="000000"/>
                              </a:solidFill>
                              <a:latin typeface="Cambria Math" panose="02040503050406030204" pitchFamily="18" charset="0"/>
                            </a:rPr>
                            <m:t>𝑔</m:t>
                          </m:r>
                          <m:r>
                            <a:rPr lang="en-US" b="0" i="1" smtClean="0">
                              <a:solidFill>
                                <a:srgbClr val="000000"/>
                              </a:solidFill>
                              <a:latin typeface="Cambria Math" panose="02040503050406030204" pitchFamily="18" charset="0"/>
                            </a:rPr>
                            <m:t>)</m:t>
                          </m:r>
                        </m:den>
                      </m:f>
                    </m:oMath>
                  </m:oMathPara>
                </a14:m>
                <a:endParaRPr lang="en-US" dirty="0"/>
              </a:p>
            </p:txBody>
          </p:sp>
        </mc:Choice>
        <mc:Fallback xmlns="">
          <p:sp>
            <p:nvSpPr>
              <p:cNvPr id="13" name="Object 12">
                <a:extLst>
                  <a:ext uri="{FF2B5EF4-FFF2-40B4-BE49-F238E27FC236}">
                    <a16:creationId xmlns:a16="http://schemas.microsoft.com/office/drawing/2014/main" id="{B123B989-378F-9DCA-F128-AF5A69FCE748}"/>
                  </a:ext>
                </a:extLst>
              </p:cNvPr>
              <p:cNvSpPr txBox="1">
                <a:spLocks noRot="1" noChangeAspect="1" noMove="1" noResize="1" noEditPoints="1" noAdjustHandles="1" noChangeArrowheads="1" noChangeShapeType="1" noTextEdit="1"/>
              </p:cNvSpPr>
              <p:nvPr/>
            </p:nvSpPr>
            <p:spPr>
              <a:xfrm>
                <a:off x="4540250" y="2648029"/>
                <a:ext cx="3035300" cy="838200"/>
              </a:xfrm>
              <a:prstGeom prst="rect">
                <a:avLst/>
              </a:prstGeom>
              <a:blipFill>
                <a:blip r:embed="rId3"/>
                <a:stretch>
                  <a:fillRect/>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14" name="Object 13">
                <a:extLst>
                  <a:ext uri="{FF2B5EF4-FFF2-40B4-BE49-F238E27FC236}">
                    <a16:creationId xmlns:a16="http://schemas.microsoft.com/office/drawing/2014/main" id="{A22FD670-F5D0-F977-9421-A283FA3B6166}"/>
                  </a:ext>
                </a:extLst>
              </p:cNvPr>
              <p:cNvSpPr txBox="1"/>
              <p:nvPr/>
            </p:nvSpPr>
            <p:spPr>
              <a:xfrm>
                <a:off x="4431323" y="5189458"/>
                <a:ext cx="3727939" cy="1130171"/>
              </a:xfrm>
              <a:prstGeom prst="rect">
                <a:avLst/>
              </a:prstGeom>
            </p:spPr>
            <p:txBody>
              <a:bodyPr>
                <a:normAutofit/>
              </a:bodyPr>
              <a:lstStyle/>
              <a:p>
                <a:pPr/>
                <a14:m>
                  <m:oMathPara xmlns:m="http://schemas.openxmlformats.org/officeDocument/2006/math">
                    <m:oMathParaPr>
                      <m:jc m:val="left"/>
                    </m:oMathParaPr>
                    <m:oMath xmlns:m="http://schemas.openxmlformats.org/officeDocument/2006/math">
                      <m:sSub>
                        <m:sSubPr>
                          <m:ctrlPr>
                            <a:rPr lang="en-US" i="1" smtClean="0">
                              <a:solidFill>
                                <a:srgbClr val="000000"/>
                              </a:solidFill>
                              <a:latin typeface="Cambria Math" panose="02040503050406030204" pitchFamily="18" charset="0"/>
                            </a:rPr>
                          </m:ctrlPr>
                        </m:sSubPr>
                        <m:e>
                          <m:r>
                            <a:rPr lang="en-US" i="1">
                              <a:solidFill>
                                <a:srgbClr val="000000"/>
                              </a:solidFill>
                              <a:latin typeface="Cambria Math" panose="02040503050406030204" pitchFamily="18" charset="0"/>
                            </a:rPr>
                            <m:t>𝑃</m:t>
                          </m:r>
                        </m:e>
                        <m:sub>
                          <m:r>
                            <a:rPr lang="en-US" i="1">
                              <a:solidFill>
                                <a:srgbClr val="000000"/>
                              </a:solidFill>
                              <a:latin typeface="Cambria Math" panose="02040503050406030204" pitchFamily="18" charset="0"/>
                            </a:rPr>
                            <m:t>𝑡</m:t>
                          </m:r>
                        </m:sub>
                      </m:sSub>
                      <m:r>
                        <a:rPr lang="en-US" i="1">
                          <a:solidFill>
                            <a:srgbClr val="000000"/>
                          </a:solidFill>
                          <a:latin typeface="Cambria Math" panose="02040503050406030204" pitchFamily="18" charset="0"/>
                        </a:rPr>
                        <m:t>=</m:t>
                      </m:r>
                      <m:f>
                        <m:fPr>
                          <m:ctrlPr>
                            <a:rPr lang="en-US" i="1">
                              <a:solidFill>
                                <a:srgbClr val="000000"/>
                              </a:solidFill>
                              <a:latin typeface="Cambria Math" panose="02040503050406030204" pitchFamily="18" charset="0"/>
                            </a:rPr>
                          </m:ctrlPr>
                        </m:fPr>
                        <m:num>
                          <m:sSub>
                            <m:sSubPr>
                              <m:ctrlPr>
                                <a:rPr lang="en-US" i="1">
                                  <a:solidFill>
                                    <a:srgbClr val="000000"/>
                                  </a:solidFill>
                                  <a:latin typeface="Cambria Math" panose="02040503050406030204" pitchFamily="18" charset="0"/>
                                </a:rPr>
                              </m:ctrlPr>
                            </m:sSubPr>
                            <m:e>
                              <m:r>
                                <a:rPr lang="en-US" i="1">
                                  <a:solidFill>
                                    <a:srgbClr val="000000"/>
                                  </a:solidFill>
                                  <a:latin typeface="Cambria Math" panose="02040503050406030204" pitchFamily="18" charset="0"/>
                                </a:rPr>
                                <m:t>𝐷</m:t>
                              </m:r>
                            </m:e>
                            <m:sub>
                              <m:r>
                                <a:rPr lang="en-US" i="1">
                                  <a:solidFill>
                                    <a:srgbClr val="000000"/>
                                  </a:solidFill>
                                  <a:latin typeface="Cambria Math" panose="02040503050406030204" pitchFamily="18" charset="0"/>
                                </a:rPr>
                                <m:t>𝑡</m:t>
                              </m:r>
                            </m:sub>
                          </m:sSub>
                          <m:r>
                            <a:rPr lang="en-US" i="1">
                              <a:solidFill>
                                <a:srgbClr val="000000"/>
                              </a:solidFill>
                              <a:latin typeface="Cambria Math" panose="02040503050406030204" pitchFamily="18" charset="0"/>
                            </a:rPr>
                            <m:t>×</m:t>
                          </m:r>
                          <m:d>
                            <m:dPr>
                              <m:ctrlPr>
                                <a:rPr lang="en-US" i="1">
                                  <a:solidFill>
                                    <a:srgbClr val="000000"/>
                                  </a:solidFill>
                                  <a:latin typeface="Cambria Math" panose="02040503050406030204" pitchFamily="18" charset="0"/>
                                </a:rPr>
                              </m:ctrlPr>
                            </m:dPr>
                            <m:e>
                              <m:r>
                                <a:rPr lang="en-US" i="1">
                                  <a:solidFill>
                                    <a:srgbClr val="000000"/>
                                  </a:solidFill>
                                  <a:latin typeface="Cambria Math" panose="02040503050406030204" pitchFamily="18" charset="0"/>
                                </a:rPr>
                                <m:t>1+</m:t>
                              </m:r>
                              <m:r>
                                <a:rPr lang="en-US" i="1">
                                  <a:solidFill>
                                    <a:srgbClr val="000000"/>
                                  </a:solidFill>
                                  <a:latin typeface="Cambria Math" panose="02040503050406030204" pitchFamily="18" charset="0"/>
                                </a:rPr>
                                <m:t>𝑔</m:t>
                              </m:r>
                            </m:e>
                          </m:d>
                        </m:num>
                        <m:den>
                          <m:r>
                            <a:rPr lang="en-US" b="0" i="1" smtClean="0">
                              <a:solidFill>
                                <a:srgbClr val="000000"/>
                              </a:solidFill>
                              <a:latin typeface="Cambria Math" panose="02040503050406030204" pitchFamily="18" charset="0"/>
                            </a:rPr>
                            <m:t>(</m:t>
                          </m:r>
                          <m:r>
                            <a:rPr lang="en-US" i="1">
                              <a:solidFill>
                                <a:srgbClr val="000000"/>
                              </a:solidFill>
                              <a:latin typeface="Cambria Math" panose="02040503050406030204" pitchFamily="18" charset="0"/>
                            </a:rPr>
                            <m:t>𝑅</m:t>
                          </m:r>
                          <m:r>
                            <a:rPr lang="en-US" i="1">
                              <a:solidFill>
                                <a:srgbClr val="000000"/>
                              </a:solidFill>
                              <a:latin typeface="Cambria Math" panose="02040503050406030204" pitchFamily="18" charset="0"/>
                            </a:rPr>
                            <m:t>−</m:t>
                          </m:r>
                          <m:r>
                            <a:rPr lang="en-US" i="1">
                              <a:solidFill>
                                <a:srgbClr val="000000"/>
                              </a:solidFill>
                              <a:latin typeface="Cambria Math" panose="02040503050406030204" pitchFamily="18" charset="0"/>
                            </a:rPr>
                            <m:t>𝑔</m:t>
                          </m:r>
                          <m:r>
                            <a:rPr lang="en-US" b="0" i="1" smtClean="0">
                              <a:solidFill>
                                <a:srgbClr val="000000"/>
                              </a:solidFill>
                              <a:latin typeface="Cambria Math" panose="02040503050406030204" pitchFamily="18" charset="0"/>
                            </a:rPr>
                            <m:t>)</m:t>
                          </m:r>
                        </m:den>
                      </m:f>
                      <m:r>
                        <a:rPr lang="en-US" i="1">
                          <a:solidFill>
                            <a:srgbClr val="000000"/>
                          </a:solidFill>
                          <a:latin typeface="Cambria Math" panose="02040503050406030204" pitchFamily="18" charset="0"/>
                        </a:rPr>
                        <m:t>=</m:t>
                      </m:r>
                      <m:f>
                        <m:fPr>
                          <m:ctrlPr>
                            <a:rPr lang="en-US" i="1">
                              <a:solidFill>
                                <a:srgbClr val="000000"/>
                              </a:solidFill>
                              <a:latin typeface="Cambria Math" panose="02040503050406030204" pitchFamily="18" charset="0"/>
                            </a:rPr>
                          </m:ctrlPr>
                        </m:fPr>
                        <m:num>
                          <m:sSub>
                            <m:sSubPr>
                              <m:ctrlPr>
                                <a:rPr lang="en-US" i="1">
                                  <a:solidFill>
                                    <a:srgbClr val="000000"/>
                                  </a:solidFill>
                                  <a:latin typeface="Cambria Math" panose="02040503050406030204" pitchFamily="18" charset="0"/>
                                </a:rPr>
                              </m:ctrlPr>
                            </m:sSubPr>
                            <m:e>
                              <m:r>
                                <a:rPr lang="en-US" i="1">
                                  <a:solidFill>
                                    <a:srgbClr val="000000"/>
                                  </a:solidFill>
                                  <a:latin typeface="Cambria Math" panose="02040503050406030204" pitchFamily="18" charset="0"/>
                                </a:rPr>
                                <m:t>𝐷</m:t>
                              </m:r>
                            </m:e>
                            <m:sub>
                              <m:r>
                                <a:rPr lang="en-US" i="1">
                                  <a:solidFill>
                                    <a:srgbClr val="000000"/>
                                  </a:solidFill>
                                  <a:latin typeface="Cambria Math" panose="02040503050406030204" pitchFamily="18" charset="0"/>
                                </a:rPr>
                                <m:t>𝑡</m:t>
                              </m:r>
                              <m:r>
                                <a:rPr lang="en-US" b="0" i="1" smtClean="0">
                                  <a:solidFill>
                                    <a:srgbClr val="000000"/>
                                  </a:solidFill>
                                  <a:latin typeface="Cambria Math" panose="02040503050406030204" pitchFamily="18" charset="0"/>
                                </a:rPr>
                                <m:t>+1</m:t>
                              </m:r>
                            </m:sub>
                          </m:sSub>
                        </m:num>
                        <m:den>
                          <m:r>
                            <a:rPr lang="en-US" b="0" i="1" smtClean="0">
                              <a:solidFill>
                                <a:srgbClr val="000000"/>
                              </a:solidFill>
                              <a:latin typeface="Cambria Math" panose="02040503050406030204" pitchFamily="18" charset="0"/>
                            </a:rPr>
                            <m:t>(</m:t>
                          </m:r>
                          <m:r>
                            <a:rPr lang="en-US" i="1">
                              <a:solidFill>
                                <a:srgbClr val="000000"/>
                              </a:solidFill>
                              <a:latin typeface="Cambria Math" panose="02040503050406030204" pitchFamily="18" charset="0"/>
                            </a:rPr>
                            <m:t>𝑅</m:t>
                          </m:r>
                          <m:r>
                            <a:rPr lang="en-US" i="1">
                              <a:solidFill>
                                <a:srgbClr val="000000"/>
                              </a:solidFill>
                              <a:latin typeface="Cambria Math" panose="02040503050406030204" pitchFamily="18" charset="0"/>
                            </a:rPr>
                            <m:t>−</m:t>
                          </m:r>
                          <m:r>
                            <a:rPr lang="en-US" i="1">
                              <a:solidFill>
                                <a:srgbClr val="000000"/>
                              </a:solidFill>
                              <a:latin typeface="Cambria Math" panose="02040503050406030204" pitchFamily="18" charset="0"/>
                            </a:rPr>
                            <m:t>𝑔</m:t>
                          </m:r>
                          <m:r>
                            <a:rPr lang="en-US" b="0" i="1" smtClean="0">
                              <a:solidFill>
                                <a:srgbClr val="000000"/>
                              </a:solidFill>
                              <a:latin typeface="Cambria Math" panose="02040503050406030204" pitchFamily="18" charset="0"/>
                            </a:rPr>
                            <m:t>)</m:t>
                          </m:r>
                        </m:den>
                      </m:f>
                    </m:oMath>
                  </m:oMathPara>
                </a14:m>
                <a:endParaRPr lang="en-US" dirty="0"/>
              </a:p>
            </p:txBody>
          </p:sp>
        </mc:Choice>
        <mc:Fallback xmlns="">
          <p:sp>
            <p:nvSpPr>
              <p:cNvPr id="14" name="Object 13">
                <a:extLst>
                  <a:ext uri="{FF2B5EF4-FFF2-40B4-BE49-F238E27FC236}">
                    <a16:creationId xmlns:a16="http://schemas.microsoft.com/office/drawing/2014/main" id="{A22FD670-F5D0-F977-9421-A283FA3B6166}"/>
                  </a:ext>
                </a:extLst>
              </p:cNvPr>
              <p:cNvSpPr txBox="1">
                <a:spLocks noRot="1" noChangeAspect="1" noMove="1" noResize="1" noEditPoints="1" noAdjustHandles="1" noChangeArrowheads="1" noChangeShapeType="1" noTextEdit="1"/>
              </p:cNvSpPr>
              <p:nvPr/>
            </p:nvSpPr>
            <p:spPr>
              <a:xfrm>
                <a:off x="4431323" y="5189458"/>
                <a:ext cx="3727939" cy="1130171"/>
              </a:xfrm>
              <a:prstGeom prst="rect">
                <a:avLst/>
              </a:prstGeom>
              <a:blipFill>
                <a:blip r:embed="rId4"/>
                <a:stretch>
                  <a:fillRect/>
                </a:stretch>
              </a:blipFill>
            </p:spPr>
            <p:txBody>
              <a:bodyPr/>
              <a:lstStyle/>
              <a:p>
                <a:r>
                  <a:rPr lang="en-US">
                    <a:noFill/>
                  </a:rPr>
                  <a:t> </a:t>
                </a:r>
              </a:p>
            </p:txBody>
          </p:sp>
        </mc:Fallback>
      </mc:AlternateContent>
      <p:sp>
        <p:nvSpPr>
          <p:cNvPr id="2" name="TextBox 1">
            <a:extLst>
              <a:ext uri="{FF2B5EF4-FFF2-40B4-BE49-F238E27FC236}">
                <a16:creationId xmlns:a16="http://schemas.microsoft.com/office/drawing/2014/main" id="{17743DB3-3899-6658-EE07-C14C252F9AC9}"/>
              </a:ext>
            </a:extLst>
          </p:cNvPr>
          <p:cNvSpPr txBox="1"/>
          <p:nvPr/>
        </p:nvSpPr>
        <p:spPr>
          <a:xfrm>
            <a:off x="8323385" y="2831309"/>
            <a:ext cx="2919046" cy="369332"/>
          </a:xfrm>
          <a:prstGeom prst="rect">
            <a:avLst/>
          </a:prstGeom>
          <a:noFill/>
          <a:ln>
            <a:solidFill>
              <a:schemeClr val="tx1"/>
            </a:solidFill>
          </a:ln>
        </p:spPr>
        <p:txBody>
          <a:bodyPr wrap="square" rtlCol="0">
            <a:spAutoFit/>
          </a:bodyPr>
          <a:lstStyle/>
          <a:p>
            <a:r>
              <a:rPr lang="en-US" dirty="0"/>
              <a:t>Growing Perpetuity</a:t>
            </a:r>
          </a:p>
        </p:txBody>
      </p:sp>
    </p:spTree>
    <p:extLst>
      <p:ext uri="{BB962C8B-B14F-4D97-AF65-F5344CB8AC3E}">
        <p14:creationId xmlns:p14="http://schemas.microsoft.com/office/powerpoint/2010/main" val="3985823710"/>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 name="Title 11">
            <a:extLst>
              <a:ext uri="{FF2B5EF4-FFF2-40B4-BE49-F238E27FC236}">
                <a16:creationId xmlns:a16="http://schemas.microsoft.com/office/drawing/2014/main" id="{02B466A4-FD62-EB31-DD21-D6A39DB8B1A1}"/>
              </a:ext>
            </a:extLst>
          </p:cNvPr>
          <p:cNvSpPr>
            <a:spLocks noGrp="1"/>
          </p:cNvSpPr>
          <p:nvPr>
            <p:ph type="title"/>
          </p:nvPr>
        </p:nvSpPr>
        <p:spPr>
          <a:xfrm>
            <a:off x="457200" y="192492"/>
            <a:ext cx="11277600" cy="672502"/>
          </a:xfrm>
          <a:ln>
            <a:solidFill>
              <a:schemeClr val="accent1"/>
            </a:solidFill>
          </a:ln>
        </p:spPr>
        <p:txBody>
          <a:bodyPr>
            <a:normAutofit/>
          </a:bodyPr>
          <a:lstStyle/>
          <a:p>
            <a:r>
              <a:rPr lang="en-IN" sz="3200" dirty="0"/>
              <a:t>Example:  Constant Growth</a:t>
            </a:r>
          </a:p>
        </p:txBody>
      </p:sp>
      <p:sp>
        <p:nvSpPr>
          <p:cNvPr id="13" name="Content Placeholder 12">
            <a:extLst>
              <a:ext uri="{FF2B5EF4-FFF2-40B4-BE49-F238E27FC236}">
                <a16:creationId xmlns:a16="http://schemas.microsoft.com/office/drawing/2014/main" id="{2D3474B6-7329-C448-FFBD-8116587AB246}"/>
              </a:ext>
            </a:extLst>
          </p:cNvPr>
          <p:cNvSpPr>
            <a:spLocks noGrp="1"/>
          </p:cNvSpPr>
          <p:nvPr>
            <p:ph sz="quarter" idx="11"/>
          </p:nvPr>
        </p:nvSpPr>
        <p:spPr>
          <a:xfrm>
            <a:off x="392318" y="994489"/>
            <a:ext cx="11584018" cy="357223"/>
          </a:xfrm>
        </p:spPr>
        <p:txBody>
          <a:bodyPr>
            <a:normAutofit fontScale="85000" lnSpcReduction="10000"/>
          </a:bodyPr>
          <a:lstStyle/>
          <a:p>
            <a:pPr marL="291600" indent="-291600"/>
            <a:r>
              <a:rPr lang="en-IN" sz="1800" dirty="0"/>
              <a:t>Suppose the company just paid divided of $2.30, dividend is growing at a constant rate of 5% and the required rate of return is 13%</a:t>
            </a:r>
          </a:p>
        </p:txBody>
      </p:sp>
      <p:sp>
        <p:nvSpPr>
          <p:cNvPr id="17" name="Content Placeholder 16">
            <a:extLst>
              <a:ext uri="{FF2B5EF4-FFF2-40B4-BE49-F238E27FC236}">
                <a16:creationId xmlns:a16="http://schemas.microsoft.com/office/drawing/2014/main" id="{603E156D-76B2-9C91-2BE6-B9F2363C8B52}"/>
              </a:ext>
            </a:extLst>
          </p:cNvPr>
          <p:cNvSpPr>
            <a:spLocks noGrp="1"/>
          </p:cNvSpPr>
          <p:nvPr>
            <p:ph sz="quarter" idx="14"/>
          </p:nvPr>
        </p:nvSpPr>
        <p:spPr>
          <a:xfrm>
            <a:off x="457201" y="3412385"/>
            <a:ext cx="9483968" cy="357223"/>
          </a:xfrm>
        </p:spPr>
        <p:txBody>
          <a:bodyPr/>
          <a:lstStyle/>
          <a:p>
            <a:pPr marL="291600" indent="-291600"/>
            <a:r>
              <a:rPr lang="en-IN" sz="1800" dirty="0"/>
              <a:t>Suppose we are interested in the price of the stock in five years,</a:t>
            </a:r>
          </a:p>
        </p:txBody>
      </p:sp>
      <p:sp>
        <p:nvSpPr>
          <p:cNvPr id="18" name="Content Placeholder 17">
            <a:extLst>
              <a:ext uri="{FF2B5EF4-FFF2-40B4-BE49-F238E27FC236}">
                <a16:creationId xmlns:a16="http://schemas.microsoft.com/office/drawing/2014/main" id="{E93E37CE-3B53-D403-44DB-4ADABBF3C0BD}"/>
              </a:ext>
            </a:extLst>
          </p:cNvPr>
          <p:cNvSpPr>
            <a:spLocks noGrp="1"/>
          </p:cNvSpPr>
          <p:nvPr>
            <p:ph sz="quarter" idx="15"/>
          </p:nvPr>
        </p:nvSpPr>
        <p:spPr>
          <a:xfrm>
            <a:off x="457201" y="3781726"/>
            <a:ext cx="5685998" cy="357223"/>
          </a:xfrm>
        </p:spPr>
        <p:txBody>
          <a:bodyPr/>
          <a:lstStyle/>
          <a:p>
            <a:r>
              <a:rPr lang="en-IN" sz="1800" dirty="0"/>
              <a:t>We first need the dividend at Time 5,</a:t>
            </a:r>
          </a:p>
        </p:txBody>
      </p:sp>
      <p:sp>
        <p:nvSpPr>
          <p:cNvPr id="20" name="Content Placeholder 19">
            <a:extLst>
              <a:ext uri="{FF2B5EF4-FFF2-40B4-BE49-F238E27FC236}">
                <a16:creationId xmlns:a16="http://schemas.microsoft.com/office/drawing/2014/main" id="{ED10AE48-E653-AC6D-7632-24BC413C8F40}"/>
              </a:ext>
            </a:extLst>
          </p:cNvPr>
          <p:cNvSpPr>
            <a:spLocks noGrp="1"/>
          </p:cNvSpPr>
          <p:nvPr>
            <p:ph sz="quarter" idx="16"/>
          </p:nvPr>
        </p:nvSpPr>
        <p:spPr>
          <a:xfrm>
            <a:off x="488912" y="4273007"/>
            <a:ext cx="8846949" cy="383269"/>
          </a:xfrm>
        </p:spPr>
        <p:txBody>
          <a:bodyPr>
            <a:noAutofit/>
          </a:bodyPr>
          <a:lstStyle/>
          <a:p>
            <a:r>
              <a:rPr lang="en-IN" sz="1800" dirty="0"/>
              <a:t>Because the dividend just paid is $2.30 and the growth rate is 5% per year, </a:t>
            </a:r>
          </a:p>
          <a:p>
            <a:endParaRPr lang="en-IN" sz="1800" dirty="0"/>
          </a:p>
        </p:txBody>
      </p:sp>
      <p:sp>
        <p:nvSpPr>
          <p:cNvPr id="25" name="Content Placeholder 24">
            <a:extLst>
              <a:ext uri="{FF2B5EF4-FFF2-40B4-BE49-F238E27FC236}">
                <a16:creationId xmlns:a16="http://schemas.microsoft.com/office/drawing/2014/main" id="{B27E6260-4CFE-ED78-3953-8CE699912B44}"/>
              </a:ext>
            </a:extLst>
          </p:cNvPr>
          <p:cNvSpPr>
            <a:spLocks noGrp="1"/>
          </p:cNvSpPr>
          <p:nvPr>
            <p:ph sz="quarter" idx="17"/>
          </p:nvPr>
        </p:nvSpPr>
        <p:spPr>
          <a:xfrm>
            <a:off x="468205" y="5471944"/>
            <a:ext cx="5076611" cy="383269"/>
          </a:xfrm>
        </p:spPr>
        <p:txBody>
          <a:bodyPr>
            <a:normAutofit fontScale="25000" lnSpcReduction="20000"/>
          </a:bodyPr>
          <a:lstStyle/>
          <a:p>
            <a:pPr marL="291600" indent="-291600"/>
            <a:endParaRPr lang="en-IN" sz="1800" dirty="0"/>
          </a:p>
          <a:p>
            <a:pPr marL="291600" indent="-291600"/>
            <a:r>
              <a:rPr lang="en-IN" sz="8000" dirty="0"/>
              <a:t>The price of the stock in five years is:</a:t>
            </a:r>
          </a:p>
        </p:txBody>
      </p:sp>
      <p:sp>
        <p:nvSpPr>
          <p:cNvPr id="11" name="Slide Number Placeholder 10">
            <a:extLst>
              <a:ext uri="{FF2B5EF4-FFF2-40B4-BE49-F238E27FC236}">
                <a16:creationId xmlns:a16="http://schemas.microsoft.com/office/drawing/2014/main" id="{821582AD-A7EC-D951-3DD8-49E713DFE77D}"/>
              </a:ext>
            </a:extLst>
          </p:cNvPr>
          <p:cNvSpPr>
            <a:spLocks noGrp="1"/>
          </p:cNvSpPr>
          <p:nvPr>
            <p:ph type="sldNum" sz="quarter" idx="10"/>
          </p:nvPr>
        </p:nvSpPr>
        <p:spPr/>
        <p:txBody>
          <a:bodyPr/>
          <a:lstStyle/>
          <a:p>
            <a:fld id="{68151E55-6873-49E2-B8D5-2F265E6F1973}" type="slidenum">
              <a:rPr lang="en-US" smtClean="0"/>
              <a:t>14</a:t>
            </a:fld>
            <a:endParaRPr lang="en-US" dirty="0"/>
          </a:p>
        </p:txBody>
      </p:sp>
      <p:graphicFrame>
        <p:nvGraphicFramePr>
          <p:cNvPr id="27" name="Object 26">
            <a:extLst>
              <a:ext uri="{FF2B5EF4-FFF2-40B4-BE49-F238E27FC236}">
                <a16:creationId xmlns:a16="http://schemas.microsoft.com/office/drawing/2014/main" id="{8B0E6D59-A6CD-4C8F-EA17-F782054316EF}"/>
              </a:ext>
            </a:extLst>
          </p:cNvPr>
          <p:cNvGraphicFramePr>
            <a:graphicFrameLocks noChangeAspect="1"/>
          </p:cNvGraphicFramePr>
          <p:nvPr>
            <p:extLst>
              <p:ext uri="{D42A27DB-BD31-4B8C-83A1-F6EECF244321}">
                <p14:modId xmlns:p14="http://schemas.microsoft.com/office/powerpoint/2010/main" val="1795360059"/>
              </p:ext>
            </p:extLst>
          </p:nvPr>
        </p:nvGraphicFramePr>
        <p:xfrm>
          <a:off x="741484" y="1372647"/>
          <a:ext cx="343076" cy="357223"/>
        </p:xfrm>
        <a:graphic>
          <a:graphicData uri="http://schemas.openxmlformats.org/presentationml/2006/ole">
            <mc:AlternateContent xmlns:mc="http://schemas.openxmlformats.org/markup-compatibility/2006">
              <mc:Choice xmlns:v="urn:schemas-microsoft-com:vml" Requires="v">
                <p:oleObj name="Equation" r:id="rId2" imgW="279360" imgH="291960" progId="Equation.DSMT4">
                  <p:embed/>
                </p:oleObj>
              </mc:Choice>
              <mc:Fallback>
                <p:oleObj name="Equation" r:id="rId2" imgW="279360" imgH="291960" progId="Equation.DSMT4">
                  <p:embed/>
                  <p:pic>
                    <p:nvPicPr>
                      <p:cNvPr id="27" name="Object 26">
                        <a:extLst>
                          <a:ext uri="{FF2B5EF4-FFF2-40B4-BE49-F238E27FC236}">
                            <a16:creationId xmlns:a16="http://schemas.microsoft.com/office/drawing/2014/main" id="{8B0E6D59-A6CD-4C8F-EA17-F782054316EF}"/>
                          </a:ext>
                        </a:extLst>
                      </p:cNvPr>
                      <p:cNvPicPr/>
                      <p:nvPr/>
                    </p:nvPicPr>
                    <p:blipFill>
                      <a:blip r:embed="rId3"/>
                      <a:stretch>
                        <a:fillRect/>
                      </a:stretch>
                    </p:blipFill>
                    <p:spPr>
                      <a:xfrm>
                        <a:off x="741484" y="1372647"/>
                        <a:ext cx="343076" cy="357223"/>
                      </a:xfrm>
                      <a:prstGeom prst="rect">
                        <a:avLst/>
                      </a:prstGeom>
                    </p:spPr>
                  </p:pic>
                </p:oleObj>
              </mc:Fallback>
            </mc:AlternateContent>
          </a:graphicData>
        </a:graphic>
      </p:graphicFrame>
      <p:graphicFrame>
        <p:nvGraphicFramePr>
          <p:cNvPr id="32" name="Object 31">
            <a:extLst>
              <a:ext uri="{FF2B5EF4-FFF2-40B4-BE49-F238E27FC236}">
                <a16:creationId xmlns:a16="http://schemas.microsoft.com/office/drawing/2014/main" id="{1326A0CB-99CB-262A-E532-2F2284206BFD}"/>
              </a:ext>
            </a:extLst>
          </p:cNvPr>
          <p:cNvGraphicFramePr>
            <a:graphicFrameLocks noChangeAspect="1"/>
          </p:cNvGraphicFramePr>
          <p:nvPr/>
        </p:nvGraphicFramePr>
        <p:xfrm>
          <a:off x="2998788" y="1857375"/>
          <a:ext cx="2349500" cy="292100"/>
        </p:xfrm>
        <a:graphic>
          <a:graphicData uri="http://schemas.openxmlformats.org/presentationml/2006/ole">
            <mc:AlternateContent xmlns:mc="http://schemas.openxmlformats.org/markup-compatibility/2006">
              <mc:Choice xmlns:v="urn:schemas-microsoft-com:vml" Requires="v">
                <p:oleObj name="Equation" r:id="rId4" imgW="2349360" imgH="291960" progId="Equation.DSMT4">
                  <p:embed/>
                </p:oleObj>
              </mc:Choice>
              <mc:Fallback>
                <p:oleObj name="Equation" r:id="rId4" imgW="2349360" imgH="291960" progId="Equation.DSMT4">
                  <p:embed/>
                  <p:pic>
                    <p:nvPicPr>
                      <p:cNvPr id="32" name="Object 31">
                        <a:extLst>
                          <a:ext uri="{FF2B5EF4-FFF2-40B4-BE49-F238E27FC236}">
                            <a16:creationId xmlns:a16="http://schemas.microsoft.com/office/drawing/2014/main" id="{1326A0CB-99CB-262A-E532-2F2284206BFD}"/>
                          </a:ext>
                        </a:extLst>
                      </p:cNvPr>
                      <p:cNvPicPr/>
                      <p:nvPr/>
                    </p:nvPicPr>
                    <p:blipFill>
                      <a:blip r:embed="rId5"/>
                      <a:stretch>
                        <a:fillRect/>
                      </a:stretch>
                    </p:blipFill>
                    <p:spPr>
                      <a:xfrm>
                        <a:off x="2998788" y="1857375"/>
                        <a:ext cx="2349500" cy="292100"/>
                      </a:xfrm>
                      <a:prstGeom prst="rect">
                        <a:avLst/>
                      </a:prstGeom>
                    </p:spPr>
                  </p:pic>
                </p:oleObj>
              </mc:Fallback>
            </mc:AlternateContent>
          </a:graphicData>
        </a:graphic>
      </p:graphicFrame>
      <p:graphicFrame>
        <p:nvGraphicFramePr>
          <p:cNvPr id="33" name="Object 32">
            <a:extLst>
              <a:ext uri="{FF2B5EF4-FFF2-40B4-BE49-F238E27FC236}">
                <a16:creationId xmlns:a16="http://schemas.microsoft.com/office/drawing/2014/main" id="{46362DF2-C2B5-8334-707B-62D577953DCC}"/>
              </a:ext>
            </a:extLst>
          </p:cNvPr>
          <p:cNvGraphicFramePr>
            <a:graphicFrameLocks noChangeAspect="1"/>
          </p:cNvGraphicFramePr>
          <p:nvPr/>
        </p:nvGraphicFramePr>
        <p:xfrm>
          <a:off x="3244313" y="2282917"/>
          <a:ext cx="2374900" cy="279400"/>
        </p:xfrm>
        <a:graphic>
          <a:graphicData uri="http://schemas.openxmlformats.org/presentationml/2006/ole">
            <mc:AlternateContent xmlns:mc="http://schemas.openxmlformats.org/markup-compatibility/2006">
              <mc:Choice xmlns:v="urn:schemas-microsoft-com:vml" Requires="v">
                <p:oleObj name="Equation" r:id="rId6" imgW="2374560" imgH="279360" progId="Equation.DSMT4">
                  <p:embed/>
                </p:oleObj>
              </mc:Choice>
              <mc:Fallback>
                <p:oleObj name="Equation" r:id="rId6" imgW="2374560" imgH="279360" progId="Equation.DSMT4">
                  <p:embed/>
                  <p:pic>
                    <p:nvPicPr>
                      <p:cNvPr id="33" name="Object 32">
                        <a:extLst>
                          <a:ext uri="{FF2B5EF4-FFF2-40B4-BE49-F238E27FC236}">
                            <a16:creationId xmlns:a16="http://schemas.microsoft.com/office/drawing/2014/main" id="{46362DF2-C2B5-8334-707B-62D577953DCC}"/>
                          </a:ext>
                        </a:extLst>
                      </p:cNvPr>
                      <p:cNvPicPr/>
                      <p:nvPr/>
                    </p:nvPicPr>
                    <p:blipFill>
                      <a:blip r:embed="rId7"/>
                      <a:stretch>
                        <a:fillRect/>
                      </a:stretch>
                    </p:blipFill>
                    <p:spPr>
                      <a:xfrm>
                        <a:off x="3244313" y="2282917"/>
                        <a:ext cx="2374900" cy="279400"/>
                      </a:xfrm>
                      <a:prstGeom prst="rect">
                        <a:avLst/>
                      </a:prstGeom>
                    </p:spPr>
                  </p:pic>
                </p:oleObj>
              </mc:Fallback>
            </mc:AlternateContent>
          </a:graphicData>
        </a:graphic>
      </p:graphicFrame>
      <p:graphicFrame>
        <p:nvGraphicFramePr>
          <p:cNvPr id="34" name="Object 33">
            <a:extLst>
              <a:ext uri="{FF2B5EF4-FFF2-40B4-BE49-F238E27FC236}">
                <a16:creationId xmlns:a16="http://schemas.microsoft.com/office/drawing/2014/main" id="{AE419C0C-8EC9-9623-3557-119EE3A33F56}"/>
              </a:ext>
            </a:extLst>
          </p:cNvPr>
          <p:cNvGraphicFramePr>
            <a:graphicFrameLocks noChangeAspect="1"/>
          </p:cNvGraphicFramePr>
          <p:nvPr/>
        </p:nvGraphicFramePr>
        <p:xfrm>
          <a:off x="3238500" y="2647950"/>
          <a:ext cx="1282700" cy="254000"/>
        </p:xfrm>
        <a:graphic>
          <a:graphicData uri="http://schemas.openxmlformats.org/presentationml/2006/ole">
            <mc:AlternateContent xmlns:mc="http://schemas.openxmlformats.org/markup-compatibility/2006">
              <mc:Choice xmlns:v="urn:schemas-microsoft-com:vml" Requires="v">
                <p:oleObj name="Equation" r:id="rId8" imgW="1282680" imgH="253800" progId="Equation.DSMT4">
                  <p:embed/>
                </p:oleObj>
              </mc:Choice>
              <mc:Fallback>
                <p:oleObj name="Equation" r:id="rId8" imgW="1282680" imgH="253800" progId="Equation.DSMT4">
                  <p:embed/>
                  <p:pic>
                    <p:nvPicPr>
                      <p:cNvPr id="34" name="Object 33">
                        <a:extLst>
                          <a:ext uri="{FF2B5EF4-FFF2-40B4-BE49-F238E27FC236}">
                            <a16:creationId xmlns:a16="http://schemas.microsoft.com/office/drawing/2014/main" id="{AE419C0C-8EC9-9623-3557-119EE3A33F56}"/>
                          </a:ext>
                        </a:extLst>
                      </p:cNvPr>
                      <p:cNvPicPr/>
                      <p:nvPr/>
                    </p:nvPicPr>
                    <p:blipFill>
                      <a:blip r:embed="rId9"/>
                      <a:stretch>
                        <a:fillRect/>
                      </a:stretch>
                    </p:blipFill>
                    <p:spPr>
                      <a:xfrm>
                        <a:off x="3238500" y="2647950"/>
                        <a:ext cx="1282700" cy="254000"/>
                      </a:xfrm>
                      <a:prstGeom prst="rect">
                        <a:avLst/>
                      </a:prstGeom>
                    </p:spPr>
                  </p:pic>
                </p:oleObj>
              </mc:Fallback>
            </mc:AlternateContent>
          </a:graphicData>
        </a:graphic>
      </p:graphicFrame>
      <p:graphicFrame>
        <p:nvGraphicFramePr>
          <p:cNvPr id="35" name="Object 34">
            <a:extLst>
              <a:ext uri="{FF2B5EF4-FFF2-40B4-BE49-F238E27FC236}">
                <a16:creationId xmlns:a16="http://schemas.microsoft.com/office/drawing/2014/main" id="{52BA8BA3-BE6A-A198-3747-F6ECED5DF00A}"/>
              </a:ext>
            </a:extLst>
          </p:cNvPr>
          <p:cNvGraphicFramePr>
            <a:graphicFrameLocks noChangeAspect="1"/>
          </p:cNvGraphicFramePr>
          <p:nvPr/>
        </p:nvGraphicFramePr>
        <p:xfrm>
          <a:off x="3238500" y="3014663"/>
          <a:ext cx="863600" cy="241300"/>
        </p:xfrm>
        <a:graphic>
          <a:graphicData uri="http://schemas.openxmlformats.org/presentationml/2006/ole">
            <mc:AlternateContent xmlns:mc="http://schemas.openxmlformats.org/markup-compatibility/2006">
              <mc:Choice xmlns:v="urn:schemas-microsoft-com:vml" Requires="v">
                <p:oleObj name="Equation" r:id="rId10" imgW="863280" imgH="241200" progId="Equation.DSMT4">
                  <p:embed/>
                </p:oleObj>
              </mc:Choice>
              <mc:Fallback>
                <p:oleObj name="Equation" r:id="rId10" imgW="863280" imgH="241200" progId="Equation.DSMT4">
                  <p:embed/>
                  <p:pic>
                    <p:nvPicPr>
                      <p:cNvPr id="35" name="Object 34">
                        <a:extLst>
                          <a:ext uri="{FF2B5EF4-FFF2-40B4-BE49-F238E27FC236}">
                            <a16:creationId xmlns:a16="http://schemas.microsoft.com/office/drawing/2014/main" id="{52BA8BA3-BE6A-A198-3747-F6ECED5DF00A}"/>
                          </a:ext>
                        </a:extLst>
                      </p:cNvPr>
                      <p:cNvPicPr/>
                      <p:nvPr/>
                    </p:nvPicPr>
                    <p:blipFill>
                      <a:blip r:embed="rId11"/>
                      <a:stretch>
                        <a:fillRect/>
                      </a:stretch>
                    </p:blipFill>
                    <p:spPr>
                      <a:xfrm>
                        <a:off x="3238500" y="3014663"/>
                        <a:ext cx="863600" cy="241300"/>
                      </a:xfrm>
                      <a:prstGeom prst="rect">
                        <a:avLst/>
                      </a:prstGeom>
                    </p:spPr>
                  </p:pic>
                </p:oleObj>
              </mc:Fallback>
            </mc:AlternateContent>
          </a:graphicData>
        </a:graphic>
      </p:graphicFrame>
      <p:graphicFrame>
        <p:nvGraphicFramePr>
          <p:cNvPr id="28" name="Object 27">
            <a:extLst>
              <a:ext uri="{FF2B5EF4-FFF2-40B4-BE49-F238E27FC236}">
                <a16:creationId xmlns:a16="http://schemas.microsoft.com/office/drawing/2014/main" id="{6D76DCCC-B0B6-9A8D-B929-794CBF38B236}"/>
              </a:ext>
            </a:extLst>
          </p:cNvPr>
          <p:cNvGraphicFramePr>
            <a:graphicFrameLocks noChangeAspect="1"/>
          </p:cNvGraphicFramePr>
          <p:nvPr>
            <p:extLst>
              <p:ext uri="{D42A27DB-BD31-4B8C-83A1-F6EECF244321}">
                <p14:modId xmlns:p14="http://schemas.microsoft.com/office/powerpoint/2010/main" val="2596825413"/>
              </p:ext>
            </p:extLst>
          </p:nvPr>
        </p:nvGraphicFramePr>
        <p:xfrm>
          <a:off x="7180234" y="3443358"/>
          <a:ext cx="282575" cy="295275"/>
        </p:xfrm>
        <a:graphic>
          <a:graphicData uri="http://schemas.openxmlformats.org/presentationml/2006/ole">
            <mc:AlternateContent xmlns:mc="http://schemas.openxmlformats.org/markup-compatibility/2006">
              <mc:Choice xmlns:v="urn:schemas-microsoft-com:vml" Requires="v">
                <p:oleObj name="Equation" r:id="rId12" imgW="279360" imgH="291960" progId="Equation.DSMT4">
                  <p:embed/>
                </p:oleObj>
              </mc:Choice>
              <mc:Fallback>
                <p:oleObj name="Equation" r:id="rId12" imgW="279360" imgH="291960" progId="Equation.DSMT4">
                  <p:embed/>
                  <p:pic>
                    <p:nvPicPr>
                      <p:cNvPr id="28" name="Object 27">
                        <a:extLst>
                          <a:ext uri="{FF2B5EF4-FFF2-40B4-BE49-F238E27FC236}">
                            <a16:creationId xmlns:a16="http://schemas.microsoft.com/office/drawing/2014/main" id="{6D76DCCC-B0B6-9A8D-B929-794CBF38B236}"/>
                          </a:ext>
                        </a:extLst>
                      </p:cNvPr>
                      <p:cNvPicPr/>
                      <p:nvPr/>
                    </p:nvPicPr>
                    <p:blipFill>
                      <a:blip r:embed="rId13"/>
                      <a:stretch>
                        <a:fillRect/>
                      </a:stretch>
                    </p:blipFill>
                    <p:spPr>
                      <a:xfrm>
                        <a:off x="7180234" y="3443358"/>
                        <a:ext cx="282575" cy="295275"/>
                      </a:xfrm>
                      <a:prstGeom prst="rect">
                        <a:avLst/>
                      </a:prstGeom>
                    </p:spPr>
                  </p:pic>
                </p:oleObj>
              </mc:Fallback>
            </mc:AlternateContent>
          </a:graphicData>
        </a:graphic>
      </p:graphicFrame>
      <p:graphicFrame>
        <p:nvGraphicFramePr>
          <p:cNvPr id="29" name="Object 28">
            <a:extLst>
              <a:ext uri="{FF2B5EF4-FFF2-40B4-BE49-F238E27FC236}">
                <a16:creationId xmlns:a16="http://schemas.microsoft.com/office/drawing/2014/main" id="{D6DA6C8E-13CC-7550-9928-5D2F5E52515F}"/>
              </a:ext>
            </a:extLst>
          </p:cNvPr>
          <p:cNvGraphicFramePr>
            <a:graphicFrameLocks noChangeAspect="1"/>
          </p:cNvGraphicFramePr>
          <p:nvPr>
            <p:extLst>
              <p:ext uri="{D42A27DB-BD31-4B8C-83A1-F6EECF244321}">
                <p14:modId xmlns:p14="http://schemas.microsoft.com/office/powerpoint/2010/main" val="2751265419"/>
              </p:ext>
            </p:extLst>
          </p:nvPr>
        </p:nvGraphicFramePr>
        <p:xfrm>
          <a:off x="4521774" y="3781726"/>
          <a:ext cx="376911" cy="333363"/>
        </p:xfrm>
        <a:graphic>
          <a:graphicData uri="http://schemas.openxmlformats.org/presentationml/2006/ole">
            <mc:AlternateContent xmlns:mc="http://schemas.openxmlformats.org/markup-compatibility/2006">
              <mc:Choice xmlns:v="urn:schemas-microsoft-com:vml" Requires="v">
                <p:oleObj name="Equation" r:id="rId14" imgW="330120" imgH="291960" progId="Equation.DSMT4">
                  <p:embed/>
                </p:oleObj>
              </mc:Choice>
              <mc:Fallback>
                <p:oleObj name="Equation" r:id="rId14" imgW="330120" imgH="291960" progId="Equation.DSMT4">
                  <p:embed/>
                  <p:pic>
                    <p:nvPicPr>
                      <p:cNvPr id="29" name="Object 28">
                        <a:extLst>
                          <a:ext uri="{FF2B5EF4-FFF2-40B4-BE49-F238E27FC236}">
                            <a16:creationId xmlns:a16="http://schemas.microsoft.com/office/drawing/2014/main" id="{D6DA6C8E-13CC-7550-9928-5D2F5E52515F}"/>
                          </a:ext>
                        </a:extLst>
                      </p:cNvPr>
                      <p:cNvPicPr/>
                      <p:nvPr/>
                    </p:nvPicPr>
                    <p:blipFill>
                      <a:blip r:embed="rId15"/>
                      <a:stretch>
                        <a:fillRect/>
                      </a:stretch>
                    </p:blipFill>
                    <p:spPr>
                      <a:xfrm>
                        <a:off x="4521774" y="3781726"/>
                        <a:ext cx="376911" cy="333363"/>
                      </a:xfrm>
                      <a:prstGeom prst="rect">
                        <a:avLst/>
                      </a:prstGeom>
                    </p:spPr>
                  </p:pic>
                </p:oleObj>
              </mc:Fallback>
            </mc:AlternateContent>
          </a:graphicData>
        </a:graphic>
      </p:graphicFrame>
      <p:graphicFrame>
        <p:nvGraphicFramePr>
          <p:cNvPr id="30" name="Object 29">
            <a:extLst>
              <a:ext uri="{FF2B5EF4-FFF2-40B4-BE49-F238E27FC236}">
                <a16:creationId xmlns:a16="http://schemas.microsoft.com/office/drawing/2014/main" id="{DD42EC8C-FB4E-A611-1D84-A5EE44666AB2}"/>
              </a:ext>
            </a:extLst>
          </p:cNvPr>
          <p:cNvGraphicFramePr>
            <a:graphicFrameLocks noChangeAspect="1"/>
          </p:cNvGraphicFramePr>
          <p:nvPr>
            <p:extLst>
              <p:ext uri="{D42A27DB-BD31-4B8C-83A1-F6EECF244321}">
                <p14:modId xmlns:p14="http://schemas.microsoft.com/office/powerpoint/2010/main" val="4120748058"/>
              </p:ext>
            </p:extLst>
          </p:nvPr>
        </p:nvGraphicFramePr>
        <p:xfrm>
          <a:off x="8096673" y="4301547"/>
          <a:ext cx="608594" cy="318129"/>
        </p:xfrm>
        <a:graphic>
          <a:graphicData uri="http://schemas.openxmlformats.org/presentationml/2006/ole">
            <mc:AlternateContent xmlns:mc="http://schemas.openxmlformats.org/markup-compatibility/2006">
              <mc:Choice xmlns:v="urn:schemas-microsoft-com:vml" Requires="v">
                <p:oleObj name="Equation" r:id="rId16" imgW="558720" imgH="291960" progId="Equation.DSMT4">
                  <p:embed/>
                </p:oleObj>
              </mc:Choice>
              <mc:Fallback>
                <p:oleObj name="Equation" r:id="rId16" imgW="558720" imgH="291960" progId="Equation.DSMT4">
                  <p:embed/>
                  <p:pic>
                    <p:nvPicPr>
                      <p:cNvPr id="30" name="Object 29">
                        <a:extLst>
                          <a:ext uri="{FF2B5EF4-FFF2-40B4-BE49-F238E27FC236}">
                            <a16:creationId xmlns:a16="http://schemas.microsoft.com/office/drawing/2014/main" id="{DD42EC8C-FB4E-A611-1D84-A5EE44666AB2}"/>
                          </a:ext>
                        </a:extLst>
                      </p:cNvPr>
                      <p:cNvPicPr/>
                      <p:nvPr/>
                    </p:nvPicPr>
                    <p:blipFill>
                      <a:blip r:embed="rId17"/>
                      <a:stretch>
                        <a:fillRect/>
                      </a:stretch>
                    </p:blipFill>
                    <p:spPr>
                      <a:xfrm>
                        <a:off x="8096673" y="4301547"/>
                        <a:ext cx="608594" cy="318129"/>
                      </a:xfrm>
                      <a:prstGeom prst="rect">
                        <a:avLst/>
                      </a:prstGeom>
                    </p:spPr>
                  </p:pic>
                </p:oleObj>
              </mc:Fallback>
            </mc:AlternateContent>
          </a:graphicData>
        </a:graphic>
      </p:graphicFrame>
      <mc:AlternateContent xmlns:mc="http://schemas.openxmlformats.org/markup-compatibility/2006" xmlns:a14="http://schemas.microsoft.com/office/drawing/2010/main">
        <mc:Choice Requires="a14">
          <p:sp>
            <p:nvSpPr>
              <p:cNvPr id="2" name="Object 1">
                <a:extLst>
                  <a:ext uri="{FF2B5EF4-FFF2-40B4-BE49-F238E27FC236}">
                    <a16:creationId xmlns:a16="http://schemas.microsoft.com/office/drawing/2014/main" id="{D6A2DE36-17D8-322E-167A-10DC51CE7BA5}"/>
                  </a:ext>
                </a:extLst>
              </p:cNvPr>
              <p:cNvSpPr txBox="1"/>
              <p:nvPr/>
            </p:nvSpPr>
            <p:spPr>
              <a:xfrm>
                <a:off x="2454562" y="5115435"/>
                <a:ext cx="5946408" cy="555100"/>
              </a:xfrm>
              <a:prstGeom prst="rect">
                <a:avLst/>
              </a:prstGeom>
            </p:spPr>
            <p:txBody>
              <a:bodyPr>
                <a:normAutofit/>
              </a:bodyPr>
              <a:lstStyle/>
              <a:p>
                <a:pPr/>
                <a14:m>
                  <m:oMathPara xmlns:m="http://schemas.openxmlformats.org/officeDocument/2006/math">
                    <m:oMathParaPr>
                      <m:jc m:val="left"/>
                    </m:oMathParaPr>
                    <m:oMath xmlns:m="http://schemas.openxmlformats.org/officeDocument/2006/math">
                      <m:sSub>
                        <m:sSubPr>
                          <m:ctrlPr>
                            <a:rPr lang="en-US" i="1" smtClean="0">
                              <a:solidFill>
                                <a:srgbClr val="000000"/>
                              </a:solidFill>
                              <a:latin typeface="Cambria Math" panose="02040503050406030204" pitchFamily="18" charset="0"/>
                            </a:rPr>
                          </m:ctrlPr>
                        </m:sSubPr>
                        <m:e>
                          <m:r>
                            <a:rPr lang="en-US" i="1">
                              <a:solidFill>
                                <a:srgbClr val="000000"/>
                              </a:solidFill>
                              <a:latin typeface="Cambria Math" panose="02040503050406030204" pitchFamily="18" charset="0"/>
                            </a:rPr>
                            <m:t>𝐷</m:t>
                          </m:r>
                        </m:e>
                        <m:sub>
                          <m:r>
                            <a:rPr lang="en-US" i="1">
                              <a:solidFill>
                                <a:srgbClr val="000000"/>
                              </a:solidFill>
                              <a:latin typeface="Cambria Math" panose="02040503050406030204" pitchFamily="18" charset="0"/>
                            </a:rPr>
                            <m:t>5</m:t>
                          </m:r>
                        </m:sub>
                      </m:sSub>
                      <m:r>
                        <a:rPr lang="en-US" i="1">
                          <a:solidFill>
                            <a:srgbClr val="000000"/>
                          </a:solidFill>
                          <a:latin typeface="Cambria Math" panose="02040503050406030204" pitchFamily="18" charset="0"/>
                        </a:rPr>
                        <m:t>=</m:t>
                      </m:r>
                      <m:r>
                        <m:rPr>
                          <m:nor/>
                        </m:rPr>
                        <a:rPr lang="en-US" i="0">
                          <a:solidFill>
                            <a:srgbClr val="000000"/>
                          </a:solidFill>
                          <a:latin typeface="Cambria Math" panose="02040503050406030204" pitchFamily="18" charset="0"/>
                        </a:rPr>
                        <m:t> $</m:t>
                      </m:r>
                      <m:r>
                        <a:rPr lang="en-US" i="1">
                          <a:solidFill>
                            <a:srgbClr val="000000"/>
                          </a:solidFill>
                          <a:latin typeface="Cambria Math" panose="02040503050406030204" pitchFamily="18" charset="0"/>
                        </a:rPr>
                        <m:t>2.30×</m:t>
                      </m:r>
                      <m:sSup>
                        <m:sSupPr>
                          <m:ctrlPr>
                            <a:rPr lang="en-US" b="0" i="1" smtClean="0">
                              <a:solidFill>
                                <a:srgbClr val="000000"/>
                              </a:solidFill>
                              <a:latin typeface="Cambria Math" panose="02040503050406030204" pitchFamily="18" charset="0"/>
                            </a:rPr>
                          </m:ctrlPr>
                        </m:sSupPr>
                        <m:e>
                          <m:d>
                            <m:dPr>
                              <m:ctrlPr>
                                <a:rPr lang="en-US" b="0" i="1" smtClean="0">
                                  <a:solidFill>
                                    <a:srgbClr val="000000"/>
                                  </a:solidFill>
                                  <a:latin typeface="Cambria Math" panose="02040503050406030204" pitchFamily="18" charset="0"/>
                                </a:rPr>
                              </m:ctrlPr>
                            </m:dPr>
                            <m:e>
                              <m:r>
                                <a:rPr lang="en-US" i="1">
                                  <a:solidFill>
                                    <a:srgbClr val="000000"/>
                                  </a:solidFill>
                                  <a:latin typeface="Cambria Math" panose="02040503050406030204" pitchFamily="18" charset="0"/>
                                </a:rPr>
                                <m:t>1</m:t>
                              </m:r>
                              <m:r>
                                <a:rPr lang="en-US" b="0" i="1" smtClean="0">
                                  <a:solidFill>
                                    <a:srgbClr val="000000"/>
                                  </a:solidFill>
                                  <a:latin typeface="Cambria Math" panose="02040503050406030204" pitchFamily="18" charset="0"/>
                                </a:rPr>
                                <m:t>+.05</m:t>
                              </m:r>
                            </m:e>
                          </m:d>
                        </m:e>
                        <m:sup>
                          <m:r>
                            <a:rPr lang="en-US" b="0" i="1" smtClean="0">
                              <a:solidFill>
                                <a:srgbClr val="000000"/>
                              </a:solidFill>
                              <a:latin typeface="Cambria Math" panose="02040503050406030204" pitchFamily="18" charset="0"/>
                            </a:rPr>
                            <m:t>5</m:t>
                          </m:r>
                        </m:sup>
                      </m:sSup>
                      <m:r>
                        <a:rPr lang="en-US" b="0" i="1" smtClean="0">
                          <a:solidFill>
                            <a:srgbClr val="000000"/>
                          </a:solidFill>
                          <a:latin typeface="Cambria Math" panose="02040503050406030204" pitchFamily="18" charset="0"/>
                        </a:rPr>
                        <m:t>=</m:t>
                      </m:r>
                      <m:r>
                        <a:rPr lang="en-US" i="1">
                          <a:solidFill>
                            <a:srgbClr val="000000"/>
                          </a:solidFill>
                          <a:latin typeface="Cambria Math" panose="02040503050406030204" pitchFamily="18" charset="0"/>
                        </a:rPr>
                        <m:t>2.30×1.2763=</m:t>
                      </m:r>
                      <m:r>
                        <a:rPr lang="en-US" i="0">
                          <a:solidFill>
                            <a:srgbClr val="000000"/>
                          </a:solidFill>
                          <a:latin typeface="Cambria Math" panose="02040503050406030204" pitchFamily="18" charset="0"/>
                        </a:rPr>
                        <m:t>$</m:t>
                      </m:r>
                      <m:r>
                        <a:rPr lang="en-US" i="1">
                          <a:solidFill>
                            <a:srgbClr val="000000"/>
                          </a:solidFill>
                          <a:latin typeface="Cambria Math" panose="02040503050406030204" pitchFamily="18" charset="0"/>
                        </a:rPr>
                        <m:t>2.935</m:t>
                      </m:r>
                    </m:oMath>
                  </m:oMathPara>
                </a14:m>
                <a:endParaRPr lang="en-US" dirty="0"/>
              </a:p>
            </p:txBody>
          </p:sp>
        </mc:Choice>
        <mc:Fallback xmlns="">
          <p:sp>
            <p:nvSpPr>
              <p:cNvPr id="2" name="Object 1">
                <a:extLst>
                  <a:ext uri="{FF2B5EF4-FFF2-40B4-BE49-F238E27FC236}">
                    <a16:creationId xmlns:a16="http://schemas.microsoft.com/office/drawing/2014/main" id="{D6A2DE36-17D8-322E-167A-10DC51CE7BA5}"/>
                  </a:ext>
                </a:extLst>
              </p:cNvPr>
              <p:cNvSpPr txBox="1">
                <a:spLocks noRot="1" noChangeAspect="1" noMove="1" noResize="1" noEditPoints="1" noAdjustHandles="1" noChangeArrowheads="1" noChangeShapeType="1" noTextEdit="1"/>
              </p:cNvSpPr>
              <p:nvPr/>
            </p:nvSpPr>
            <p:spPr>
              <a:xfrm>
                <a:off x="2454562" y="5115435"/>
                <a:ext cx="5946408" cy="555100"/>
              </a:xfrm>
              <a:prstGeom prst="rect">
                <a:avLst/>
              </a:prstGeom>
              <a:blipFill>
                <a:blip r:embed="rId18"/>
                <a:stretch>
                  <a:fillRect/>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31" name="Object 30">
                <a:extLst>
                  <a:ext uri="{FF2B5EF4-FFF2-40B4-BE49-F238E27FC236}">
                    <a16:creationId xmlns:a16="http://schemas.microsoft.com/office/drawing/2014/main" id="{88AFF425-B8F9-DD36-DA47-2784472F7B62}"/>
                  </a:ext>
                </a:extLst>
              </p:cNvPr>
              <p:cNvSpPr txBox="1"/>
              <p:nvPr/>
            </p:nvSpPr>
            <p:spPr>
              <a:xfrm>
                <a:off x="2809983" y="5914891"/>
                <a:ext cx="5076610" cy="843250"/>
              </a:xfrm>
              <a:prstGeom prst="rect">
                <a:avLst/>
              </a:prstGeom>
            </p:spPr>
            <p:txBody>
              <a:bodyPr>
                <a:normAutofit fontScale="85000" lnSpcReduction="10000"/>
              </a:bodyPr>
              <a:lstStyle/>
              <a:p>
                <a:pPr/>
                <a14:m>
                  <m:oMathPara xmlns:m="http://schemas.openxmlformats.org/officeDocument/2006/math">
                    <m:oMathParaPr>
                      <m:jc m:val="left"/>
                    </m:oMathParaPr>
                    <m:oMath xmlns:m="http://schemas.openxmlformats.org/officeDocument/2006/math">
                      <m:sSub>
                        <m:sSubPr>
                          <m:ctrlPr>
                            <a:rPr lang="en-US" i="1" smtClean="0">
                              <a:solidFill>
                                <a:srgbClr val="000000"/>
                              </a:solidFill>
                              <a:latin typeface="Cambria Math" panose="02040503050406030204" pitchFamily="18" charset="0"/>
                            </a:rPr>
                          </m:ctrlPr>
                        </m:sSubPr>
                        <m:e>
                          <m:r>
                            <a:rPr lang="en-US" i="1">
                              <a:solidFill>
                                <a:srgbClr val="000000"/>
                              </a:solidFill>
                              <a:latin typeface="Cambria Math" panose="02040503050406030204" pitchFamily="18" charset="0"/>
                            </a:rPr>
                            <m:t>𝑃</m:t>
                          </m:r>
                        </m:e>
                        <m:sub>
                          <m:r>
                            <a:rPr lang="en-US" i="1">
                              <a:solidFill>
                                <a:srgbClr val="000000"/>
                              </a:solidFill>
                              <a:latin typeface="Cambria Math" panose="02040503050406030204" pitchFamily="18" charset="0"/>
                            </a:rPr>
                            <m:t>5</m:t>
                          </m:r>
                        </m:sub>
                      </m:sSub>
                      <m:r>
                        <a:rPr lang="en-US" i="1">
                          <a:solidFill>
                            <a:srgbClr val="000000"/>
                          </a:solidFill>
                          <a:latin typeface="Cambria Math" panose="02040503050406030204" pitchFamily="18" charset="0"/>
                        </a:rPr>
                        <m:t>=</m:t>
                      </m:r>
                      <m:f>
                        <m:fPr>
                          <m:ctrlPr>
                            <a:rPr lang="en-US" i="1">
                              <a:solidFill>
                                <a:srgbClr val="000000"/>
                              </a:solidFill>
                              <a:latin typeface="Cambria Math" panose="02040503050406030204" pitchFamily="18" charset="0"/>
                            </a:rPr>
                          </m:ctrlPr>
                        </m:fPr>
                        <m:num>
                          <m:sSub>
                            <m:sSubPr>
                              <m:ctrlPr>
                                <a:rPr lang="en-US" i="1">
                                  <a:solidFill>
                                    <a:srgbClr val="000000"/>
                                  </a:solidFill>
                                  <a:latin typeface="Cambria Math" panose="02040503050406030204" pitchFamily="18" charset="0"/>
                                </a:rPr>
                              </m:ctrlPr>
                            </m:sSubPr>
                            <m:e>
                              <m:r>
                                <a:rPr lang="en-US" i="1">
                                  <a:solidFill>
                                    <a:srgbClr val="000000"/>
                                  </a:solidFill>
                                  <a:latin typeface="Cambria Math" panose="02040503050406030204" pitchFamily="18" charset="0"/>
                                </a:rPr>
                                <m:t>𝐷</m:t>
                              </m:r>
                            </m:e>
                            <m:sub>
                              <m:r>
                                <a:rPr lang="en-US" i="1">
                                  <a:solidFill>
                                    <a:srgbClr val="000000"/>
                                  </a:solidFill>
                                  <a:latin typeface="Cambria Math" panose="02040503050406030204" pitchFamily="18" charset="0"/>
                                </a:rPr>
                                <m:t>5</m:t>
                              </m:r>
                            </m:sub>
                          </m:sSub>
                          <m:r>
                            <a:rPr lang="en-US" i="1">
                              <a:solidFill>
                                <a:srgbClr val="000000"/>
                              </a:solidFill>
                              <a:latin typeface="Cambria Math" panose="02040503050406030204" pitchFamily="18" charset="0"/>
                            </a:rPr>
                            <m:t>×</m:t>
                          </m:r>
                          <m:d>
                            <m:dPr>
                              <m:ctrlPr>
                                <a:rPr lang="en-US" i="1">
                                  <a:solidFill>
                                    <a:srgbClr val="000000"/>
                                  </a:solidFill>
                                  <a:latin typeface="Cambria Math" panose="02040503050406030204" pitchFamily="18" charset="0"/>
                                </a:rPr>
                              </m:ctrlPr>
                            </m:dPr>
                            <m:e>
                              <m:r>
                                <a:rPr lang="en-US" i="1">
                                  <a:solidFill>
                                    <a:srgbClr val="000000"/>
                                  </a:solidFill>
                                  <a:latin typeface="Cambria Math" panose="02040503050406030204" pitchFamily="18" charset="0"/>
                                </a:rPr>
                                <m:t>1+</m:t>
                              </m:r>
                              <m:r>
                                <a:rPr lang="en-US" i="1">
                                  <a:solidFill>
                                    <a:srgbClr val="000000"/>
                                  </a:solidFill>
                                  <a:latin typeface="Cambria Math" panose="02040503050406030204" pitchFamily="18" charset="0"/>
                                </a:rPr>
                                <m:t>𝑔</m:t>
                              </m:r>
                            </m:e>
                          </m:d>
                        </m:num>
                        <m:den>
                          <m:r>
                            <a:rPr lang="en-US" b="0" i="1" smtClean="0">
                              <a:solidFill>
                                <a:srgbClr val="000000"/>
                              </a:solidFill>
                              <a:latin typeface="Cambria Math" panose="02040503050406030204" pitchFamily="18" charset="0"/>
                            </a:rPr>
                            <m:t>(</m:t>
                          </m:r>
                          <m:r>
                            <a:rPr lang="en-US" i="1">
                              <a:solidFill>
                                <a:srgbClr val="000000"/>
                              </a:solidFill>
                              <a:latin typeface="Cambria Math" panose="02040503050406030204" pitchFamily="18" charset="0"/>
                            </a:rPr>
                            <m:t>𝑅</m:t>
                          </m:r>
                          <m:r>
                            <a:rPr lang="en-US" i="1">
                              <a:solidFill>
                                <a:srgbClr val="000000"/>
                              </a:solidFill>
                              <a:latin typeface="Cambria Math" panose="02040503050406030204" pitchFamily="18" charset="0"/>
                            </a:rPr>
                            <m:t>−</m:t>
                          </m:r>
                          <m:r>
                            <a:rPr lang="en-US" i="1">
                              <a:solidFill>
                                <a:srgbClr val="000000"/>
                              </a:solidFill>
                              <a:latin typeface="Cambria Math" panose="02040503050406030204" pitchFamily="18" charset="0"/>
                            </a:rPr>
                            <m:t>𝑔</m:t>
                          </m:r>
                          <m:r>
                            <a:rPr lang="en-US" b="0" i="1" smtClean="0">
                              <a:solidFill>
                                <a:srgbClr val="000000"/>
                              </a:solidFill>
                              <a:latin typeface="Cambria Math" panose="02040503050406030204" pitchFamily="18" charset="0"/>
                            </a:rPr>
                            <m:t>)</m:t>
                          </m:r>
                        </m:den>
                      </m:f>
                      <m:r>
                        <a:rPr lang="en-US" i="1">
                          <a:solidFill>
                            <a:srgbClr val="000000"/>
                          </a:solidFill>
                          <a:latin typeface="Cambria Math" panose="02040503050406030204" pitchFamily="18" charset="0"/>
                        </a:rPr>
                        <m:t>=</m:t>
                      </m:r>
                      <m:f>
                        <m:fPr>
                          <m:ctrlPr>
                            <a:rPr lang="en-US" i="1">
                              <a:solidFill>
                                <a:srgbClr val="000000"/>
                              </a:solidFill>
                              <a:latin typeface="Cambria Math" panose="02040503050406030204" pitchFamily="18" charset="0"/>
                            </a:rPr>
                          </m:ctrlPr>
                        </m:fPr>
                        <m:num>
                          <m:r>
                            <a:rPr lang="en-US" i="0">
                              <a:solidFill>
                                <a:srgbClr val="000000"/>
                              </a:solidFill>
                              <a:latin typeface="Cambria Math" panose="02040503050406030204" pitchFamily="18" charset="0"/>
                            </a:rPr>
                            <m:t>$</m:t>
                          </m:r>
                          <m:r>
                            <a:rPr lang="en-US" i="1">
                              <a:solidFill>
                                <a:srgbClr val="000000"/>
                              </a:solidFill>
                              <a:latin typeface="Cambria Math" panose="02040503050406030204" pitchFamily="18" charset="0"/>
                            </a:rPr>
                            <m:t>2.935×1.05</m:t>
                          </m:r>
                        </m:num>
                        <m:den>
                          <m:r>
                            <a:rPr lang="en-US" b="0" i="1" smtClean="0">
                              <a:solidFill>
                                <a:srgbClr val="000000"/>
                              </a:solidFill>
                              <a:latin typeface="Cambria Math" panose="02040503050406030204" pitchFamily="18" charset="0"/>
                            </a:rPr>
                            <m:t>(</m:t>
                          </m:r>
                          <m:r>
                            <a:rPr lang="en-US" i="1">
                              <a:solidFill>
                                <a:srgbClr val="000000"/>
                              </a:solidFill>
                              <a:latin typeface="Cambria Math" panose="02040503050406030204" pitchFamily="18" charset="0"/>
                            </a:rPr>
                            <m:t>.13−.05</m:t>
                          </m:r>
                          <m:r>
                            <a:rPr lang="en-US" b="0" i="1" smtClean="0">
                              <a:solidFill>
                                <a:srgbClr val="000000"/>
                              </a:solidFill>
                              <a:latin typeface="Cambria Math" panose="02040503050406030204" pitchFamily="18" charset="0"/>
                            </a:rPr>
                            <m:t>)</m:t>
                          </m:r>
                        </m:den>
                      </m:f>
                      <m:r>
                        <a:rPr lang="en-US" i="1">
                          <a:solidFill>
                            <a:srgbClr val="000000"/>
                          </a:solidFill>
                          <a:latin typeface="Cambria Math" panose="02040503050406030204" pitchFamily="18" charset="0"/>
                        </a:rPr>
                        <m:t>=</m:t>
                      </m:r>
                      <m:f>
                        <m:fPr>
                          <m:ctrlPr>
                            <a:rPr lang="en-US" i="1">
                              <a:solidFill>
                                <a:srgbClr val="000000"/>
                              </a:solidFill>
                              <a:latin typeface="Cambria Math" panose="02040503050406030204" pitchFamily="18" charset="0"/>
                            </a:rPr>
                          </m:ctrlPr>
                        </m:fPr>
                        <m:num>
                          <m:r>
                            <a:rPr lang="en-US" i="0">
                              <a:solidFill>
                                <a:srgbClr val="000000"/>
                              </a:solidFill>
                              <a:latin typeface="Cambria Math" panose="02040503050406030204" pitchFamily="18" charset="0"/>
                            </a:rPr>
                            <m:t>$</m:t>
                          </m:r>
                          <m:r>
                            <a:rPr lang="en-US" i="1">
                              <a:solidFill>
                                <a:srgbClr val="000000"/>
                              </a:solidFill>
                              <a:latin typeface="Cambria Math" panose="02040503050406030204" pitchFamily="18" charset="0"/>
                            </a:rPr>
                            <m:t>3.0822</m:t>
                          </m:r>
                        </m:num>
                        <m:den>
                          <m:r>
                            <a:rPr lang="en-US" i="1">
                              <a:solidFill>
                                <a:srgbClr val="000000"/>
                              </a:solidFill>
                              <a:latin typeface="Cambria Math" panose="02040503050406030204" pitchFamily="18" charset="0"/>
                            </a:rPr>
                            <m:t>.08</m:t>
                          </m:r>
                        </m:den>
                      </m:f>
                      <m:r>
                        <a:rPr lang="en-US" i="1">
                          <a:solidFill>
                            <a:srgbClr val="000000"/>
                          </a:solidFill>
                          <a:latin typeface="Cambria Math" panose="02040503050406030204" pitchFamily="18" charset="0"/>
                        </a:rPr>
                        <m:t>=</m:t>
                      </m:r>
                      <m:r>
                        <a:rPr lang="en-US" i="0">
                          <a:solidFill>
                            <a:srgbClr val="000000"/>
                          </a:solidFill>
                          <a:latin typeface="Cambria Math" panose="02040503050406030204" pitchFamily="18" charset="0"/>
                        </a:rPr>
                        <m:t>$</m:t>
                      </m:r>
                      <m:r>
                        <a:rPr lang="en-US" i="1">
                          <a:solidFill>
                            <a:srgbClr val="000000"/>
                          </a:solidFill>
                          <a:latin typeface="Cambria Math" panose="02040503050406030204" pitchFamily="18" charset="0"/>
                        </a:rPr>
                        <m:t>38.53</m:t>
                      </m:r>
                    </m:oMath>
                  </m:oMathPara>
                </a14:m>
                <a:endParaRPr lang="en-US" dirty="0"/>
              </a:p>
            </p:txBody>
          </p:sp>
        </mc:Choice>
        <mc:Fallback xmlns="">
          <p:sp>
            <p:nvSpPr>
              <p:cNvPr id="31" name="Object 30">
                <a:extLst>
                  <a:ext uri="{FF2B5EF4-FFF2-40B4-BE49-F238E27FC236}">
                    <a16:creationId xmlns:a16="http://schemas.microsoft.com/office/drawing/2014/main" id="{88AFF425-B8F9-DD36-DA47-2784472F7B62}"/>
                  </a:ext>
                </a:extLst>
              </p:cNvPr>
              <p:cNvSpPr txBox="1">
                <a:spLocks noRot="1" noChangeAspect="1" noMove="1" noResize="1" noEditPoints="1" noAdjustHandles="1" noChangeArrowheads="1" noChangeShapeType="1" noTextEdit="1"/>
              </p:cNvSpPr>
              <p:nvPr/>
            </p:nvSpPr>
            <p:spPr>
              <a:xfrm>
                <a:off x="2809983" y="5914891"/>
                <a:ext cx="5076610" cy="843250"/>
              </a:xfrm>
              <a:prstGeom prst="rect">
                <a:avLst/>
              </a:prstGeom>
              <a:blipFill>
                <a:blip r:embed="rId19"/>
                <a:stretch>
                  <a:fillRect/>
                </a:stretch>
              </a:blipFill>
            </p:spPr>
            <p:txBody>
              <a:bodyPr/>
              <a:lstStyle/>
              <a:p>
                <a:r>
                  <a:rPr lang="en-US">
                    <a:noFill/>
                  </a:rPr>
                  <a:t> </a:t>
                </a:r>
              </a:p>
            </p:txBody>
          </p:sp>
        </mc:Fallback>
      </mc:AlternateContent>
      <p:sp>
        <p:nvSpPr>
          <p:cNvPr id="5" name="TextBox 4">
            <a:extLst>
              <a:ext uri="{FF2B5EF4-FFF2-40B4-BE49-F238E27FC236}">
                <a16:creationId xmlns:a16="http://schemas.microsoft.com/office/drawing/2014/main" id="{BBFCE8F5-F5AE-1015-A118-02DA83429D11}"/>
              </a:ext>
            </a:extLst>
          </p:cNvPr>
          <p:cNvSpPr txBox="1"/>
          <p:nvPr/>
        </p:nvSpPr>
        <p:spPr>
          <a:xfrm>
            <a:off x="1242646" y="1372647"/>
            <a:ext cx="4735338" cy="369332"/>
          </a:xfrm>
          <a:prstGeom prst="rect">
            <a:avLst/>
          </a:prstGeom>
          <a:noFill/>
        </p:spPr>
        <p:txBody>
          <a:bodyPr wrap="square" rtlCol="0">
            <a:spAutoFit/>
          </a:bodyPr>
          <a:lstStyle/>
          <a:p>
            <a:r>
              <a:rPr lang="en-US" dirty="0"/>
              <a:t>=  $2.30,  g = 5%,   R =  13%</a:t>
            </a:r>
          </a:p>
        </p:txBody>
      </p:sp>
      <mc:AlternateContent xmlns:mc="http://schemas.openxmlformats.org/markup-compatibility/2006" xmlns:a14="http://schemas.microsoft.com/office/drawing/2010/main">
        <mc:Choice Requires="a14">
          <p:sp>
            <p:nvSpPr>
              <p:cNvPr id="15" name="Object 14">
                <a:extLst>
                  <a:ext uri="{FF2B5EF4-FFF2-40B4-BE49-F238E27FC236}">
                    <a16:creationId xmlns:a16="http://schemas.microsoft.com/office/drawing/2014/main" id="{08B02DEB-CE35-7E53-971E-8381149A0CAF}"/>
                  </a:ext>
                </a:extLst>
              </p:cNvPr>
              <p:cNvSpPr txBox="1"/>
              <p:nvPr/>
            </p:nvSpPr>
            <p:spPr>
              <a:xfrm>
                <a:off x="2464726" y="4618489"/>
                <a:ext cx="2056474" cy="552724"/>
              </a:xfrm>
              <a:prstGeom prst="rect">
                <a:avLst/>
              </a:prstGeom>
            </p:spPr>
            <p:txBody>
              <a:bodyPr>
                <a:normAutofit fontScale="92500"/>
              </a:bodyPr>
              <a:lstStyle/>
              <a:p>
                <a14:m>
                  <m:oMath xmlns:m="http://schemas.openxmlformats.org/officeDocument/2006/math">
                    <m:sSub>
                      <m:sSubPr>
                        <m:ctrlPr>
                          <a:rPr lang="en-US" i="1" smtClean="0">
                            <a:solidFill>
                              <a:srgbClr val="000000"/>
                            </a:solidFill>
                            <a:latin typeface="Cambria Math" panose="02040503050406030204" pitchFamily="18" charset="0"/>
                          </a:rPr>
                        </m:ctrlPr>
                      </m:sSubPr>
                      <m:e>
                        <m:r>
                          <a:rPr lang="en-US" i="1">
                            <a:solidFill>
                              <a:srgbClr val="000000"/>
                            </a:solidFill>
                            <a:latin typeface="Cambria Math" panose="02040503050406030204" pitchFamily="18" charset="0"/>
                          </a:rPr>
                          <m:t>𝐷</m:t>
                        </m:r>
                      </m:e>
                      <m:sub>
                        <m:r>
                          <a:rPr lang="en-US" b="0" i="1" smtClean="0">
                            <a:solidFill>
                              <a:srgbClr val="000000"/>
                            </a:solidFill>
                            <a:latin typeface="Cambria Math" panose="02040503050406030204" pitchFamily="18" charset="0"/>
                          </a:rPr>
                          <m:t>5</m:t>
                        </m:r>
                      </m:sub>
                    </m:sSub>
                    <m:r>
                      <a:rPr lang="en-US" i="1">
                        <a:solidFill>
                          <a:srgbClr val="000000"/>
                        </a:solidFill>
                        <a:latin typeface="Cambria Math" panose="02040503050406030204" pitchFamily="18" charset="0"/>
                      </a:rPr>
                      <m:t>=</m:t>
                    </m:r>
                    <m:sSub>
                      <m:sSubPr>
                        <m:ctrlPr>
                          <a:rPr lang="en-US" i="1">
                            <a:solidFill>
                              <a:srgbClr val="000000"/>
                            </a:solidFill>
                            <a:latin typeface="Cambria Math" panose="02040503050406030204" pitchFamily="18" charset="0"/>
                          </a:rPr>
                        </m:ctrlPr>
                      </m:sSubPr>
                      <m:e>
                        <m:r>
                          <a:rPr lang="en-US" i="1">
                            <a:solidFill>
                              <a:srgbClr val="000000"/>
                            </a:solidFill>
                            <a:latin typeface="Cambria Math" panose="02040503050406030204" pitchFamily="18" charset="0"/>
                          </a:rPr>
                          <m:t>𝐷</m:t>
                        </m:r>
                      </m:e>
                      <m:sub>
                        <m:r>
                          <a:rPr lang="en-US" i="1">
                            <a:solidFill>
                              <a:srgbClr val="000000"/>
                            </a:solidFill>
                            <a:latin typeface="Cambria Math" panose="02040503050406030204" pitchFamily="18" charset="0"/>
                          </a:rPr>
                          <m:t>0</m:t>
                        </m:r>
                      </m:sub>
                    </m:sSub>
                    <m:r>
                      <a:rPr lang="en-US" i="1">
                        <a:solidFill>
                          <a:srgbClr val="000000"/>
                        </a:solidFill>
                        <a:latin typeface="Cambria Math" panose="02040503050406030204" pitchFamily="18" charset="0"/>
                      </a:rPr>
                      <m:t>×</m:t>
                    </m:r>
                    <m:d>
                      <m:dPr>
                        <m:ctrlPr>
                          <a:rPr lang="en-US" i="1">
                            <a:solidFill>
                              <a:srgbClr val="000000"/>
                            </a:solidFill>
                            <a:latin typeface="Cambria Math" panose="02040503050406030204" pitchFamily="18" charset="0"/>
                          </a:rPr>
                        </m:ctrlPr>
                      </m:dPr>
                      <m:e>
                        <m:r>
                          <a:rPr lang="en-US" i="1">
                            <a:solidFill>
                              <a:srgbClr val="000000"/>
                            </a:solidFill>
                            <a:latin typeface="Cambria Math" panose="02040503050406030204" pitchFamily="18" charset="0"/>
                          </a:rPr>
                          <m:t>1+</m:t>
                        </m:r>
                        <m:r>
                          <a:rPr lang="en-US" i="1">
                            <a:solidFill>
                              <a:srgbClr val="000000"/>
                            </a:solidFill>
                            <a:latin typeface="Cambria Math" panose="02040503050406030204" pitchFamily="18" charset="0"/>
                          </a:rPr>
                          <m:t>𝑔</m:t>
                        </m:r>
                      </m:e>
                    </m:d>
                  </m:oMath>
                </a14:m>
                <a:r>
                  <a:rPr lang="en-US" baseline="30000" dirty="0"/>
                  <a:t>5</a:t>
                </a:r>
                <a:endParaRPr lang="en-US" dirty="0"/>
              </a:p>
            </p:txBody>
          </p:sp>
        </mc:Choice>
        <mc:Fallback xmlns="">
          <p:sp>
            <p:nvSpPr>
              <p:cNvPr id="15" name="Object 14">
                <a:extLst>
                  <a:ext uri="{FF2B5EF4-FFF2-40B4-BE49-F238E27FC236}">
                    <a16:creationId xmlns:a16="http://schemas.microsoft.com/office/drawing/2014/main" id="{08B02DEB-CE35-7E53-971E-8381149A0CAF}"/>
                  </a:ext>
                </a:extLst>
              </p:cNvPr>
              <p:cNvSpPr txBox="1">
                <a:spLocks noRot="1" noChangeAspect="1" noMove="1" noResize="1" noEditPoints="1" noAdjustHandles="1" noChangeArrowheads="1" noChangeShapeType="1" noTextEdit="1"/>
              </p:cNvSpPr>
              <p:nvPr/>
            </p:nvSpPr>
            <p:spPr>
              <a:xfrm>
                <a:off x="2464726" y="4618489"/>
                <a:ext cx="2056474" cy="552724"/>
              </a:xfrm>
              <a:prstGeom prst="rect">
                <a:avLst/>
              </a:prstGeom>
              <a:blipFill>
                <a:blip r:embed="rId20"/>
                <a:stretch>
                  <a:fillRect t="-1111"/>
                </a:stretch>
              </a:blipFill>
            </p:spPr>
            <p:txBody>
              <a:bodyPr/>
              <a:lstStyle/>
              <a:p>
                <a:r>
                  <a:rPr lang="en-US">
                    <a:noFill/>
                  </a:rPr>
                  <a:t> </a:t>
                </a:r>
              </a:p>
            </p:txBody>
          </p:sp>
        </mc:Fallback>
      </mc:AlternateContent>
    </p:spTree>
    <p:extLst>
      <p:ext uri="{BB962C8B-B14F-4D97-AF65-F5344CB8AC3E}">
        <p14:creationId xmlns:p14="http://schemas.microsoft.com/office/powerpoint/2010/main" val="1398840749"/>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7891" name="Slide Number Placeholder 7">
            <a:extLst>
              <a:ext uri="{FF2B5EF4-FFF2-40B4-BE49-F238E27FC236}">
                <a16:creationId xmlns:a16="http://schemas.microsoft.com/office/drawing/2014/main" id="{7F2CD872-19DF-440C-BFF1-B2FE1B3601E2}"/>
              </a:ext>
            </a:extLst>
          </p:cNvPr>
          <p:cNvSpPr>
            <a:spLocks noGrp="1"/>
          </p:cNvSpPr>
          <p:nvPr>
            <p:ph type="sldNum" sz="quarter" idx="12"/>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har char="•"/>
              <a:defRPr sz="3200">
                <a:solidFill>
                  <a:schemeClr val="tx1"/>
                </a:solidFill>
                <a:latin typeface="Arial" panose="020B0604020202020204" pitchFamily="34" charset="0"/>
              </a:defRPr>
            </a:lvl1pPr>
            <a:lvl2pPr marL="742950" indent="-285750">
              <a:spcBef>
                <a:spcPct val="20000"/>
              </a:spcBef>
              <a:buChar char="–"/>
              <a:defRPr sz="2800">
                <a:solidFill>
                  <a:schemeClr val="tx1"/>
                </a:solidFill>
                <a:latin typeface="Arial" panose="020B0604020202020204" pitchFamily="34" charset="0"/>
              </a:defRPr>
            </a:lvl2pPr>
            <a:lvl3pPr marL="1143000" indent="-228600">
              <a:spcBef>
                <a:spcPct val="20000"/>
              </a:spcBef>
              <a:buChar char="•"/>
              <a:defRPr sz="2400">
                <a:solidFill>
                  <a:schemeClr val="tx1"/>
                </a:solidFill>
                <a:latin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defRPr>
            </a:lvl9pPr>
          </a:lstStyle>
          <a:p>
            <a:pPr>
              <a:spcBef>
                <a:spcPct val="0"/>
              </a:spcBef>
              <a:buFontTx/>
              <a:buNone/>
            </a:pPr>
            <a:fld id="{681B24F0-E85E-4F7F-A321-723682254711}" type="slidenum">
              <a:rPr lang="en-US" altLang="en-US" sz="1400"/>
              <a:pPr>
                <a:spcBef>
                  <a:spcPct val="0"/>
                </a:spcBef>
                <a:buFontTx/>
                <a:buNone/>
              </a:pPr>
              <a:t>15</a:t>
            </a:fld>
            <a:endParaRPr lang="en-US" altLang="en-US" sz="1400"/>
          </a:p>
        </p:txBody>
      </p:sp>
      <p:sp>
        <p:nvSpPr>
          <p:cNvPr id="37892" name="Rectangle 2">
            <a:extLst>
              <a:ext uri="{FF2B5EF4-FFF2-40B4-BE49-F238E27FC236}">
                <a16:creationId xmlns:a16="http://schemas.microsoft.com/office/drawing/2014/main" id="{ADA33CCF-EDEB-45F1-BDC1-84189BF579B0}"/>
              </a:ext>
            </a:extLst>
          </p:cNvPr>
          <p:cNvSpPr>
            <a:spLocks noGrp="1" noChangeArrowheads="1"/>
          </p:cNvSpPr>
          <p:nvPr>
            <p:ph type="title"/>
          </p:nvPr>
        </p:nvSpPr>
        <p:spPr>
          <a:xfrm>
            <a:off x="1149178" y="274638"/>
            <a:ext cx="9906000" cy="480371"/>
          </a:xfrm>
          <a:ln>
            <a:solidFill>
              <a:schemeClr val="tx1"/>
            </a:solidFill>
            <a:miter lim="800000"/>
            <a:headEnd/>
            <a:tailEnd/>
          </a:ln>
        </p:spPr>
        <p:txBody>
          <a:bodyPr>
            <a:normAutofit fontScale="90000"/>
          </a:bodyPr>
          <a:lstStyle/>
          <a:p>
            <a:pPr eaLnBrk="1" hangingPunct="1"/>
            <a:r>
              <a:rPr lang="en-US" altLang="en-US" sz="3200" dirty="0"/>
              <a:t>Example - Constant growth</a:t>
            </a:r>
          </a:p>
        </p:txBody>
      </p:sp>
      <p:sp>
        <p:nvSpPr>
          <p:cNvPr id="37893" name="Rectangle 3">
            <a:extLst>
              <a:ext uri="{FF2B5EF4-FFF2-40B4-BE49-F238E27FC236}">
                <a16:creationId xmlns:a16="http://schemas.microsoft.com/office/drawing/2014/main" id="{E6CB4D40-EA0E-4B1B-884C-754382DB991F}"/>
              </a:ext>
            </a:extLst>
          </p:cNvPr>
          <p:cNvSpPr>
            <a:spLocks noGrp="1" noChangeArrowheads="1"/>
          </p:cNvSpPr>
          <p:nvPr>
            <p:ph type="body" sz="half" idx="1"/>
          </p:nvPr>
        </p:nvSpPr>
        <p:spPr>
          <a:xfrm>
            <a:off x="1149178" y="2026508"/>
            <a:ext cx="9906000" cy="4512404"/>
          </a:xfrm>
        </p:spPr>
        <p:txBody>
          <a:bodyPr>
            <a:normAutofit/>
          </a:bodyPr>
          <a:lstStyle/>
          <a:p>
            <a:pPr marL="0" indent="0" eaLnBrk="1" hangingPunct="1">
              <a:lnSpc>
                <a:spcPct val="80000"/>
              </a:lnSpc>
              <a:buNone/>
            </a:pPr>
            <a:endParaRPr lang="en-US" altLang="en-US" sz="2400" dirty="0"/>
          </a:p>
          <a:p>
            <a:pPr eaLnBrk="1" hangingPunct="1">
              <a:lnSpc>
                <a:spcPct val="80000"/>
              </a:lnSpc>
            </a:pPr>
            <a:r>
              <a:rPr lang="en-US" altLang="en-US" sz="2000" dirty="0"/>
              <a:t>Current Price is PV of growing perpetuity:</a:t>
            </a:r>
          </a:p>
          <a:p>
            <a:pPr eaLnBrk="1" hangingPunct="1">
              <a:lnSpc>
                <a:spcPct val="80000"/>
              </a:lnSpc>
            </a:pPr>
            <a:endParaRPr lang="en-US" altLang="en-US" sz="2400" dirty="0"/>
          </a:p>
          <a:p>
            <a:pPr marL="0" indent="0" eaLnBrk="1" hangingPunct="1">
              <a:lnSpc>
                <a:spcPct val="80000"/>
              </a:lnSpc>
              <a:buNone/>
            </a:pPr>
            <a:endParaRPr lang="en-US" altLang="en-US" sz="2400" dirty="0"/>
          </a:p>
          <a:p>
            <a:pPr eaLnBrk="1" hangingPunct="1">
              <a:lnSpc>
                <a:spcPct val="80000"/>
              </a:lnSpc>
            </a:pPr>
            <a:r>
              <a:rPr lang="en-US" altLang="en-US" sz="2000" dirty="0"/>
              <a:t>Expected price in 3 years:</a:t>
            </a:r>
            <a:endParaRPr lang="en-US" altLang="en-US" sz="2400" dirty="0"/>
          </a:p>
          <a:p>
            <a:pPr eaLnBrk="1" hangingPunct="1">
              <a:lnSpc>
                <a:spcPct val="80000"/>
              </a:lnSpc>
            </a:pPr>
            <a:endParaRPr lang="en-US" altLang="en-US" sz="1800" dirty="0"/>
          </a:p>
          <a:p>
            <a:pPr eaLnBrk="1" hangingPunct="1">
              <a:lnSpc>
                <a:spcPct val="80000"/>
              </a:lnSpc>
            </a:pPr>
            <a:endParaRPr lang="en-US" altLang="en-US" sz="1800" dirty="0"/>
          </a:p>
          <a:p>
            <a:pPr eaLnBrk="1" hangingPunct="1">
              <a:lnSpc>
                <a:spcPct val="80000"/>
              </a:lnSpc>
            </a:pPr>
            <a:endParaRPr lang="en-US" altLang="en-US" sz="1800" dirty="0"/>
          </a:p>
          <a:p>
            <a:pPr eaLnBrk="1" hangingPunct="1">
              <a:lnSpc>
                <a:spcPct val="80000"/>
              </a:lnSpc>
            </a:pPr>
            <a:r>
              <a:rPr lang="en-US" altLang="en-US" sz="1800" dirty="0"/>
              <a:t>We are finding a present value, so the dividend needed is the one that will be paid NEXT period, not the one that has already been paid.</a:t>
            </a:r>
          </a:p>
          <a:p>
            <a:pPr eaLnBrk="1" hangingPunct="1">
              <a:lnSpc>
                <a:spcPct val="80000"/>
              </a:lnSpc>
            </a:pPr>
            <a:r>
              <a:rPr lang="en-US" altLang="en-US" sz="1800" dirty="0"/>
              <a:t>When dividend is growing at a constant rate, the price would grow at that same rate.</a:t>
            </a:r>
          </a:p>
          <a:p>
            <a:pPr eaLnBrk="1" hangingPunct="1">
              <a:lnSpc>
                <a:spcPct val="80000"/>
              </a:lnSpc>
            </a:pPr>
            <a:endParaRPr lang="en-US" altLang="en-US" sz="1800" dirty="0"/>
          </a:p>
        </p:txBody>
      </p:sp>
      <mc:AlternateContent xmlns:mc="http://schemas.openxmlformats.org/markup-compatibility/2006" xmlns:a14="http://schemas.microsoft.com/office/drawing/2010/main">
        <mc:Choice Requires="a14">
          <p:sp>
            <p:nvSpPr>
              <p:cNvPr id="37894" name="Object 4">
                <a:extLst>
                  <a:ext uri="{FF2B5EF4-FFF2-40B4-BE49-F238E27FC236}">
                    <a16:creationId xmlns:a16="http://schemas.microsoft.com/office/drawing/2014/main" id="{724572A0-9DD2-4326-A2CF-ABF639E1E2C8}"/>
                  </a:ext>
                </a:extLst>
              </p:cNvPr>
              <p:cNvSpPr txBox="1">
                <a:spLocks noGrp="1"/>
              </p:cNvSpPr>
              <p:nvPr>
                <p:ph sz="quarter" idx="2"/>
              </p:nvPr>
            </p:nvSpPr>
            <p:spPr bwMode="auto">
              <a:xfrm>
                <a:off x="3348037" y="2805113"/>
                <a:ext cx="5151193" cy="784218"/>
              </a:xfrm>
              <a:prstGeom prst="rect">
                <a:avLst/>
              </a:prstGeom>
              <a:noFill/>
              <a:ln>
                <a:solidFill>
                  <a:schemeClr val="tx1"/>
                </a:solidFill>
              </a:ln>
              <a:effectLst/>
            </p:spPr>
            <p:txBody>
              <a:bodyPr>
                <a:normAutofit fontScale="62500" lnSpcReduction="20000"/>
              </a:bodyPr>
              <a:lstStyle/>
              <a:p>
                <a:pPr>
                  <a:buNone/>
                </a:pPr>
                <a14:m>
                  <m:oMathPara xmlns:m="http://schemas.openxmlformats.org/officeDocument/2006/math">
                    <m:oMathParaPr>
                      <m:jc m:val="left"/>
                    </m:oMathParaPr>
                    <m:oMath xmlns:m="http://schemas.openxmlformats.org/officeDocument/2006/math">
                      <m:sSub>
                        <m:sSubPr>
                          <m:ctrlPr>
                            <a:rPr lang="en-US" i="1" smtClean="0">
                              <a:solidFill>
                                <a:srgbClr val="000000"/>
                              </a:solidFill>
                              <a:latin typeface="Cambria Math" panose="02040503050406030204" pitchFamily="18" charset="0"/>
                            </a:rPr>
                          </m:ctrlPr>
                        </m:sSubPr>
                        <m:e>
                          <m:r>
                            <a:rPr lang="en-US" i="1">
                              <a:solidFill>
                                <a:srgbClr val="000000"/>
                              </a:solidFill>
                              <a:latin typeface="Cambria Math" panose="02040503050406030204" pitchFamily="18" charset="0"/>
                            </a:rPr>
                            <m:t>𝑃</m:t>
                          </m:r>
                        </m:e>
                        <m:sub>
                          <m:r>
                            <a:rPr lang="en-US" i="1">
                              <a:solidFill>
                                <a:srgbClr val="000000"/>
                              </a:solidFill>
                              <a:latin typeface="Cambria Math" panose="02040503050406030204" pitchFamily="18" charset="0"/>
                            </a:rPr>
                            <m:t>0</m:t>
                          </m:r>
                        </m:sub>
                      </m:sSub>
                      <m:r>
                        <a:rPr lang="en-US" i="1">
                          <a:solidFill>
                            <a:srgbClr val="000000"/>
                          </a:solidFill>
                          <a:latin typeface="Cambria Math" panose="02040503050406030204" pitchFamily="18" charset="0"/>
                        </a:rPr>
                        <m:t>=</m:t>
                      </m:r>
                      <m:f>
                        <m:fPr>
                          <m:ctrlPr>
                            <a:rPr lang="en-US" i="1">
                              <a:solidFill>
                                <a:srgbClr val="000000"/>
                              </a:solidFill>
                              <a:latin typeface="Cambria Math" panose="02040503050406030204" pitchFamily="18" charset="0"/>
                            </a:rPr>
                          </m:ctrlPr>
                        </m:fPr>
                        <m:num>
                          <m:sSub>
                            <m:sSubPr>
                              <m:ctrlPr>
                                <a:rPr lang="en-US" i="1">
                                  <a:solidFill>
                                    <a:srgbClr val="000000"/>
                                  </a:solidFill>
                                  <a:latin typeface="Cambria Math" panose="02040503050406030204" pitchFamily="18" charset="0"/>
                                </a:rPr>
                              </m:ctrlPr>
                            </m:sSubPr>
                            <m:e>
                              <m:r>
                                <a:rPr lang="en-US" i="1">
                                  <a:solidFill>
                                    <a:srgbClr val="000000"/>
                                  </a:solidFill>
                                  <a:latin typeface="Cambria Math" panose="02040503050406030204" pitchFamily="18" charset="0"/>
                                </a:rPr>
                                <m:t>𝐷</m:t>
                              </m:r>
                            </m:e>
                            <m:sub>
                              <m:r>
                                <a:rPr lang="en-US" i="1">
                                  <a:solidFill>
                                    <a:srgbClr val="000000"/>
                                  </a:solidFill>
                                  <a:latin typeface="Cambria Math" panose="02040503050406030204" pitchFamily="18" charset="0"/>
                                </a:rPr>
                                <m:t>1</m:t>
                              </m:r>
                            </m:sub>
                          </m:sSub>
                        </m:num>
                        <m:den>
                          <m:r>
                            <a:rPr lang="en-US" b="0" i="1" smtClean="0">
                              <a:solidFill>
                                <a:srgbClr val="000000"/>
                              </a:solidFill>
                              <a:latin typeface="Cambria Math" panose="02040503050406030204" pitchFamily="18" charset="0"/>
                            </a:rPr>
                            <m:t>(</m:t>
                          </m:r>
                          <m:r>
                            <a:rPr lang="en-US" i="1">
                              <a:solidFill>
                                <a:srgbClr val="000000"/>
                              </a:solidFill>
                              <a:latin typeface="Cambria Math" panose="02040503050406030204" pitchFamily="18" charset="0"/>
                            </a:rPr>
                            <m:t>𝑅</m:t>
                          </m:r>
                          <m:r>
                            <a:rPr lang="en-US" i="1">
                              <a:solidFill>
                                <a:srgbClr val="000000"/>
                              </a:solidFill>
                              <a:latin typeface="Cambria Math" panose="02040503050406030204" pitchFamily="18" charset="0"/>
                            </a:rPr>
                            <m:t>−</m:t>
                          </m:r>
                          <m:r>
                            <a:rPr lang="en-US" i="1">
                              <a:solidFill>
                                <a:srgbClr val="000000"/>
                              </a:solidFill>
                              <a:latin typeface="Cambria Math" panose="02040503050406030204" pitchFamily="18" charset="0"/>
                            </a:rPr>
                            <m:t>𝑔</m:t>
                          </m:r>
                          <m:r>
                            <a:rPr lang="en-US" b="0" i="1" smtClean="0">
                              <a:solidFill>
                                <a:srgbClr val="000000"/>
                              </a:solidFill>
                              <a:latin typeface="Cambria Math" panose="02040503050406030204" pitchFamily="18" charset="0"/>
                            </a:rPr>
                            <m:t>)</m:t>
                          </m:r>
                        </m:den>
                      </m:f>
                      <m:r>
                        <a:rPr lang="en-US" i="1">
                          <a:solidFill>
                            <a:srgbClr val="000000"/>
                          </a:solidFill>
                          <a:latin typeface="Cambria Math" panose="02040503050406030204" pitchFamily="18" charset="0"/>
                        </a:rPr>
                        <m:t>=</m:t>
                      </m:r>
                      <m:f>
                        <m:fPr>
                          <m:ctrlPr>
                            <a:rPr lang="en-US" i="1">
                              <a:solidFill>
                                <a:srgbClr val="000000"/>
                              </a:solidFill>
                              <a:latin typeface="Cambria Math" panose="02040503050406030204" pitchFamily="18" charset="0"/>
                            </a:rPr>
                          </m:ctrlPr>
                        </m:fPr>
                        <m:num>
                          <m:sSub>
                            <m:sSubPr>
                              <m:ctrlPr>
                                <a:rPr lang="en-US" i="1">
                                  <a:solidFill>
                                    <a:srgbClr val="000000"/>
                                  </a:solidFill>
                                  <a:latin typeface="Cambria Math" panose="02040503050406030204" pitchFamily="18" charset="0"/>
                                </a:rPr>
                              </m:ctrlPr>
                            </m:sSubPr>
                            <m:e>
                              <m:r>
                                <a:rPr lang="en-US" i="1">
                                  <a:solidFill>
                                    <a:srgbClr val="000000"/>
                                  </a:solidFill>
                                  <a:latin typeface="Cambria Math" panose="02040503050406030204" pitchFamily="18" charset="0"/>
                                </a:rPr>
                                <m:t>𝐷</m:t>
                              </m:r>
                            </m:e>
                            <m:sub>
                              <m:r>
                                <a:rPr lang="en-US" i="1">
                                  <a:solidFill>
                                    <a:srgbClr val="000000"/>
                                  </a:solidFill>
                                  <a:latin typeface="Cambria Math" panose="02040503050406030204" pitchFamily="18" charset="0"/>
                                </a:rPr>
                                <m:t>0</m:t>
                              </m:r>
                            </m:sub>
                          </m:sSub>
                          <m:r>
                            <a:rPr lang="en-US" i="1">
                              <a:solidFill>
                                <a:srgbClr val="000000"/>
                              </a:solidFill>
                              <a:latin typeface="Cambria Math" panose="02040503050406030204" pitchFamily="18" charset="0"/>
                            </a:rPr>
                            <m:t>(1+</m:t>
                          </m:r>
                          <m:r>
                            <a:rPr lang="en-US" i="1">
                              <a:solidFill>
                                <a:srgbClr val="000000"/>
                              </a:solidFill>
                              <a:latin typeface="Cambria Math" panose="02040503050406030204" pitchFamily="18" charset="0"/>
                            </a:rPr>
                            <m:t>𝑔</m:t>
                          </m:r>
                          <m:r>
                            <a:rPr lang="en-US" i="1">
                              <a:solidFill>
                                <a:srgbClr val="000000"/>
                              </a:solidFill>
                              <a:latin typeface="Cambria Math" panose="02040503050406030204" pitchFamily="18" charset="0"/>
                            </a:rPr>
                            <m:t>)</m:t>
                          </m:r>
                        </m:num>
                        <m:den>
                          <m:r>
                            <a:rPr lang="en-US" b="0" i="1" smtClean="0">
                              <a:solidFill>
                                <a:srgbClr val="000000"/>
                              </a:solidFill>
                              <a:latin typeface="Cambria Math" panose="02040503050406030204" pitchFamily="18" charset="0"/>
                            </a:rPr>
                            <m:t>(</m:t>
                          </m:r>
                          <m:r>
                            <a:rPr lang="en-US" i="1">
                              <a:solidFill>
                                <a:srgbClr val="000000"/>
                              </a:solidFill>
                              <a:latin typeface="Cambria Math" panose="02040503050406030204" pitchFamily="18" charset="0"/>
                            </a:rPr>
                            <m:t>𝑅</m:t>
                          </m:r>
                          <m:r>
                            <a:rPr lang="en-US" i="1">
                              <a:solidFill>
                                <a:srgbClr val="000000"/>
                              </a:solidFill>
                              <a:latin typeface="Cambria Math" panose="02040503050406030204" pitchFamily="18" charset="0"/>
                            </a:rPr>
                            <m:t>−</m:t>
                          </m:r>
                          <m:r>
                            <a:rPr lang="en-US" i="1">
                              <a:solidFill>
                                <a:srgbClr val="000000"/>
                              </a:solidFill>
                              <a:latin typeface="Cambria Math" panose="02040503050406030204" pitchFamily="18" charset="0"/>
                            </a:rPr>
                            <m:t>𝑔</m:t>
                          </m:r>
                          <m:r>
                            <a:rPr lang="en-US" b="0" i="1" smtClean="0">
                              <a:solidFill>
                                <a:srgbClr val="000000"/>
                              </a:solidFill>
                              <a:latin typeface="Cambria Math" panose="02040503050406030204" pitchFamily="18" charset="0"/>
                            </a:rPr>
                            <m:t>)</m:t>
                          </m:r>
                        </m:den>
                      </m:f>
                      <m:r>
                        <a:rPr lang="en-US" i="1">
                          <a:solidFill>
                            <a:srgbClr val="000000"/>
                          </a:solidFill>
                          <a:latin typeface="Cambria Math" panose="02040503050406030204" pitchFamily="18" charset="0"/>
                        </a:rPr>
                        <m:t>=</m:t>
                      </m:r>
                      <m:f>
                        <m:fPr>
                          <m:ctrlPr>
                            <a:rPr lang="en-US" i="1">
                              <a:solidFill>
                                <a:srgbClr val="000000"/>
                              </a:solidFill>
                              <a:latin typeface="Cambria Math" panose="02040503050406030204" pitchFamily="18" charset="0"/>
                            </a:rPr>
                          </m:ctrlPr>
                        </m:fPr>
                        <m:num>
                          <m:r>
                            <a:rPr lang="en-US" i="1">
                              <a:solidFill>
                                <a:srgbClr val="000000"/>
                              </a:solidFill>
                              <a:latin typeface="Cambria Math" panose="02040503050406030204" pitchFamily="18" charset="0"/>
                            </a:rPr>
                            <m:t>0.5(1+.02)</m:t>
                          </m:r>
                        </m:num>
                        <m:den>
                          <m:r>
                            <a:rPr lang="en-US" b="0" i="1" smtClean="0">
                              <a:solidFill>
                                <a:srgbClr val="000000"/>
                              </a:solidFill>
                              <a:latin typeface="Cambria Math" panose="02040503050406030204" pitchFamily="18" charset="0"/>
                            </a:rPr>
                            <m:t>(</m:t>
                          </m:r>
                          <m:r>
                            <a:rPr lang="en-US" i="1">
                              <a:solidFill>
                                <a:srgbClr val="000000"/>
                              </a:solidFill>
                              <a:latin typeface="Cambria Math" panose="02040503050406030204" pitchFamily="18" charset="0"/>
                            </a:rPr>
                            <m:t>.15−.02</m:t>
                          </m:r>
                          <m:r>
                            <a:rPr lang="en-US" b="0" i="1" smtClean="0">
                              <a:solidFill>
                                <a:srgbClr val="000000"/>
                              </a:solidFill>
                              <a:latin typeface="Cambria Math" panose="02040503050406030204" pitchFamily="18" charset="0"/>
                            </a:rPr>
                            <m:t>)</m:t>
                          </m:r>
                        </m:den>
                      </m:f>
                      <m:r>
                        <a:rPr lang="en-US" i="1">
                          <a:solidFill>
                            <a:srgbClr val="000000"/>
                          </a:solidFill>
                          <a:latin typeface="Cambria Math" panose="02040503050406030204" pitchFamily="18" charset="0"/>
                        </a:rPr>
                        <m:t>=$3.92</m:t>
                      </m:r>
                    </m:oMath>
                  </m:oMathPara>
                </a14:m>
                <a:endParaRPr lang="en-US" dirty="0"/>
              </a:p>
            </p:txBody>
          </p:sp>
        </mc:Choice>
        <mc:Fallback xmlns="">
          <p:sp>
            <p:nvSpPr>
              <p:cNvPr id="37894" name="Object 4">
                <a:extLst>
                  <a:ext uri="{FF2B5EF4-FFF2-40B4-BE49-F238E27FC236}">
                    <a16:creationId xmlns:a16="http://schemas.microsoft.com/office/drawing/2014/main" id="{724572A0-9DD2-4326-A2CF-ABF639E1E2C8}"/>
                  </a:ext>
                </a:extLst>
              </p:cNvPr>
              <p:cNvSpPr txBox="1">
                <a:spLocks noRot="1" noChangeAspect="1" noMove="1" noResize="1" noEditPoints="1" noAdjustHandles="1" noChangeArrowheads="1" noChangeShapeType="1" noTextEdit="1"/>
              </p:cNvSpPr>
              <p:nvPr>
                <p:ph sz="quarter" idx="2"/>
              </p:nvPr>
            </p:nvSpPr>
            <p:spPr bwMode="auto">
              <a:xfrm>
                <a:off x="3348037" y="2805113"/>
                <a:ext cx="5151193" cy="784218"/>
              </a:xfrm>
              <a:prstGeom prst="rect">
                <a:avLst/>
              </a:prstGeom>
              <a:blipFill>
                <a:blip r:embed="rId3"/>
                <a:stretch>
                  <a:fillRect/>
                </a:stretch>
              </a:blipFill>
              <a:ln>
                <a:solidFill>
                  <a:schemeClr val="tx1"/>
                </a:solidFill>
              </a:ln>
              <a:effectLst/>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37895" name="Object 6">
                <a:extLst>
                  <a:ext uri="{FF2B5EF4-FFF2-40B4-BE49-F238E27FC236}">
                    <a16:creationId xmlns:a16="http://schemas.microsoft.com/office/drawing/2014/main" id="{10613FFA-5616-47C7-ACC5-9D29A9F9126B}"/>
                  </a:ext>
                </a:extLst>
              </p:cNvPr>
              <p:cNvSpPr txBox="1">
                <a:spLocks noGrp="1"/>
              </p:cNvSpPr>
              <p:nvPr>
                <p:ph sz="quarter" idx="3"/>
              </p:nvPr>
            </p:nvSpPr>
            <p:spPr bwMode="auto">
              <a:xfrm>
                <a:off x="2744788" y="4038600"/>
                <a:ext cx="5981700" cy="784225"/>
              </a:xfrm>
              <a:prstGeom prst="rect">
                <a:avLst/>
              </a:prstGeom>
              <a:noFill/>
              <a:ln>
                <a:solidFill>
                  <a:schemeClr val="tx1"/>
                </a:solidFill>
              </a:ln>
              <a:effectLst/>
            </p:spPr>
            <p:txBody>
              <a:bodyPr>
                <a:normAutofit fontScale="55000" lnSpcReduction="20000"/>
              </a:bodyPr>
              <a:lstStyle/>
              <a:p>
                <a:pPr>
                  <a:buNone/>
                </a:pPr>
                <a14:m>
                  <m:oMathPara xmlns:m="http://schemas.openxmlformats.org/officeDocument/2006/math">
                    <m:oMathParaPr>
                      <m:jc m:val="left"/>
                    </m:oMathParaPr>
                    <m:oMath xmlns:m="http://schemas.openxmlformats.org/officeDocument/2006/math">
                      <m:sSub>
                        <m:sSubPr>
                          <m:ctrlPr>
                            <a:rPr lang="en-US" i="1" smtClean="0">
                              <a:solidFill>
                                <a:srgbClr val="000000"/>
                              </a:solidFill>
                              <a:latin typeface="Cambria Math" panose="02040503050406030204" pitchFamily="18" charset="0"/>
                            </a:rPr>
                          </m:ctrlPr>
                        </m:sSubPr>
                        <m:e>
                          <m:r>
                            <a:rPr lang="en-US" i="1">
                              <a:solidFill>
                                <a:srgbClr val="000000"/>
                              </a:solidFill>
                              <a:latin typeface="Cambria Math" panose="02040503050406030204" pitchFamily="18" charset="0"/>
                            </a:rPr>
                            <m:t>𝑃</m:t>
                          </m:r>
                        </m:e>
                        <m:sub>
                          <m:r>
                            <a:rPr lang="en-US" i="1">
                              <a:solidFill>
                                <a:srgbClr val="000000"/>
                              </a:solidFill>
                              <a:latin typeface="Cambria Math" panose="02040503050406030204" pitchFamily="18" charset="0"/>
                            </a:rPr>
                            <m:t>3</m:t>
                          </m:r>
                        </m:sub>
                      </m:sSub>
                      <m:r>
                        <a:rPr lang="en-US" i="1">
                          <a:solidFill>
                            <a:srgbClr val="000000"/>
                          </a:solidFill>
                          <a:latin typeface="Cambria Math" panose="02040503050406030204" pitchFamily="18" charset="0"/>
                        </a:rPr>
                        <m:t>=</m:t>
                      </m:r>
                      <m:f>
                        <m:fPr>
                          <m:ctrlPr>
                            <a:rPr lang="en-US" i="1">
                              <a:solidFill>
                                <a:srgbClr val="000000"/>
                              </a:solidFill>
                              <a:latin typeface="Cambria Math" panose="02040503050406030204" pitchFamily="18" charset="0"/>
                            </a:rPr>
                          </m:ctrlPr>
                        </m:fPr>
                        <m:num>
                          <m:sSub>
                            <m:sSubPr>
                              <m:ctrlPr>
                                <a:rPr lang="en-US" i="1">
                                  <a:solidFill>
                                    <a:srgbClr val="000000"/>
                                  </a:solidFill>
                                  <a:latin typeface="Cambria Math" panose="02040503050406030204" pitchFamily="18" charset="0"/>
                                </a:rPr>
                              </m:ctrlPr>
                            </m:sSubPr>
                            <m:e>
                              <m:r>
                                <a:rPr lang="en-US" i="1">
                                  <a:solidFill>
                                    <a:srgbClr val="000000"/>
                                  </a:solidFill>
                                  <a:latin typeface="Cambria Math" panose="02040503050406030204" pitchFamily="18" charset="0"/>
                                </a:rPr>
                                <m:t>𝐷</m:t>
                              </m:r>
                            </m:e>
                            <m:sub>
                              <m:r>
                                <a:rPr lang="en-US" i="1">
                                  <a:solidFill>
                                    <a:srgbClr val="000000"/>
                                  </a:solidFill>
                                  <a:latin typeface="Cambria Math" panose="02040503050406030204" pitchFamily="18" charset="0"/>
                                </a:rPr>
                                <m:t>3+1</m:t>
                              </m:r>
                            </m:sub>
                          </m:sSub>
                        </m:num>
                        <m:den>
                          <m:r>
                            <a:rPr lang="en-US" b="0" i="1" smtClean="0">
                              <a:solidFill>
                                <a:srgbClr val="000000"/>
                              </a:solidFill>
                              <a:latin typeface="Cambria Math" panose="02040503050406030204" pitchFamily="18" charset="0"/>
                            </a:rPr>
                            <m:t>(</m:t>
                          </m:r>
                          <m:r>
                            <a:rPr lang="en-US" i="1">
                              <a:solidFill>
                                <a:srgbClr val="000000"/>
                              </a:solidFill>
                              <a:latin typeface="Cambria Math" panose="02040503050406030204" pitchFamily="18" charset="0"/>
                            </a:rPr>
                            <m:t>𝑅</m:t>
                          </m:r>
                          <m:r>
                            <a:rPr lang="en-US" i="1">
                              <a:solidFill>
                                <a:srgbClr val="000000"/>
                              </a:solidFill>
                              <a:latin typeface="Cambria Math" panose="02040503050406030204" pitchFamily="18" charset="0"/>
                            </a:rPr>
                            <m:t>−</m:t>
                          </m:r>
                          <m:r>
                            <a:rPr lang="en-US" i="1">
                              <a:solidFill>
                                <a:srgbClr val="000000"/>
                              </a:solidFill>
                              <a:latin typeface="Cambria Math" panose="02040503050406030204" pitchFamily="18" charset="0"/>
                            </a:rPr>
                            <m:t>𝑔</m:t>
                          </m:r>
                          <m:r>
                            <a:rPr lang="en-US" b="0" i="1" smtClean="0">
                              <a:solidFill>
                                <a:srgbClr val="000000"/>
                              </a:solidFill>
                              <a:latin typeface="Cambria Math" panose="02040503050406030204" pitchFamily="18" charset="0"/>
                            </a:rPr>
                            <m:t>)</m:t>
                          </m:r>
                        </m:den>
                      </m:f>
                      <m:r>
                        <a:rPr lang="en-US" i="1">
                          <a:solidFill>
                            <a:srgbClr val="000000"/>
                          </a:solidFill>
                          <a:latin typeface="Cambria Math" panose="02040503050406030204" pitchFamily="18" charset="0"/>
                        </a:rPr>
                        <m:t>=</m:t>
                      </m:r>
                      <m:f>
                        <m:fPr>
                          <m:ctrlPr>
                            <a:rPr lang="en-US" i="1">
                              <a:solidFill>
                                <a:srgbClr val="000000"/>
                              </a:solidFill>
                              <a:latin typeface="Cambria Math" panose="02040503050406030204" pitchFamily="18" charset="0"/>
                            </a:rPr>
                          </m:ctrlPr>
                        </m:fPr>
                        <m:num>
                          <m:sSub>
                            <m:sSubPr>
                              <m:ctrlPr>
                                <a:rPr lang="en-US" i="1">
                                  <a:solidFill>
                                    <a:srgbClr val="000000"/>
                                  </a:solidFill>
                                  <a:latin typeface="Cambria Math" panose="02040503050406030204" pitchFamily="18" charset="0"/>
                                </a:rPr>
                              </m:ctrlPr>
                            </m:sSubPr>
                            <m:e>
                              <m:r>
                                <a:rPr lang="en-US" i="1">
                                  <a:solidFill>
                                    <a:srgbClr val="000000"/>
                                  </a:solidFill>
                                  <a:latin typeface="Cambria Math" panose="02040503050406030204" pitchFamily="18" charset="0"/>
                                </a:rPr>
                                <m:t>𝐷</m:t>
                              </m:r>
                            </m:e>
                            <m:sub>
                              <m:r>
                                <a:rPr lang="en-US" i="1">
                                  <a:solidFill>
                                    <a:srgbClr val="000000"/>
                                  </a:solidFill>
                                  <a:latin typeface="Cambria Math" panose="02040503050406030204" pitchFamily="18" charset="0"/>
                                </a:rPr>
                                <m:t>4</m:t>
                              </m:r>
                            </m:sub>
                          </m:sSub>
                        </m:num>
                        <m:den>
                          <m:r>
                            <a:rPr lang="en-US" b="0" i="1" smtClean="0">
                              <a:solidFill>
                                <a:srgbClr val="000000"/>
                              </a:solidFill>
                              <a:latin typeface="Cambria Math" panose="02040503050406030204" pitchFamily="18" charset="0"/>
                            </a:rPr>
                            <m:t>(</m:t>
                          </m:r>
                          <m:r>
                            <a:rPr lang="en-US" i="1">
                              <a:solidFill>
                                <a:srgbClr val="000000"/>
                              </a:solidFill>
                              <a:latin typeface="Cambria Math" panose="02040503050406030204" pitchFamily="18" charset="0"/>
                            </a:rPr>
                            <m:t>𝑅</m:t>
                          </m:r>
                          <m:r>
                            <a:rPr lang="en-US" i="1">
                              <a:solidFill>
                                <a:srgbClr val="000000"/>
                              </a:solidFill>
                              <a:latin typeface="Cambria Math" panose="02040503050406030204" pitchFamily="18" charset="0"/>
                            </a:rPr>
                            <m:t>−</m:t>
                          </m:r>
                          <m:r>
                            <a:rPr lang="en-US" i="1">
                              <a:solidFill>
                                <a:srgbClr val="000000"/>
                              </a:solidFill>
                              <a:latin typeface="Cambria Math" panose="02040503050406030204" pitchFamily="18" charset="0"/>
                            </a:rPr>
                            <m:t>𝑔</m:t>
                          </m:r>
                          <m:r>
                            <a:rPr lang="en-US" b="0" i="1" smtClean="0">
                              <a:solidFill>
                                <a:srgbClr val="000000"/>
                              </a:solidFill>
                              <a:latin typeface="Cambria Math" panose="02040503050406030204" pitchFamily="18" charset="0"/>
                            </a:rPr>
                            <m:t>)</m:t>
                          </m:r>
                        </m:den>
                      </m:f>
                      <m:r>
                        <a:rPr lang="en-US" i="1">
                          <a:solidFill>
                            <a:srgbClr val="000000"/>
                          </a:solidFill>
                          <a:latin typeface="Cambria Math" panose="02040503050406030204" pitchFamily="18" charset="0"/>
                        </a:rPr>
                        <m:t>=</m:t>
                      </m:r>
                      <m:f>
                        <m:fPr>
                          <m:ctrlPr>
                            <a:rPr lang="en-US" i="1">
                              <a:solidFill>
                                <a:srgbClr val="000000"/>
                              </a:solidFill>
                              <a:latin typeface="Cambria Math" panose="02040503050406030204" pitchFamily="18" charset="0"/>
                            </a:rPr>
                          </m:ctrlPr>
                        </m:fPr>
                        <m:num>
                          <m:sSub>
                            <m:sSubPr>
                              <m:ctrlPr>
                                <a:rPr lang="en-US" i="1">
                                  <a:solidFill>
                                    <a:srgbClr val="000000"/>
                                  </a:solidFill>
                                  <a:latin typeface="Cambria Math" panose="02040503050406030204" pitchFamily="18" charset="0"/>
                                </a:rPr>
                              </m:ctrlPr>
                            </m:sSubPr>
                            <m:e>
                              <m:r>
                                <a:rPr lang="en-US" i="1">
                                  <a:solidFill>
                                    <a:srgbClr val="000000"/>
                                  </a:solidFill>
                                  <a:latin typeface="Cambria Math" panose="02040503050406030204" pitchFamily="18" charset="0"/>
                                </a:rPr>
                                <m:t>𝐷</m:t>
                              </m:r>
                            </m:e>
                            <m:sub>
                              <m:r>
                                <a:rPr lang="en-US" i="1">
                                  <a:solidFill>
                                    <a:srgbClr val="000000"/>
                                  </a:solidFill>
                                  <a:latin typeface="Cambria Math" panose="02040503050406030204" pitchFamily="18" charset="0"/>
                                </a:rPr>
                                <m:t>0</m:t>
                              </m:r>
                            </m:sub>
                          </m:sSub>
                          <m:r>
                            <a:rPr lang="en-US" i="1">
                              <a:solidFill>
                                <a:srgbClr val="000000"/>
                              </a:solidFill>
                              <a:latin typeface="Cambria Math" panose="02040503050406030204" pitchFamily="18" charset="0"/>
                            </a:rPr>
                            <m:t>(1+</m:t>
                          </m:r>
                          <m:r>
                            <a:rPr lang="en-US" i="1">
                              <a:solidFill>
                                <a:srgbClr val="000000"/>
                              </a:solidFill>
                              <a:latin typeface="Cambria Math" panose="02040503050406030204" pitchFamily="18" charset="0"/>
                            </a:rPr>
                            <m:t>𝑔</m:t>
                          </m:r>
                          <m:sSup>
                            <m:sSupPr>
                              <m:ctrlPr>
                                <a:rPr lang="en-US" i="1">
                                  <a:solidFill>
                                    <a:srgbClr val="000000"/>
                                  </a:solidFill>
                                  <a:latin typeface="Cambria Math" panose="02040503050406030204" pitchFamily="18" charset="0"/>
                                </a:rPr>
                              </m:ctrlPr>
                            </m:sSupPr>
                            <m:e>
                              <m:r>
                                <a:rPr lang="en-US" i="1">
                                  <a:solidFill>
                                    <a:srgbClr val="000000"/>
                                  </a:solidFill>
                                  <a:latin typeface="Cambria Math" panose="02040503050406030204" pitchFamily="18" charset="0"/>
                                </a:rPr>
                                <m:t>)</m:t>
                              </m:r>
                            </m:e>
                            <m:sup>
                              <m:r>
                                <a:rPr lang="en-US" b="0" i="1" smtClean="0">
                                  <a:solidFill>
                                    <a:srgbClr val="000000"/>
                                  </a:solidFill>
                                  <a:latin typeface="Cambria Math" panose="02040503050406030204" pitchFamily="18" charset="0"/>
                                </a:rPr>
                                <m:t>(4−0)</m:t>
                              </m:r>
                            </m:sup>
                          </m:sSup>
                        </m:num>
                        <m:den>
                          <m:r>
                            <a:rPr lang="en-US" b="0" i="1" smtClean="0">
                              <a:solidFill>
                                <a:srgbClr val="000000"/>
                              </a:solidFill>
                              <a:latin typeface="Cambria Math" panose="02040503050406030204" pitchFamily="18" charset="0"/>
                            </a:rPr>
                            <m:t>(</m:t>
                          </m:r>
                          <m:r>
                            <a:rPr lang="en-US" i="1">
                              <a:solidFill>
                                <a:srgbClr val="000000"/>
                              </a:solidFill>
                              <a:latin typeface="Cambria Math" panose="02040503050406030204" pitchFamily="18" charset="0"/>
                            </a:rPr>
                            <m:t>𝑅</m:t>
                          </m:r>
                          <m:r>
                            <a:rPr lang="en-US" i="1">
                              <a:solidFill>
                                <a:srgbClr val="000000"/>
                              </a:solidFill>
                              <a:latin typeface="Cambria Math" panose="02040503050406030204" pitchFamily="18" charset="0"/>
                            </a:rPr>
                            <m:t>−</m:t>
                          </m:r>
                          <m:r>
                            <a:rPr lang="en-US" i="1">
                              <a:solidFill>
                                <a:srgbClr val="000000"/>
                              </a:solidFill>
                              <a:latin typeface="Cambria Math" panose="02040503050406030204" pitchFamily="18" charset="0"/>
                            </a:rPr>
                            <m:t>𝑔</m:t>
                          </m:r>
                          <m:r>
                            <a:rPr lang="en-US" b="0" i="1" smtClean="0">
                              <a:solidFill>
                                <a:srgbClr val="000000"/>
                              </a:solidFill>
                              <a:latin typeface="Cambria Math" panose="02040503050406030204" pitchFamily="18" charset="0"/>
                            </a:rPr>
                            <m:t>)</m:t>
                          </m:r>
                        </m:den>
                      </m:f>
                      <m:r>
                        <a:rPr lang="en-US" i="1">
                          <a:solidFill>
                            <a:srgbClr val="000000"/>
                          </a:solidFill>
                          <a:latin typeface="Cambria Math" panose="02040503050406030204" pitchFamily="18" charset="0"/>
                        </a:rPr>
                        <m:t>=</m:t>
                      </m:r>
                      <m:f>
                        <m:fPr>
                          <m:ctrlPr>
                            <a:rPr lang="en-US" i="1">
                              <a:solidFill>
                                <a:srgbClr val="000000"/>
                              </a:solidFill>
                              <a:latin typeface="Cambria Math" panose="02040503050406030204" pitchFamily="18" charset="0"/>
                            </a:rPr>
                          </m:ctrlPr>
                        </m:fPr>
                        <m:num>
                          <m:r>
                            <a:rPr lang="en-US" i="1">
                              <a:solidFill>
                                <a:srgbClr val="000000"/>
                              </a:solidFill>
                              <a:latin typeface="Cambria Math" panose="02040503050406030204" pitchFamily="18" charset="0"/>
                            </a:rPr>
                            <m:t>0.5(1+.02</m:t>
                          </m:r>
                          <m:sSup>
                            <m:sSupPr>
                              <m:ctrlPr>
                                <a:rPr lang="en-US" i="1">
                                  <a:solidFill>
                                    <a:srgbClr val="000000"/>
                                  </a:solidFill>
                                  <a:latin typeface="Cambria Math" panose="02040503050406030204" pitchFamily="18" charset="0"/>
                                </a:rPr>
                              </m:ctrlPr>
                            </m:sSupPr>
                            <m:e>
                              <m:r>
                                <a:rPr lang="en-US" i="1">
                                  <a:solidFill>
                                    <a:srgbClr val="000000"/>
                                  </a:solidFill>
                                  <a:latin typeface="Cambria Math" panose="02040503050406030204" pitchFamily="18" charset="0"/>
                                </a:rPr>
                                <m:t>)</m:t>
                              </m:r>
                            </m:e>
                            <m:sup>
                              <m:r>
                                <a:rPr lang="en-US" i="1">
                                  <a:solidFill>
                                    <a:srgbClr val="000000"/>
                                  </a:solidFill>
                                  <a:latin typeface="Cambria Math" panose="02040503050406030204" pitchFamily="18" charset="0"/>
                                </a:rPr>
                                <m:t>4</m:t>
                              </m:r>
                            </m:sup>
                          </m:sSup>
                        </m:num>
                        <m:den>
                          <m:r>
                            <a:rPr lang="en-US" b="0" i="1" smtClean="0">
                              <a:solidFill>
                                <a:srgbClr val="000000"/>
                              </a:solidFill>
                              <a:latin typeface="Cambria Math" panose="02040503050406030204" pitchFamily="18" charset="0"/>
                            </a:rPr>
                            <m:t>(</m:t>
                          </m:r>
                          <m:r>
                            <a:rPr lang="en-US" i="1">
                              <a:solidFill>
                                <a:srgbClr val="000000"/>
                              </a:solidFill>
                              <a:latin typeface="Cambria Math" panose="02040503050406030204" pitchFamily="18" charset="0"/>
                            </a:rPr>
                            <m:t>.15−.02</m:t>
                          </m:r>
                          <m:r>
                            <a:rPr lang="en-US" b="0" i="1" smtClean="0">
                              <a:solidFill>
                                <a:srgbClr val="000000"/>
                              </a:solidFill>
                              <a:latin typeface="Cambria Math" panose="02040503050406030204" pitchFamily="18" charset="0"/>
                            </a:rPr>
                            <m:t>)</m:t>
                          </m:r>
                        </m:den>
                      </m:f>
                      <m:r>
                        <a:rPr lang="en-US" i="1">
                          <a:solidFill>
                            <a:srgbClr val="000000"/>
                          </a:solidFill>
                          <a:latin typeface="Cambria Math" panose="02040503050406030204" pitchFamily="18" charset="0"/>
                        </a:rPr>
                        <m:t>=$4.16</m:t>
                      </m:r>
                    </m:oMath>
                  </m:oMathPara>
                </a14:m>
                <a:endParaRPr lang="en-US" dirty="0"/>
              </a:p>
            </p:txBody>
          </p:sp>
        </mc:Choice>
        <mc:Fallback xmlns="">
          <p:sp>
            <p:nvSpPr>
              <p:cNvPr id="37895" name="Object 6">
                <a:extLst>
                  <a:ext uri="{FF2B5EF4-FFF2-40B4-BE49-F238E27FC236}">
                    <a16:creationId xmlns:a16="http://schemas.microsoft.com/office/drawing/2014/main" id="{10613FFA-5616-47C7-ACC5-9D29A9F9126B}"/>
                  </a:ext>
                </a:extLst>
              </p:cNvPr>
              <p:cNvSpPr txBox="1">
                <a:spLocks noRot="1" noChangeAspect="1" noMove="1" noResize="1" noEditPoints="1" noAdjustHandles="1" noChangeArrowheads="1" noChangeShapeType="1" noTextEdit="1"/>
              </p:cNvSpPr>
              <p:nvPr>
                <p:ph sz="quarter" idx="3"/>
              </p:nvPr>
            </p:nvSpPr>
            <p:spPr bwMode="auto">
              <a:xfrm>
                <a:off x="2744788" y="4038600"/>
                <a:ext cx="5981700" cy="784225"/>
              </a:xfrm>
              <a:prstGeom prst="rect">
                <a:avLst/>
              </a:prstGeom>
              <a:blipFill>
                <a:blip r:embed="rId4"/>
                <a:stretch>
                  <a:fillRect/>
                </a:stretch>
              </a:blipFill>
              <a:ln>
                <a:solidFill>
                  <a:schemeClr val="tx1"/>
                </a:solidFill>
              </a:ln>
              <a:effectLst/>
            </p:spPr>
            <p:txBody>
              <a:bodyPr/>
              <a:lstStyle/>
              <a:p>
                <a:r>
                  <a:rPr lang="en-US">
                    <a:noFill/>
                  </a:rPr>
                  <a:t> </a:t>
                </a:r>
              </a:p>
            </p:txBody>
          </p:sp>
        </mc:Fallback>
      </mc:AlternateContent>
      <p:sp>
        <p:nvSpPr>
          <p:cNvPr id="8" name="Rectangle 3">
            <a:extLst>
              <a:ext uri="{FF2B5EF4-FFF2-40B4-BE49-F238E27FC236}">
                <a16:creationId xmlns:a16="http://schemas.microsoft.com/office/drawing/2014/main" id="{3AD8DE52-3149-4C68-89BE-FF206E531DBD}"/>
              </a:ext>
            </a:extLst>
          </p:cNvPr>
          <p:cNvSpPr txBox="1">
            <a:spLocks noChangeArrowheads="1"/>
          </p:cNvSpPr>
          <p:nvPr/>
        </p:nvSpPr>
        <p:spPr>
          <a:xfrm>
            <a:off x="1020660" y="941854"/>
            <a:ext cx="10150679" cy="1215192"/>
          </a:xfrm>
          <a:prstGeom prst="rect">
            <a:avLst/>
          </a:prstGeom>
        </p:spPr>
        <p:txBody>
          <a:bodyPr vert="horz" lIns="91440" tIns="45720" rIns="91440" bIns="45720" rtlCol="0">
            <a:normAutofit fontScale="85000" lnSpcReduction="20000"/>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buNone/>
            </a:pPr>
            <a:r>
              <a:rPr lang="en-US" altLang="en-US" sz="2000" dirty="0"/>
              <a:t>Suppose Big D, Inc</a:t>
            </a:r>
            <a:r>
              <a:rPr lang="en-US" altLang="en-US" sz="2000" u="sng" dirty="0"/>
              <a:t>., just paid a dividend </a:t>
            </a:r>
            <a:r>
              <a:rPr lang="en-US" altLang="en-US" sz="2000" dirty="0"/>
              <a:t>of $.50. It is expected to increase its dividend by 2% per</a:t>
            </a:r>
          </a:p>
          <a:p>
            <a:pPr marL="0" indent="0">
              <a:buNone/>
            </a:pPr>
            <a:r>
              <a:rPr lang="en-US" altLang="en-US" sz="2000" dirty="0"/>
              <a:t> year. If the market requires a return of 15% on assets of this risk level.</a:t>
            </a:r>
          </a:p>
          <a:p>
            <a:pPr marL="457200" indent="-457200">
              <a:buAutoNum type="alphaLcParenR"/>
            </a:pPr>
            <a:r>
              <a:rPr lang="en-US" altLang="en-US" sz="2000" dirty="0"/>
              <a:t>how much should the stock be selling for?</a:t>
            </a:r>
          </a:p>
          <a:p>
            <a:pPr marL="457200" indent="-457200">
              <a:buAutoNum type="alphaLcParenR"/>
            </a:pPr>
            <a:r>
              <a:rPr lang="en-US" altLang="en-US" sz="2000" dirty="0"/>
              <a:t> What would the expected price be in 3 years?</a:t>
            </a:r>
          </a:p>
        </p:txBody>
      </p:sp>
      <p:sp>
        <p:nvSpPr>
          <p:cNvPr id="2" name="TextBox 1">
            <a:extLst>
              <a:ext uri="{FF2B5EF4-FFF2-40B4-BE49-F238E27FC236}">
                <a16:creationId xmlns:a16="http://schemas.microsoft.com/office/drawing/2014/main" id="{DCBA44EC-E4EE-85F8-8F54-56F5D725E204}"/>
              </a:ext>
            </a:extLst>
          </p:cNvPr>
          <p:cNvSpPr txBox="1"/>
          <p:nvPr/>
        </p:nvSpPr>
        <p:spPr>
          <a:xfrm>
            <a:off x="1217194" y="6260862"/>
            <a:ext cx="9412878" cy="369332"/>
          </a:xfrm>
          <a:prstGeom prst="rect">
            <a:avLst/>
          </a:prstGeom>
          <a:noFill/>
        </p:spPr>
        <p:txBody>
          <a:bodyPr wrap="square" rtlCol="0">
            <a:spAutoFit/>
          </a:bodyPr>
          <a:lstStyle/>
          <a:p>
            <a:r>
              <a:rPr lang="en-US" dirty="0"/>
              <a:t>Expected price in 3 years can also be calculated as:   P3=P0 x (1+g)^3 = 3.92 x (1+.02)^3 = 4.16</a:t>
            </a:r>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1987" name="Slide Number Placeholder 6">
            <a:extLst>
              <a:ext uri="{FF2B5EF4-FFF2-40B4-BE49-F238E27FC236}">
                <a16:creationId xmlns:a16="http://schemas.microsoft.com/office/drawing/2014/main" id="{D0C914CC-6888-4B5B-8C12-A4D98892AD8C}"/>
              </a:ext>
            </a:extLst>
          </p:cNvPr>
          <p:cNvSpPr>
            <a:spLocks noGrp="1"/>
          </p:cNvSpPr>
          <p:nvPr>
            <p:ph type="sldNum" sz="quarter" idx="12"/>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har char="•"/>
              <a:defRPr sz="3200">
                <a:solidFill>
                  <a:schemeClr val="tx1"/>
                </a:solidFill>
                <a:latin typeface="Arial" panose="020B0604020202020204" pitchFamily="34" charset="0"/>
              </a:defRPr>
            </a:lvl1pPr>
            <a:lvl2pPr marL="742950" indent="-285750">
              <a:spcBef>
                <a:spcPct val="20000"/>
              </a:spcBef>
              <a:buChar char="–"/>
              <a:defRPr sz="2800">
                <a:solidFill>
                  <a:schemeClr val="tx1"/>
                </a:solidFill>
                <a:latin typeface="Arial" panose="020B0604020202020204" pitchFamily="34" charset="0"/>
              </a:defRPr>
            </a:lvl2pPr>
            <a:lvl3pPr marL="1143000" indent="-228600">
              <a:spcBef>
                <a:spcPct val="20000"/>
              </a:spcBef>
              <a:buChar char="•"/>
              <a:defRPr sz="2400">
                <a:solidFill>
                  <a:schemeClr val="tx1"/>
                </a:solidFill>
                <a:latin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defRPr>
            </a:lvl9pPr>
          </a:lstStyle>
          <a:p>
            <a:pPr>
              <a:spcBef>
                <a:spcPct val="0"/>
              </a:spcBef>
              <a:buFontTx/>
              <a:buNone/>
            </a:pPr>
            <a:fld id="{CC766192-5626-4E1C-8A18-5304D99BDDF7}" type="slidenum">
              <a:rPr lang="en-US" altLang="en-US" sz="1400"/>
              <a:pPr>
                <a:spcBef>
                  <a:spcPct val="0"/>
                </a:spcBef>
                <a:buFontTx/>
                <a:buNone/>
              </a:pPr>
              <a:t>16</a:t>
            </a:fld>
            <a:endParaRPr lang="en-US" altLang="en-US" sz="1400"/>
          </a:p>
        </p:txBody>
      </p:sp>
      <p:sp>
        <p:nvSpPr>
          <p:cNvPr id="41988" name="Rectangle 2">
            <a:extLst>
              <a:ext uri="{FF2B5EF4-FFF2-40B4-BE49-F238E27FC236}">
                <a16:creationId xmlns:a16="http://schemas.microsoft.com/office/drawing/2014/main" id="{181D3DC0-B48B-4C0A-80CC-0B251D26274E}"/>
              </a:ext>
            </a:extLst>
          </p:cNvPr>
          <p:cNvSpPr>
            <a:spLocks noGrp="1" noChangeArrowheads="1"/>
          </p:cNvSpPr>
          <p:nvPr>
            <p:ph type="title"/>
          </p:nvPr>
        </p:nvSpPr>
        <p:spPr>
          <a:xfrm>
            <a:off x="609600" y="274638"/>
            <a:ext cx="10972800" cy="564261"/>
          </a:xfrm>
          <a:ln>
            <a:solidFill>
              <a:schemeClr val="tx1"/>
            </a:solidFill>
            <a:miter lim="800000"/>
            <a:headEnd/>
            <a:tailEnd/>
          </a:ln>
        </p:spPr>
        <p:txBody>
          <a:bodyPr/>
          <a:lstStyle/>
          <a:p>
            <a:pPr eaLnBrk="1" hangingPunct="1"/>
            <a:r>
              <a:rPr lang="en-US" altLang="en-US" sz="3200" dirty="0"/>
              <a:t>Example – Negative Constant Growth</a:t>
            </a:r>
          </a:p>
        </p:txBody>
      </p:sp>
      <p:sp>
        <p:nvSpPr>
          <p:cNvPr id="41989" name="Rectangle 3">
            <a:extLst>
              <a:ext uri="{FF2B5EF4-FFF2-40B4-BE49-F238E27FC236}">
                <a16:creationId xmlns:a16="http://schemas.microsoft.com/office/drawing/2014/main" id="{E6F3BF40-D311-49F2-9E54-B3082049C82B}"/>
              </a:ext>
            </a:extLst>
          </p:cNvPr>
          <p:cNvSpPr>
            <a:spLocks noGrp="1" noChangeArrowheads="1"/>
          </p:cNvSpPr>
          <p:nvPr>
            <p:ph type="body" sz="half" idx="1"/>
          </p:nvPr>
        </p:nvSpPr>
        <p:spPr>
          <a:xfrm>
            <a:off x="609600" y="1184032"/>
            <a:ext cx="10972800" cy="5031760"/>
          </a:xfrm>
        </p:spPr>
        <p:txBody>
          <a:bodyPr>
            <a:normAutofit/>
          </a:bodyPr>
          <a:lstStyle/>
          <a:p>
            <a:pPr eaLnBrk="1" hangingPunct="1"/>
            <a:r>
              <a:rPr lang="en-US" altLang="en-US" sz="2400" dirty="0"/>
              <a:t>A company in a dying industry just paid a dividend of $2.60. Its dividends is expected to decline continuously by 6% per year. What would you expect the current price per share to be, if the required rate of return is 13%</a:t>
            </a:r>
          </a:p>
          <a:p>
            <a:pPr marL="0" indent="0" eaLnBrk="1" hangingPunct="1">
              <a:buNone/>
            </a:pPr>
            <a:r>
              <a:rPr lang="en-US" altLang="en-US" sz="2400" dirty="0"/>
              <a:t>Firm still has earnings and still pays dividends, so P0 &gt; 0:</a:t>
            </a:r>
          </a:p>
          <a:p>
            <a:pPr eaLnBrk="1" hangingPunct="1"/>
            <a:endParaRPr lang="en-US" altLang="en-US" sz="2000" u="sng" dirty="0"/>
          </a:p>
        </p:txBody>
      </p:sp>
      <mc:AlternateContent xmlns:mc="http://schemas.openxmlformats.org/markup-compatibility/2006">
        <mc:Choice xmlns:a14="http://schemas.microsoft.com/office/drawing/2010/main" Requires="a14">
          <p:sp>
            <p:nvSpPr>
              <p:cNvPr id="41990" name="Object 7">
                <a:extLst>
                  <a:ext uri="{FF2B5EF4-FFF2-40B4-BE49-F238E27FC236}">
                    <a16:creationId xmlns:a16="http://schemas.microsoft.com/office/drawing/2014/main" id="{535F99E6-BB45-4715-A42F-31A62D5A13B8}"/>
                  </a:ext>
                </a:extLst>
              </p:cNvPr>
              <p:cNvSpPr txBox="1">
                <a:spLocks noGrp="1"/>
              </p:cNvSpPr>
              <p:nvPr>
                <p:ph sz="half" idx="2"/>
              </p:nvPr>
            </p:nvSpPr>
            <p:spPr bwMode="auto">
              <a:xfrm>
                <a:off x="2334113" y="3143982"/>
                <a:ext cx="6629400" cy="788988"/>
              </a:xfrm>
              <a:prstGeom prst="rect">
                <a:avLst/>
              </a:prstGeom>
              <a:noFill/>
              <a:ln>
                <a:noFill/>
              </a:ln>
              <a:effectLst/>
            </p:spPr>
            <p:txBody>
              <a:bodyPr>
                <a:normAutofit fontScale="62500" lnSpcReduction="20000"/>
              </a:bodyPr>
              <a:lstStyle/>
              <a:p>
                <a:pPr>
                  <a:buNone/>
                </a:pPr>
                <a14:m>
                  <m:oMathPara xmlns:m="http://schemas.openxmlformats.org/officeDocument/2006/math">
                    <m:oMathParaPr>
                      <m:jc m:val="left"/>
                    </m:oMathParaPr>
                    <m:oMath xmlns:m="http://schemas.openxmlformats.org/officeDocument/2006/math">
                      <m:sSub>
                        <m:sSubPr>
                          <m:ctrlPr>
                            <a:rPr lang="en-US" i="1" smtClean="0">
                              <a:solidFill>
                                <a:srgbClr val="000000"/>
                              </a:solidFill>
                              <a:latin typeface="Cambria Math" panose="02040503050406030204" pitchFamily="18" charset="0"/>
                            </a:rPr>
                          </m:ctrlPr>
                        </m:sSubPr>
                        <m:e>
                          <m:r>
                            <a:rPr lang="en-US" i="1">
                              <a:solidFill>
                                <a:srgbClr val="000000"/>
                              </a:solidFill>
                              <a:latin typeface="Cambria Math" panose="02040503050406030204" pitchFamily="18" charset="0"/>
                            </a:rPr>
                            <m:t>𝑃</m:t>
                          </m:r>
                        </m:e>
                        <m:sub>
                          <m:r>
                            <a:rPr lang="en-US" i="1">
                              <a:solidFill>
                                <a:srgbClr val="000000"/>
                              </a:solidFill>
                              <a:latin typeface="Cambria Math" panose="02040503050406030204" pitchFamily="18" charset="0"/>
                            </a:rPr>
                            <m:t>0</m:t>
                          </m:r>
                        </m:sub>
                      </m:sSub>
                      <m:r>
                        <a:rPr lang="en-US" i="1">
                          <a:solidFill>
                            <a:srgbClr val="000000"/>
                          </a:solidFill>
                          <a:latin typeface="Cambria Math" panose="02040503050406030204" pitchFamily="18" charset="0"/>
                        </a:rPr>
                        <m:t>=</m:t>
                      </m:r>
                      <m:f>
                        <m:fPr>
                          <m:ctrlPr>
                            <a:rPr lang="en-US" i="1">
                              <a:solidFill>
                                <a:srgbClr val="000000"/>
                              </a:solidFill>
                              <a:latin typeface="Cambria Math" panose="02040503050406030204" pitchFamily="18" charset="0"/>
                            </a:rPr>
                          </m:ctrlPr>
                        </m:fPr>
                        <m:num>
                          <m:sSub>
                            <m:sSubPr>
                              <m:ctrlPr>
                                <a:rPr lang="en-US" i="1">
                                  <a:solidFill>
                                    <a:srgbClr val="000000"/>
                                  </a:solidFill>
                                  <a:latin typeface="Cambria Math" panose="02040503050406030204" pitchFamily="18" charset="0"/>
                                </a:rPr>
                              </m:ctrlPr>
                            </m:sSubPr>
                            <m:e>
                              <m:r>
                                <a:rPr lang="en-US" i="1">
                                  <a:solidFill>
                                    <a:srgbClr val="000000"/>
                                  </a:solidFill>
                                  <a:latin typeface="Cambria Math" panose="02040503050406030204" pitchFamily="18" charset="0"/>
                                </a:rPr>
                                <m:t>𝐷</m:t>
                              </m:r>
                            </m:e>
                            <m:sub>
                              <m:r>
                                <a:rPr lang="en-US" b="0" i="1" smtClean="0">
                                  <a:solidFill>
                                    <a:srgbClr val="000000"/>
                                  </a:solidFill>
                                  <a:latin typeface="Cambria Math" panose="02040503050406030204" pitchFamily="18" charset="0"/>
                                </a:rPr>
                                <m:t>0+1</m:t>
                              </m:r>
                            </m:sub>
                          </m:sSub>
                        </m:num>
                        <m:den>
                          <m:r>
                            <a:rPr lang="en-US" b="0" i="1" smtClean="0">
                              <a:solidFill>
                                <a:srgbClr val="000000"/>
                              </a:solidFill>
                              <a:latin typeface="Cambria Math" panose="02040503050406030204" pitchFamily="18" charset="0"/>
                            </a:rPr>
                            <m:t>(</m:t>
                          </m:r>
                          <m:r>
                            <a:rPr lang="en-US" i="1">
                              <a:solidFill>
                                <a:srgbClr val="000000"/>
                              </a:solidFill>
                              <a:latin typeface="Cambria Math" panose="02040503050406030204" pitchFamily="18" charset="0"/>
                            </a:rPr>
                            <m:t>𝑅</m:t>
                          </m:r>
                          <m:r>
                            <a:rPr lang="en-US" i="1">
                              <a:solidFill>
                                <a:srgbClr val="000000"/>
                              </a:solidFill>
                              <a:latin typeface="Cambria Math" panose="02040503050406030204" pitchFamily="18" charset="0"/>
                            </a:rPr>
                            <m:t>−</m:t>
                          </m:r>
                          <m:r>
                            <a:rPr lang="en-US" i="1">
                              <a:solidFill>
                                <a:srgbClr val="000000"/>
                              </a:solidFill>
                              <a:latin typeface="Cambria Math" panose="02040503050406030204" pitchFamily="18" charset="0"/>
                            </a:rPr>
                            <m:t>𝑔</m:t>
                          </m:r>
                          <m:r>
                            <a:rPr lang="en-US" b="0" i="1" smtClean="0">
                              <a:solidFill>
                                <a:srgbClr val="000000"/>
                              </a:solidFill>
                              <a:latin typeface="Cambria Math" panose="02040503050406030204" pitchFamily="18" charset="0"/>
                            </a:rPr>
                            <m:t>)</m:t>
                          </m:r>
                        </m:den>
                      </m:f>
                      <m:r>
                        <a:rPr lang="en-US" i="1">
                          <a:solidFill>
                            <a:srgbClr val="000000"/>
                          </a:solidFill>
                          <a:latin typeface="Cambria Math" panose="02040503050406030204" pitchFamily="18" charset="0"/>
                        </a:rPr>
                        <m:t>=</m:t>
                      </m:r>
                      <m:f>
                        <m:fPr>
                          <m:ctrlPr>
                            <a:rPr lang="en-US" i="1">
                              <a:solidFill>
                                <a:srgbClr val="000000"/>
                              </a:solidFill>
                              <a:latin typeface="Cambria Math" panose="02040503050406030204" pitchFamily="18" charset="0"/>
                            </a:rPr>
                          </m:ctrlPr>
                        </m:fPr>
                        <m:num>
                          <m:sSub>
                            <m:sSubPr>
                              <m:ctrlPr>
                                <a:rPr lang="en-US" i="1">
                                  <a:solidFill>
                                    <a:srgbClr val="000000"/>
                                  </a:solidFill>
                                  <a:latin typeface="Cambria Math" panose="02040503050406030204" pitchFamily="18" charset="0"/>
                                </a:rPr>
                              </m:ctrlPr>
                            </m:sSubPr>
                            <m:e>
                              <m:r>
                                <a:rPr lang="en-US" i="1">
                                  <a:solidFill>
                                    <a:srgbClr val="000000"/>
                                  </a:solidFill>
                                  <a:latin typeface="Cambria Math" panose="02040503050406030204" pitchFamily="18" charset="0"/>
                                </a:rPr>
                                <m:t>𝐷</m:t>
                              </m:r>
                            </m:e>
                            <m:sub>
                              <m:r>
                                <a:rPr lang="en-US" i="1">
                                  <a:solidFill>
                                    <a:srgbClr val="000000"/>
                                  </a:solidFill>
                                  <a:latin typeface="Cambria Math" panose="02040503050406030204" pitchFamily="18" charset="0"/>
                                </a:rPr>
                                <m:t>0</m:t>
                              </m:r>
                            </m:sub>
                          </m:sSub>
                          <m:r>
                            <a:rPr lang="en-US" i="1">
                              <a:solidFill>
                                <a:srgbClr val="000000"/>
                              </a:solidFill>
                              <a:latin typeface="Cambria Math" panose="02040503050406030204" pitchFamily="18" charset="0"/>
                            </a:rPr>
                            <m:t>(1+</m:t>
                          </m:r>
                          <m:r>
                            <a:rPr lang="en-US" i="1">
                              <a:solidFill>
                                <a:srgbClr val="000000"/>
                              </a:solidFill>
                              <a:latin typeface="Cambria Math" panose="02040503050406030204" pitchFamily="18" charset="0"/>
                            </a:rPr>
                            <m:t>𝑔</m:t>
                          </m:r>
                          <m:r>
                            <a:rPr lang="en-US" i="1">
                              <a:solidFill>
                                <a:srgbClr val="000000"/>
                              </a:solidFill>
                              <a:latin typeface="Cambria Math" panose="02040503050406030204" pitchFamily="18" charset="0"/>
                            </a:rPr>
                            <m:t>)</m:t>
                          </m:r>
                        </m:num>
                        <m:den>
                          <m:r>
                            <a:rPr lang="en-US" b="0" i="1" smtClean="0">
                              <a:solidFill>
                                <a:srgbClr val="000000"/>
                              </a:solidFill>
                              <a:latin typeface="Cambria Math" panose="02040503050406030204" pitchFamily="18" charset="0"/>
                            </a:rPr>
                            <m:t>(</m:t>
                          </m:r>
                          <m:r>
                            <a:rPr lang="en-US" i="1">
                              <a:solidFill>
                                <a:srgbClr val="000000"/>
                              </a:solidFill>
                              <a:latin typeface="Cambria Math" panose="02040503050406030204" pitchFamily="18" charset="0"/>
                            </a:rPr>
                            <m:t>𝑅</m:t>
                          </m:r>
                          <m:r>
                            <a:rPr lang="en-US" i="1">
                              <a:solidFill>
                                <a:srgbClr val="000000"/>
                              </a:solidFill>
                              <a:latin typeface="Cambria Math" panose="02040503050406030204" pitchFamily="18" charset="0"/>
                            </a:rPr>
                            <m:t>−</m:t>
                          </m:r>
                          <m:r>
                            <a:rPr lang="en-US" i="1">
                              <a:solidFill>
                                <a:srgbClr val="000000"/>
                              </a:solidFill>
                              <a:latin typeface="Cambria Math" panose="02040503050406030204" pitchFamily="18" charset="0"/>
                            </a:rPr>
                            <m:t>𝑔</m:t>
                          </m:r>
                          <m:r>
                            <a:rPr lang="en-US" b="0" i="1" smtClean="0">
                              <a:solidFill>
                                <a:srgbClr val="000000"/>
                              </a:solidFill>
                              <a:latin typeface="Cambria Math" panose="02040503050406030204" pitchFamily="18" charset="0"/>
                            </a:rPr>
                            <m:t>)</m:t>
                          </m:r>
                        </m:den>
                      </m:f>
                      <m:r>
                        <a:rPr lang="en-US" i="1">
                          <a:solidFill>
                            <a:srgbClr val="000000"/>
                          </a:solidFill>
                          <a:latin typeface="Cambria Math" panose="02040503050406030204" pitchFamily="18" charset="0"/>
                        </a:rPr>
                        <m:t>=</m:t>
                      </m:r>
                      <m:f>
                        <m:fPr>
                          <m:ctrlPr>
                            <a:rPr lang="en-US" i="1">
                              <a:solidFill>
                                <a:srgbClr val="000000"/>
                              </a:solidFill>
                              <a:latin typeface="Cambria Math" panose="02040503050406030204" pitchFamily="18" charset="0"/>
                            </a:rPr>
                          </m:ctrlPr>
                        </m:fPr>
                        <m:num>
                          <m:r>
                            <a:rPr lang="en-US" i="1">
                              <a:solidFill>
                                <a:srgbClr val="000000"/>
                              </a:solidFill>
                              <a:latin typeface="Cambria Math" panose="02040503050406030204" pitchFamily="18" charset="0"/>
                            </a:rPr>
                            <m:t>2.6(1−.06)</m:t>
                          </m:r>
                        </m:num>
                        <m:den>
                          <m:r>
                            <a:rPr lang="en-US" b="0" i="1" smtClean="0">
                              <a:solidFill>
                                <a:srgbClr val="000000"/>
                              </a:solidFill>
                              <a:latin typeface="Cambria Math" panose="02040503050406030204" pitchFamily="18" charset="0"/>
                            </a:rPr>
                            <m:t>(</m:t>
                          </m:r>
                          <m:r>
                            <a:rPr lang="en-US" i="1">
                              <a:solidFill>
                                <a:srgbClr val="000000"/>
                              </a:solidFill>
                              <a:latin typeface="Cambria Math" panose="02040503050406030204" pitchFamily="18" charset="0"/>
                            </a:rPr>
                            <m:t>.13−</m:t>
                          </m:r>
                          <m:d>
                            <m:dPr>
                              <m:ctrlPr>
                                <a:rPr lang="en-US" i="1">
                                  <a:solidFill>
                                    <a:srgbClr val="000000"/>
                                  </a:solidFill>
                                  <a:latin typeface="Cambria Math" panose="02040503050406030204" pitchFamily="18" charset="0"/>
                                </a:rPr>
                              </m:ctrlPr>
                            </m:dPr>
                            <m:e>
                              <m:r>
                                <a:rPr lang="en-US" i="1">
                                  <a:solidFill>
                                    <a:srgbClr val="000000"/>
                                  </a:solidFill>
                                  <a:latin typeface="Cambria Math" panose="02040503050406030204" pitchFamily="18" charset="0"/>
                                </a:rPr>
                                <m:t>−.06</m:t>
                              </m:r>
                            </m:e>
                          </m:d>
                          <m:r>
                            <a:rPr lang="en-US" b="0" i="1" smtClean="0">
                              <a:solidFill>
                                <a:srgbClr val="000000"/>
                              </a:solidFill>
                              <a:latin typeface="Cambria Math" panose="02040503050406030204" pitchFamily="18" charset="0"/>
                            </a:rPr>
                            <m:t>)</m:t>
                          </m:r>
                        </m:den>
                      </m:f>
                      <m:r>
                        <a:rPr lang="en-US" i="1">
                          <a:solidFill>
                            <a:srgbClr val="000000"/>
                          </a:solidFill>
                          <a:latin typeface="Cambria Math" panose="02040503050406030204" pitchFamily="18" charset="0"/>
                        </a:rPr>
                        <m:t>=</m:t>
                      </m:r>
                      <m:f>
                        <m:fPr>
                          <m:ctrlPr>
                            <a:rPr lang="en-US" i="1">
                              <a:solidFill>
                                <a:srgbClr val="000000"/>
                              </a:solidFill>
                              <a:latin typeface="Cambria Math" panose="02040503050406030204" pitchFamily="18" charset="0"/>
                            </a:rPr>
                          </m:ctrlPr>
                        </m:fPr>
                        <m:num>
                          <m:r>
                            <a:rPr lang="en-US" i="1">
                              <a:solidFill>
                                <a:srgbClr val="000000"/>
                              </a:solidFill>
                              <a:latin typeface="Cambria Math" panose="02040503050406030204" pitchFamily="18" charset="0"/>
                            </a:rPr>
                            <m:t>2.6(.94)</m:t>
                          </m:r>
                        </m:num>
                        <m:den>
                          <m:r>
                            <a:rPr lang="en-US" i="1">
                              <a:solidFill>
                                <a:srgbClr val="000000"/>
                              </a:solidFill>
                              <a:latin typeface="Cambria Math" panose="02040503050406030204" pitchFamily="18" charset="0"/>
                            </a:rPr>
                            <m:t>.19</m:t>
                          </m:r>
                        </m:den>
                      </m:f>
                      <m:r>
                        <a:rPr lang="en-US" i="1">
                          <a:solidFill>
                            <a:srgbClr val="000000"/>
                          </a:solidFill>
                          <a:latin typeface="Cambria Math" panose="02040503050406030204" pitchFamily="18" charset="0"/>
                        </a:rPr>
                        <m:t>=$12.86</m:t>
                      </m:r>
                    </m:oMath>
                  </m:oMathPara>
                </a14:m>
                <a:endParaRPr lang="en-US" dirty="0"/>
              </a:p>
            </p:txBody>
          </p:sp>
        </mc:Choice>
        <mc:Fallback>
          <p:sp>
            <p:nvSpPr>
              <p:cNvPr id="41990" name="Object 7">
                <a:extLst>
                  <a:ext uri="{FF2B5EF4-FFF2-40B4-BE49-F238E27FC236}">
                    <a16:creationId xmlns:a16="http://schemas.microsoft.com/office/drawing/2014/main" id="{535F99E6-BB45-4715-A42F-31A62D5A13B8}"/>
                  </a:ext>
                </a:extLst>
              </p:cNvPr>
              <p:cNvSpPr txBox="1">
                <a:spLocks noGrp="1" noRot="1" noChangeAspect="1" noMove="1" noResize="1" noEditPoints="1" noAdjustHandles="1" noChangeArrowheads="1" noChangeShapeType="1" noTextEdit="1"/>
              </p:cNvSpPr>
              <p:nvPr>
                <p:ph sz="half" idx="2"/>
              </p:nvPr>
            </p:nvSpPr>
            <p:spPr bwMode="auto">
              <a:xfrm>
                <a:off x="2334113" y="3143982"/>
                <a:ext cx="6629400" cy="788988"/>
              </a:xfrm>
              <a:prstGeom prst="rect">
                <a:avLst/>
              </a:prstGeom>
              <a:blipFill>
                <a:blip r:embed="rId3"/>
                <a:stretch>
                  <a:fillRect/>
                </a:stretch>
              </a:blipFill>
              <a:ln>
                <a:noFill/>
              </a:ln>
              <a:effectLst/>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5" name="Object 7">
                <a:extLst>
                  <a:ext uri="{FF2B5EF4-FFF2-40B4-BE49-F238E27FC236}">
                    <a16:creationId xmlns:a16="http://schemas.microsoft.com/office/drawing/2014/main" id="{0C66FAD6-63E9-3B71-4AD6-327F06FEF529}"/>
                  </a:ext>
                </a:extLst>
              </p:cNvPr>
              <p:cNvSpPr txBox="1">
                <a:spLocks/>
              </p:cNvSpPr>
              <p:nvPr/>
            </p:nvSpPr>
            <p:spPr bwMode="auto">
              <a:xfrm>
                <a:off x="2064481" y="5426804"/>
                <a:ext cx="8087703" cy="788988"/>
              </a:xfrm>
              <a:prstGeom prst="rect">
                <a:avLst/>
              </a:prstGeom>
              <a:noFill/>
              <a:ln>
                <a:noFill/>
              </a:ln>
              <a:effectLst/>
            </p:spPr>
            <p:txBody>
              <a:bodyPr vert="horz" lIns="91440" tIns="45720" rIns="91440" bIns="45720" rtlCol="0">
                <a:normAutofit fontScale="55000" lnSpcReduction="20000"/>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a:buNone/>
                </a:pPr>
                <a14:m>
                  <m:oMathPara xmlns:m="http://schemas.openxmlformats.org/officeDocument/2006/math">
                    <m:oMathParaPr>
                      <m:jc m:val="left"/>
                    </m:oMathParaPr>
                    <m:oMath xmlns:m="http://schemas.openxmlformats.org/officeDocument/2006/math">
                      <m:sSub>
                        <m:sSubPr>
                          <m:ctrlPr>
                            <a:rPr lang="en-US" i="1" smtClean="0">
                              <a:solidFill>
                                <a:srgbClr val="000000"/>
                              </a:solidFill>
                              <a:latin typeface="Cambria Math" panose="02040503050406030204" pitchFamily="18" charset="0"/>
                            </a:rPr>
                          </m:ctrlPr>
                        </m:sSubPr>
                        <m:e>
                          <m:r>
                            <a:rPr lang="en-US" i="1">
                              <a:solidFill>
                                <a:srgbClr val="000000"/>
                              </a:solidFill>
                              <a:latin typeface="Cambria Math" panose="02040503050406030204" pitchFamily="18" charset="0"/>
                            </a:rPr>
                            <m:t>𝑃</m:t>
                          </m:r>
                        </m:e>
                        <m:sub>
                          <m:r>
                            <a:rPr lang="en-US" b="0" i="1" smtClean="0">
                              <a:solidFill>
                                <a:srgbClr val="000000"/>
                              </a:solidFill>
                              <a:latin typeface="Cambria Math" panose="02040503050406030204" pitchFamily="18" charset="0"/>
                            </a:rPr>
                            <m:t>6</m:t>
                          </m:r>
                        </m:sub>
                      </m:sSub>
                      <m:r>
                        <a:rPr lang="en-US" i="1">
                          <a:solidFill>
                            <a:srgbClr val="000000"/>
                          </a:solidFill>
                          <a:latin typeface="Cambria Math" panose="02040503050406030204" pitchFamily="18" charset="0"/>
                        </a:rPr>
                        <m:t>=</m:t>
                      </m:r>
                      <m:f>
                        <m:fPr>
                          <m:ctrlPr>
                            <a:rPr lang="en-US" i="1">
                              <a:solidFill>
                                <a:srgbClr val="000000"/>
                              </a:solidFill>
                              <a:latin typeface="Cambria Math" panose="02040503050406030204" pitchFamily="18" charset="0"/>
                            </a:rPr>
                          </m:ctrlPr>
                        </m:fPr>
                        <m:num>
                          <m:sSub>
                            <m:sSubPr>
                              <m:ctrlPr>
                                <a:rPr lang="en-US" i="1">
                                  <a:solidFill>
                                    <a:srgbClr val="000000"/>
                                  </a:solidFill>
                                  <a:latin typeface="Cambria Math" panose="02040503050406030204" pitchFamily="18" charset="0"/>
                                </a:rPr>
                              </m:ctrlPr>
                            </m:sSubPr>
                            <m:e>
                              <m:r>
                                <a:rPr lang="en-US" i="1">
                                  <a:solidFill>
                                    <a:srgbClr val="000000"/>
                                  </a:solidFill>
                                  <a:latin typeface="Cambria Math" panose="02040503050406030204" pitchFamily="18" charset="0"/>
                                </a:rPr>
                                <m:t>𝐷</m:t>
                              </m:r>
                            </m:e>
                            <m:sub>
                              <m:r>
                                <a:rPr lang="en-US" b="0" i="1" smtClean="0">
                                  <a:solidFill>
                                    <a:srgbClr val="000000"/>
                                  </a:solidFill>
                                  <a:latin typeface="Cambria Math" panose="02040503050406030204" pitchFamily="18" charset="0"/>
                                </a:rPr>
                                <m:t>6+1</m:t>
                              </m:r>
                            </m:sub>
                          </m:sSub>
                        </m:num>
                        <m:den>
                          <m:r>
                            <a:rPr lang="en-US" i="1">
                              <a:solidFill>
                                <a:srgbClr val="000000"/>
                              </a:solidFill>
                              <a:latin typeface="Cambria Math" panose="02040503050406030204" pitchFamily="18" charset="0"/>
                            </a:rPr>
                            <m:t>(</m:t>
                          </m:r>
                          <m:r>
                            <a:rPr lang="en-US" i="1">
                              <a:solidFill>
                                <a:srgbClr val="000000"/>
                              </a:solidFill>
                              <a:latin typeface="Cambria Math" panose="02040503050406030204" pitchFamily="18" charset="0"/>
                            </a:rPr>
                            <m:t>𝑅</m:t>
                          </m:r>
                          <m:r>
                            <a:rPr lang="en-US" i="1">
                              <a:solidFill>
                                <a:srgbClr val="000000"/>
                              </a:solidFill>
                              <a:latin typeface="Cambria Math" panose="02040503050406030204" pitchFamily="18" charset="0"/>
                            </a:rPr>
                            <m:t>−</m:t>
                          </m:r>
                          <m:r>
                            <a:rPr lang="en-US" i="1">
                              <a:solidFill>
                                <a:srgbClr val="000000"/>
                              </a:solidFill>
                              <a:latin typeface="Cambria Math" panose="02040503050406030204" pitchFamily="18" charset="0"/>
                            </a:rPr>
                            <m:t>𝑔</m:t>
                          </m:r>
                          <m:r>
                            <a:rPr lang="en-US" i="1">
                              <a:solidFill>
                                <a:srgbClr val="000000"/>
                              </a:solidFill>
                              <a:latin typeface="Cambria Math" panose="02040503050406030204" pitchFamily="18" charset="0"/>
                            </a:rPr>
                            <m:t>)</m:t>
                          </m:r>
                        </m:den>
                      </m:f>
                      <m:r>
                        <a:rPr lang="en-US" b="0" i="1" smtClean="0">
                          <a:solidFill>
                            <a:srgbClr val="000000"/>
                          </a:solidFill>
                          <a:latin typeface="Cambria Math" panose="02040503050406030204" pitchFamily="18" charset="0"/>
                        </a:rPr>
                        <m:t>=</m:t>
                      </m:r>
                      <m:f>
                        <m:fPr>
                          <m:ctrlPr>
                            <a:rPr lang="en-US" i="1" smtClean="0">
                              <a:solidFill>
                                <a:srgbClr val="000000"/>
                              </a:solidFill>
                              <a:latin typeface="Cambria Math" panose="02040503050406030204" pitchFamily="18" charset="0"/>
                            </a:rPr>
                          </m:ctrlPr>
                        </m:fPr>
                        <m:num>
                          <m:sSub>
                            <m:sSubPr>
                              <m:ctrlPr>
                                <a:rPr lang="en-US" i="1">
                                  <a:solidFill>
                                    <a:srgbClr val="000000"/>
                                  </a:solidFill>
                                  <a:latin typeface="Cambria Math" panose="02040503050406030204" pitchFamily="18" charset="0"/>
                                </a:rPr>
                              </m:ctrlPr>
                            </m:sSubPr>
                            <m:e>
                              <m:r>
                                <a:rPr lang="en-US" i="1">
                                  <a:solidFill>
                                    <a:srgbClr val="000000"/>
                                  </a:solidFill>
                                  <a:latin typeface="Cambria Math" panose="02040503050406030204" pitchFamily="18" charset="0"/>
                                </a:rPr>
                                <m:t>𝐷</m:t>
                              </m:r>
                            </m:e>
                            <m:sub>
                              <m:r>
                                <a:rPr lang="en-US" b="0" i="1" smtClean="0">
                                  <a:solidFill>
                                    <a:srgbClr val="000000"/>
                                  </a:solidFill>
                                  <a:latin typeface="Cambria Math" panose="02040503050406030204" pitchFamily="18" charset="0"/>
                                </a:rPr>
                                <m:t>7</m:t>
                              </m:r>
                            </m:sub>
                          </m:sSub>
                        </m:num>
                        <m:den>
                          <m:r>
                            <a:rPr lang="en-US" i="1">
                              <a:solidFill>
                                <a:srgbClr val="000000"/>
                              </a:solidFill>
                              <a:latin typeface="Cambria Math" panose="02040503050406030204" pitchFamily="18" charset="0"/>
                            </a:rPr>
                            <m:t>(</m:t>
                          </m:r>
                          <m:r>
                            <a:rPr lang="en-US" i="1">
                              <a:solidFill>
                                <a:srgbClr val="000000"/>
                              </a:solidFill>
                              <a:latin typeface="Cambria Math" panose="02040503050406030204" pitchFamily="18" charset="0"/>
                            </a:rPr>
                            <m:t>𝑅</m:t>
                          </m:r>
                          <m:r>
                            <a:rPr lang="en-US" i="1">
                              <a:solidFill>
                                <a:srgbClr val="000000"/>
                              </a:solidFill>
                              <a:latin typeface="Cambria Math" panose="02040503050406030204" pitchFamily="18" charset="0"/>
                            </a:rPr>
                            <m:t>−</m:t>
                          </m:r>
                          <m:r>
                            <a:rPr lang="en-US" i="1">
                              <a:solidFill>
                                <a:srgbClr val="000000"/>
                              </a:solidFill>
                              <a:latin typeface="Cambria Math" panose="02040503050406030204" pitchFamily="18" charset="0"/>
                            </a:rPr>
                            <m:t>𝑔</m:t>
                          </m:r>
                          <m:r>
                            <a:rPr lang="en-US" i="1">
                              <a:solidFill>
                                <a:srgbClr val="000000"/>
                              </a:solidFill>
                              <a:latin typeface="Cambria Math" panose="02040503050406030204" pitchFamily="18" charset="0"/>
                            </a:rPr>
                            <m:t>)</m:t>
                          </m:r>
                        </m:den>
                      </m:f>
                      <m:r>
                        <a:rPr lang="en-US" i="1">
                          <a:solidFill>
                            <a:srgbClr val="000000"/>
                          </a:solidFill>
                          <a:latin typeface="Cambria Math" panose="02040503050406030204" pitchFamily="18" charset="0"/>
                        </a:rPr>
                        <m:t>=</m:t>
                      </m:r>
                      <m:f>
                        <m:fPr>
                          <m:ctrlPr>
                            <a:rPr lang="en-US" i="1">
                              <a:solidFill>
                                <a:srgbClr val="000000"/>
                              </a:solidFill>
                              <a:latin typeface="Cambria Math" panose="02040503050406030204" pitchFamily="18" charset="0"/>
                            </a:rPr>
                          </m:ctrlPr>
                        </m:fPr>
                        <m:num>
                          <m:sSub>
                            <m:sSubPr>
                              <m:ctrlPr>
                                <a:rPr lang="en-US" i="1">
                                  <a:solidFill>
                                    <a:srgbClr val="000000"/>
                                  </a:solidFill>
                                  <a:latin typeface="Cambria Math" panose="02040503050406030204" pitchFamily="18" charset="0"/>
                                </a:rPr>
                              </m:ctrlPr>
                            </m:sSubPr>
                            <m:e>
                              <m:r>
                                <a:rPr lang="en-US" i="1">
                                  <a:solidFill>
                                    <a:srgbClr val="000000"/>
                                  </a:solidFill>
                                  <a:latin typeface="Cambria Math" panose="02040503050406030204" pitchFamily="18" charset="0"/>
                                </a:rPr>
                                <m:t>𝐷</m:t>
                              </m:r>
                            </m:e>
                            <m:sub>
                              <m:r>
                                <a:rPr lang="en-US" i="1">
                                  <a:solidFill>
                                    <a:srgbClr val="000000"/>
                                  </a:solidFill>
                                  <a:latin typeface="Cambria Math" panose="02040503050406030204" pitchFamily="18" charset="0"/>
                                </a:rPr>
                                <m:t>0</m:t>
                              </m:r>
                            </m:sub>
                          </m:sSub>
                          <m:r>
                            <a:rPr lang="en-US" i="1">
                              <a:solidFill>
                                <a:srgbClr val="000000"/>
                              </a:solidFill>
                              <a:latin typeface="Cambria Math" panose="02040503050406030204" pitchFamily="18" charset="0"/>
                            </a:rPr>
                            <m:t>(1+</m:t>
                          </m:r>
                          <m:r>
                            <a:rPr lang="en-US" i="1">
                              <a:solidFill>
                                <a:srgbClr val="000000"/>
                              </a:solidFill>
                              <a:latin typeface="Cambria Math" panose="02040503050406030204" pitchFamily="18" charset="0"/>
                            </a:rPr>
                            <m:t>𝑔</m:t>
                          </m:r>
                          <m:r>
                            <a:rPr lang="en-US" b="0" i="1" smtClean="0">
                              <a:solidFill>
                                <a:srgbClr val="000000"/>
                              </a:solidFill>
                              <a:latin typeface="Cambria Math" panose="02040503050406030204" pitchFamily="18" charset="0"/>
                            </a:rPr>
                            <m:t>)^(7−0)</m:t>
                          </m:r>
                        </m:num>
                        <m:den>
                          <m:r>
                            <a:rPr lang="en-US" i="1">
                              <a:solidFill>
                                <a:srgbClr val="000000"/>
                              </a:solidFill>
                              <a:latin typeface="Cambria Math" panose="02040503050406030204" pitchFamily="18" charset="0"/>
                            </a:rPr>
                            <m:t>(</m:t>
                          </m:r>
                          <m:r>
                            <a:rPr lang="en-US" i="1">
                              <a:solidFill>
                                <a:srgbClr val="000000"/>
                              </a:solidFill>
                              <a:latin typeface="Cambria Math" panose="02040503050406030204" pitchFamily="18" charset="0"/>
                            </a:rPr>
                            <m:t>𝑅</m:t>
                          </m:r>
                          <m:r>
                            <a:rPr lang="en-US" i="1">
                              <a:solidFill>
                                <a:srgbClr val="000000"/>
                              </a:solidFill>
                              <a:latin typeface="Cambria Math" panose="02040503050406030204" pitchFamily="18" charset="0"/>
                            </a:rPr>
                            <m:t>−</m:t>
                          </m:r>
                          <m:r>
                            <a:rPr lang="en-US" i="1">
                              <a:solidFill>
                                <a:srgbClr val="000000"/>
                              </a:solidFill>
                              <a:latin typeface="Cambria Math" panose="02040503050406030204" pitchFamily="18" charset="0"/>
                            </a:rPr>
                            <m:t>𝑔</m:t>
                          </m:r>
                          <m:r>
                            <a:rPr lang="en-US" i="1">
                              <a:solidFill>
                                <a:srgbClr val="000000"/>
                              </a:solidFill>
                              <a:latin typeface="Cambria Math" panose="02040503050406030204" pitchFamily="18" charset="0"/>
                            </a:rPr>
                            <m:t>)</m:t>
                          </m:r>
                        </m:den>
                      </m:f>
                      <m:r>
                        <a:rPr lang="en-US" i="1">
                          <a:solidFill>
                            <a:srgbClr val="000000"/>
                          </a:solidFill>
                          <a:latin typeface="Cambria Math" panose="02040503050406030204" pitchFamily="18" charset="0"/>
                        </a:rPr>
                        <m:t>=</m:t>
                      </m:r>
                      <m:f>
                        <m:fPr>
                          <m:ctrlPr>
                            <a:rPr lang="en-US" i="1">
                              <a:solidFill>
                                <a:srgbClr val="000000"/>
                              </a:solidFill>
                              <a:latin typeface="Cambria Math" panose="02040503050406030204" pitchFamily="18" charset="0"/>
                            </a:rPr>
                          </m:ctrlPr>
                        </m:fPr>
                        <m:num>
                          <m:r>
                            <a:rPr lang="en-US" i="1">
                              <a:solidFill>
                                <a:srgbClr val="000000"/>
                              </a:solidFill>
                              <a:latin typeface="Cambria Math" panose="02040503050406030204" pitchFamily="18" charset="0"/>
                            </a:rPr>
                            <m:t>2.6</m:t>
                          </m:r>
                          <m:d>
                            <m:dPr>
                              <m:ctrlPr>
                                <a:rPr lang="en-US" i="1">
                                  <a:solidFill>
                                    <a:srgbClr val="000000"/>
                                  </a:solidFill>
                                  <a:latin typeface="Cambria Math" panose="02040503050406030204" pitchFamily="18" charset="0"/>
                                </a:rPr>
                              </m:ctrlPr>
                            </m:dPr>
                            <m:e>
                              <m:r>
                                <a:rPr lang="en-US" i="1">
                                  <a:solidFill>
                                    <a:srgbClr val="000000"/>
                                  </a:solidFill>
                                  <a:latin typeface="Cambria Math" panose="02040503050406030204" pitchFamily="18" charset="0"/>
                                </a:rPr>
                                <m:t>1−.06</m:t>
                              </m:r>
                            </m:e>
                          </m:d>
                          <m:r>
                            <a:rPr lang="en-US" b="0" i="1" smtClean="0">
                              <a:solidFill>
                                <a:srgbClr val="000000"/>
                              </a:solidFill>
                              <a:latin typeface="Cambria Math" panose="02040503050406030204" pitchFamily="18" charset="0"/>
                            </a:rPr>
                            <m:t>^7</m:t>
                          </m:r>
                        </m:num>
                        <m:den>
                          <m:r>
                            <a:rPr lang="en-US" i="1">
                              <a:solidFill>
                                <a:srgbClr val="000000"/>
                              </a:solidFill>
                              <a:latin typeface="Cambria Math" panose="02040503050406030204" pitchFamily="18" charset="0"/>
                            </a:rPr>
                            <m:t>(.13−</m:t>
                          </m:r>
                          <m:d>
                            <m:dPr>
                              <m:ctrlPr>
                                <a:rPr lang="en-US" i="1">
                                  <a:solidFill>
                                    <a:srgbClr val="000000"/>
                                  </a:solidFill>
                                  <a:latin typeface="Cambria Math" panose="02040503050406030204" pitchFamily="18" charset="0"/>
                                </a:rPr>
                              </m:ctrlPr>
                            </m:dPr>
                            <m:e>
                              <m:r>
                                <a:rPr lang="en-US" i="1">
                                  <a:solidFill>
                                    <a:srgbClr val="000000"/>
                                  </a:solidFill>
                                  <a:latin typeface="Cambria Math" panose="02040503050406030204" pitchFamily="18" charset="0"/>
                                </a:rPr>
                                <m:t>−.06</m:t>
                              </m:r>
                            </m:e>
                          </m:d>
                          <m:r>
                            <a:rPr lang="en-US" i="1">
                              <a:solidFill>
                                <a:srgbClr val="000000"/>
                              </a:solidFill>
                              <a:latin typeface="Cambria Math" panose="02040503050406030204" pitchFamily="18" charset="0"/>
                            </a:rPr>
                            <m:t>)</m:t>
                          </m:r>
                        </m:den>
                      </m:f>
                      <m:r>
                        <a:rPr lang="en-US" i="1">
                          <a:solidFill>
                            <a:srgbClr val="000000"/>
                          </a:solidFill>
                          <a:latin typeface="Cambria Math" panose="02040503050406030204" pitchFamily="18" charset="0"/>
                        </a:rPr>
                        <m:t>=</m:t>
                      </m:r>
                      <m:f>
                        <m:fPr>
                          <m:ctrlPr>
                            <a:rPr lang="en-US" i="1">
                              <a:solidFill>
                                <a:srgbClr val="000000"/>
                              </a:solidFill>
                              <a:latin typeface="Cambria Math" panose="02040503050406030204" pitchFamily="18" charset="0"/>
                            </a:rPr>
                          </m:ctrlPr>
                        </m:fPr>
                        <m:num>
                          <m:r>
                            <a:rPr lang="en-US" i="1">
                              <a:solidFill>
                                <a:srgbClr val="000000"/>
                              </a:solidFill>
                              <a:latin typeface="Cambria Math" panose="02040503050406030204" pitchFamily="18" charset="0"/>
                            </a:rPr>
                            <m:t>2.6(.</m:t>
                          </m:r>
                          <m:r>
                            <a:rPr lang="en-US" b="0" i="1" smtClean="0">
                              <a:solidFill>
                                <a:srgbClr val="000000"/>
                              </a:solidFill>
                              <a:latin typeface="Cambria Math" panose="02040503050406030204" pitchFamily="18" charset="0"/>
                            </a:rPr>
                            <m:t>6485</m:t>
                          </m:r>
                          <m:r>
                            <a:rPr lang="en-US" i="1">
                              <a:solidFill>
                                <a:srgbClr val="000000"/>
                              </a:solidFill>
                              <a:latin typeface="Cambria Math" panose="02040503050406030204" pitchFamily="18" charset="0"/>
                            </a:rPr>
                            <m:t>)</m:t>
                          </m:r>
                        </m:num>
                        <m:den>
                          <m:r>
                            <a:rPr lang="en-US" i="1">
                              <a:solidFill>
                                <a:srgbClr val="000000"/>
                              </a:solidFill>
                              <a:latin typeface="Cambria Math" panose="02040503050406030204" pitchFamily="18" charset="0"/>
                            </a:rPr>
                            <m:t>.19</m:t>
                          </m:r>
                        </m:den>
                      </m:f>
                      <m:r>
                        <a:rPr lang="en-US" i="1">
                          <a:solidFill>
                            <a:srgbClr val="000000"/>
                          </a:solidFill>
                          <a:latin typeface="Cambria Math" panose="02040503050406030204" pitchFamily="18" charset="0"/>
                        </a:rPr>
                        <m:t>=$</m:t>
                      </m:r>
                      <m:r>
                        <a:rPr lang="en-US" b="0" i="1" smtClean="0">
                          <a:solidFill>
                            <a:srgbClr val="000000"/>
                          </a:solidFill>
                          <a:latin typeface="Cambria Math" panose="02040503050406030204" pitchFamily="18" charset="0"/>
                        </a:rPr>
                        <m:t>8.874</m:t>
                      </m:r>
                    </m:oMath>
                  </m:oMathPara>
                </a14:m>
                <a:endParaRPr lang="en-US" dirty="0"/>
              </a:p>
            </p:txBody>
          </p:sp>
        </mc:Choice>
        <mc:Fallback xmlns="">
          <p:sp>
            <p:nvSpPr>
              <p:cNvPr id="5" name="Object 7">
                <a:extLst>
                  <a:ext uri="{FF2B5EF4-FFF2-40B4-BE49-F238E27FC236}">
                    <a16:creationId xmlns:a16="http://schemas.microsoft.com/office/drawing/2014/main" id="{0C66FAD6-63E9-3B71-4AD6-327F06FEF529}"/>
                  </a:ext>
                </a:extLst>
              </p:cNvPr>
              <p:cNvSpPr txBox="1">
                <a:spLocks noRot="1" noChangeAspect="1" noMove="1" noResize="1" noEditPoints="1" noAdjustHandles="1" noChangeArrowheads="1" noChangeShapeType="1" noTextEdit="1"/>
              </p:cNvSpPr>
              <p:nvPr/>
            </p:nvSpPr>
            <p:spPr bwMode="auto">
              <a:xfrm>
                <a:off x="2064481" y="5426804"/>
                <a:ext cx="8087703" cy="788988"/>
              </a:xfrm>
              <a:prstGeom prst="rect">
                <a:avLst/>
              </a:prstGeom>
              <a:blipFill>
                <a:blip r:embed="rId4"/>
                <a:stretch>
                  <a:fillRect/>
                </a:stretch>
              </a:blipFill>
              <a:ln>
                <a:noFill/>
              </a:ln>
              <a:effectLst/>
            </p:spPr>
            <p:txBody>
              <a:bodyPr/>
              <a:lstStyle/>
              <a:p>
                <a:r>
                  <a:rPr lang="en-US">
                    <a:noFill/>
                  </a:rPr>
                  <a:t> </a:t>
                </a:r>
              </a:p>
            </p:txBody>
          </p:sp>
        </mc:Fallback>
      </mc:AlternateContent>
      <p:sp>
        <p:nvSpPr>
          <p:cNvPr id="7" name="TextBox 6">
            <a:extLst>
              <a:ext uri="{FF2B5EF4-FFF2-40B4-BE49-F238E27FC236}">
                <a16:creationId xmlns:a16="http://schemas.microsoft.com/office/drawing/2014/main" id="{2ECE0766-811E-76C8-2A52-096787BA07A7}"/>
              </a:ext>
            </a:extLst>
          </p:cNvPr>
          <p:cNvSpPr txBox="1"/>
          <p:nvPr/>
        </p:nvSpPr>
        <p:spPr>
          <a:xfrm>
            <a:off x="973015" y="4442150"/>
            <a:ext cx="6858000" cy="369332"/>
          </a:xfrm>
          <a:prstGeom prst="rect">
            <a:avLst/>
          </a:prstGeom>
          <a:noFill/>
        </p:spPr>
        <p:txBody>
          <a:bodyPr wrap="square" rtlCol="0">
            <a:spAutoFit/>
          </a:bodyPr>
          <a:lstStyle/>
          <a:p>
            <a:r>
              <a:rPr lang="en-US" dirty="0"/>
              <a:t>What would you expect the price to be in 6 years?</a:t>
            </a:r>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2531" name="Slide Number Placeholder 6">
            <a:extLst>
              <a:ext uri="{FF2B5EF4-FFF2-40B4-BE49-F238E27FC236}">
                <a16:creationId xmlns:a16="http://schemas.microsoft.com/office/drawing/2014/main" id="{B4EEA29D-F860-EDF5-1C97-176BEA335A65}"/>
              </a:ext>
            </a:extLst>
          </p:cNvPr>
          <p:cNvSpPr>
            <a:spLocks noGrp="1"/>
          </p:cNvSpPr>
          <p:nvPr>
            <p:ph type="sldNum" sz="quarter" idx="12"/>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a:solidFill>
                  <a:schemeClr val="tx1"/>
                </a:solidFill>
                <a:latin typeface="Arial" panose="020B0604020202020204" pitchFamily="34" charset="0"/>
              </a:defRPr>
            </a:lvl1pPr>
            <a:lvl2pPr marL="742950" indent="-285750" eaLnBrk="0" hangingPunct="0">
              <a:defRPr>
                <a:solidFill>
                  <a:schemeClr val="tx1"/>
                </a:solidFill>
                <a:latin typeface="Arial" panose="020B0604020202020204" pitchFamily="34" charset="0"/>
              </a:defRPr>
            </a:lvl2pPr>
            <a:lvl3pPr marL="1143000" indent="-228600" eaLnBrk="0" hangingPunct="0">
              <a:defRPr>
                <a:solidFill>
                  <a:schemeClr val="tx1"/>
                </a:solidFill>
                <a:latin typeface="Arial" panose="020B0604020202020204" pitchFamily="34" charset="0"/>
              </a:defRPr>
            </a:lvl3pPr>
            <a:lvl4pPr marL="1600200" indent="-228600" eaLnBrk="0" hangingPunct="0">
              <a:defRPr>
                <a:solidFill>
                  <a:schemeClr val="tx1"/>
                </a:solidFill>
                <a:latin typeface="Arial" panose="020B0604020202020204" pitchFamily="34" charset="0"/>
              </a:defRPr>
            </a:lvl4pPr>
            <a:lvl5pPr marL="2057400" indent="-228600" eaLnBrk="0" hangingPunct="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eaLnBrk="1" hangingPunct="1"/>
            <a:fld id="{F73C53E4-130C-44DD-9E38-7F747FA341A6}" type="slidenum">
              <a:rPr lang="en-US" altLang="en-US"/>
              <a:pPr eaLnBrk="1" hangingPunct="1"/>
              <a:t>17</a:t>
            </a:fld>
            <a:endParaRPr lang="en-US" altLang="en-US"/>
          </a:p>
        </p:txBody>
      </p:sp>
      <p:sp>
        <p:nvSpPr>
          <p:cNvPr id="22532" name="Rectangle 2">
            <a:extLst>
              <a:ext uri="{FF2B5EF4-FFF2-40B4-BE49-F238E27FC236}">
                <a16:creationId xmlns:a16="http://schemas.microsoft.com/office/drawing/2014/main" id="{C9B9C288-3ED4-FA11-B095-78FB58367CFD}"/>
              </a:ext>
            </a:extLst>
          </p:cNvPr>
          <p:cNvSpPr>
            <a:spLocks noGrp="1" noChangeArrowheads="1"/>
          </p:cNvSpPr>
          <p:nvPr>
            <p:ph type="title"/>
          </p:nvPr>
        </p:nvSpPr>
        <p:spPr>
          <a:xfrm>
            <a:off x="838200" y="381000"/>
            <a:ext cx="10515599" cy="609600"/>
          </a:xfrm>
          <a:ln>
            <a:solidFill>
              <a:schemeClr val="tx1"/>
            </a:solidFill>
            <a:miter lim="800000"/>
            <a:headEnd/>
            <a:tailEnd/>
          </a:ln>
        </p:spPr>
        <p:txBody>
          <a:bodyPr/>
          <a:lstStyle/>
          <a:p>
            <a:r>
              <a:rPr lang="en-US" altLang="en-US" sz="2800" dirty="0"/>
              <a:t>Practice:  Constant Growth</a:t>
            </a:r>
          </a:p>
        </p:txBody>
      </p:sp>
      <p:sp>
        <p:nvSpPr>
          <p:cNvPr id="22533" name="Rectangle 3">
            <a:extLst>
              <a:ext uri="{FF2B5EF4-FFF2-40B4-BE49-F238E27FC236}">
                <a16:creationId xmlns:a16="http://schemas.microsoft.com/office/drawing/2014/main" id="{1C2367E6-DF5D-0A0C-4DEA-C466BAEB4D8E}"/>
              </a:ext>
            </a:extLst>
          </p:cNvPr>
          <p:cNvSpPr>
            <a:spLocks noGrp="1" noChangeArrowheads="1"/>
          </p:cNvSpPr>
          <p:nvPr>
            <p:ph type="body" sz="half" idx="1"/>
          </p:nvPr>
        </p:nvSpPr>
        <p:spPr>
          <a:xfrm>
            <a:off x="703385" y="1143002"/>
            <a:ext cx="10902461" cy="3071582"/>
          </a:xfrm>
        </p:spPr>
        <p:txBody>
          <a:bodyPr/>
          <a:lstStyle/>
          <a:p>
            <a:pPr marL="0" indent="0">
              <a:buNone/>
            </a:pPr>
            <a:r>
              <a:rPr lang="en-US" altLang="en-US" sz="1800" dirty="0"/>
              <a:t>1)    You are evaluating common stock of The Solomon Company. The firm’s dividend next year is expected to be $2.45, and it is expected to be  grow at a constant rate of 5%. 	</a:t>
            </a:r>
          </a:p>
        </p:txBody>
      </p:sp>
      <p:sp>
        <p:nvSpPr>
          <p:cNvPr id="22560" name="Text Box 52">
            <a:extLst>
              <a:ext uri="{FF2B5EF4-FFF2-40B4-BE49-F238E27FC236}">
                <a16:creationId xmlns:a16="http://schemas.microsoft.com/office/drawing/2014/main" id="{C75064F6-256E-30CD-47AE-C82841BFE758}"/>
              </a:ext>
            </a:extLst>
          </p:cNvPr>
          <p:cNvSpPr txBox="1">
            <a:spLocks noChangeArrowheads="1"/>
          </p:cNvSpPr>
          <p:nvPr/>
        </p:nvSpPr>
        <p:spPr bwMode="auto">
          <a:xfrm>
            <a:off x="1031632" y="1813926"/>
            <a:ext cx="9589476" cy="240065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marL="342900" indent="-342900" eaLnBrk="0" hangingPunct="0">
              <a:defRPr>
                <a:solidFill>
                  <a:schemeClr val="tx1"/>
                </a:solidFill>
                <a:latin typeface="Arial" panose="020B0604020202020204" pitchFamily="34" charset="0"/>
              </a:defRPr>
            </a:lvl1pPr>
            <a:lvl2pPr marL="742950" indent="-285750" eaLnBrk="0" hangingPunct="0">
              <a:defRPr>
                <a:solidFill>
                  <a:schemeClr val="tx1"/>
                </a:solidFill>
                <a:latin typeface="Arial" panose="020B0604020202020204" pitchFamily="34" charset="0"/>
              </a:defRPr>
            </a:lvl2pPr>
            <a:lvl3pPr marL="1143000" indent="-228600" eaLnBrk="0" hangingPunct="0">
              <a:defRPr>
                <a:solidFill>
                  <a:schemeClr val="tx1"/>
                </a:solidFill>
                <a:latin typeface="Arial" panose="020B0604020202020204" pitchFamily="34" charset="0"/>
              </a:defRPr>
            </a:lvl3pPr>
            <a:lvl4pPr marL="1600200" indent="-228600" eaLnBrk="0" hangingPunct="0">
              <a:defRPr>
                <a:solidFill>
                  <a:schemeClr val="tx1"/>
                </a:solidFill>
                <a:latin typeface="Arial" panose="020B0604020202020204" pitchFamily="34" charset="0"/>
              </a:defRPr>
            </a:lvl4pPr>
            <a:lvl5pPr marL="2057400" indent="-228600" eaLnBrk="0" hangingPunct="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eaLnBrk="1" hangingPunct="1">
              <a:spcBef>
                <a:spcPct val="50000"/>
              </a:spcBef>
              <a:buFontTx/>
              <a:buAutoNum type="alphaLcParenR"/>
            </a:pPr>
            <a:r>
              <a:rPr lang="en-US" altLang="en-US" dirty="0">
                <a:latin typeface="+mn-lt"/>
              </a:rPr>
              <a:t>If you can earn 13% on similar-risk investments, what is the most you would be willing to pay for one share of Elk  today? (30.63)</a:t>
            </a:r>
          </a:p>
          <a:p>
            <a:pPr eaLnBrk="1" hangingPunct="1">
              <a:spcBef>
                <a:spcPct val="50000"/>
              </a:spcBef>
              <a:buFontTx/>
              <a:buAutoNum type="alphaLcParenR"/>
            </a:pPr>
            <a:r>
              <a:rPr lang="en-US" altLang="en-US" dirty="0">
                <a:latin typeface="+mn-lt"/>
              </a:rPr>
              <a:t>If you can earn only 11% on similar-risk investments, what is the most you would be willing to pay for one share of Elk today? (40.83)</a:t>
            </a:r>
          </a:p>
          <a:p>
            <a:pPr eaLnBrk="1" hangingPunct="1">
              <a:spcBef>
                <a:spcPct val="50000"/>
              </a:spcBef>
              <a:buFontTx/>
              <a:buAutoNum type="alphaLcParenR"/>
            </a:pPr>
            <a:r>
              <a:rPr lang="en-US" altLang="en-US" dirty="0">
                <a:latin typeface="+mn-lt"/>
              </a:rPr>
              <a:t>If you can earn 11% on similar-risk investment, what would the expected price of Elk stock be in 5 years? (54.72)</a:t>
            </a:r>
          </a:p>
          <a:p>
            <a:pPr eaLnBrk="1" hangingPunct="1">
              <a:spcBef>
                <a:spcPct val="50000"/>
              </a:spcBef>
            </a:pPr>
            <a:endParaRPr lang="en-US" altLang="en-US" sz="1600" dirty="0">
              <a:latin typeface="Calibri" panose="020F0502020204030204" pitchFamily="34" charset="0"/>
            </a:endParaRPr>
          </a:p>
        </p:txBody>
      </p:sp>
      <p:graphicFrame>
        <p:nvGraphicFramePr>
          <p:cNvPr id="2" name="Table 1">
            <a:extLst>
              <a:ext uri="{FF2B5EF4-FFF2-40B4-BE49-F238E27FC236}">
                <a16:creationId xmlns:a16="http://schemas.microsoft.com/office/drawing/2014/main" id="{614C52F9-8BBE-C247-0DE7-85E2427B5C00}"/>
              </a:ext>
            </a:extLst>
          </p:cNvPr>
          <p:cNvGraphicFramePr>
            <a:graphicFrameLocks noGrp="1"/>
          </p:cNvGraphicFramePr>
          <p:nvPr>
            <p:extLst>
              <p:ext uri="{D42A27DB-BD31-4B8C-83A1-F6EECF244321}">
                <p14:modId xmlns:p14="http://schemas.microsoft.com/office/powerpoint/2010/main" val="2098608372"/>
              </p:ext>
            </p:extLst>
          </p:nvPr>
        </p:nvGraphicFramePr>
        <p:xfrm>
          <a:off x="10621108" y="2363574"/>
          <a:ext cx="2184400" cy="1651635"/>
        </p:xfrm>
        <a:graphic>
          <a:graphicData uri="http://schemas.openxmlformats.org/drawingml/2006/table">
            <a:tbl>
              <a:tblPr>
                <a:tableStyleId>{5C22544A-7EE6-4342-B048-85BDC9FD1C3A}</a:tableStyleId>
              </a:tblPr>
              <a:tblGrid>
                <a:gridCol w="609600">
                  <a:extLst>
                    <a:ext uri="{9D8B030D-6E8A-4147-A177-3AD203B41FA5}">
                      <a16:colId xmlns:a16="http://schemas.microsoft.com/office/drawing/2014/main" val="907434867"/>
                    </a:ext>
                  </a:extLst>
                </a:gridCol>
                <a:gridCol w="1574800">
                  <a:extLst>
                    <a:ext uri="{9D8B030D-6E8A-4147-A177-3AD203B41FA5}">
                      <a16:colId xmlns:a16="http://schemas.microsoft.com/office/drawing/2014/main" val="200389992"/>
                    </a:ext>
                  </a:extLst>
                </a:gridCol>
              </a:tblGrid>
              <a:tr h="190500">
                <a:tc>
                  <a:txBody>
                    <a:bodyPr/>
                    <a:lstStyle/>
                    <a:p>
                      <a:pPr algn="l" fontAlgn="b"/>
                      <a:r>
                        <a:rPr lang="en-US" sz="1100" u="none" strike="noStrike">
                          <a:effectLst/>
                        </a:rPr>
                        <a:t>P5</a:t>
                      </a:r>
                      <a:endParaRPr lang="en-US" sz="1100" b="0" i="0" u="none" strike="noStrike">
                        <a:solidFill>
                          <a:srgbClr val="000000"/>
                        </a:solidFill>
                        <a:effectLst/>
                        <a:latin typeface="Aptos Narrow" panose="020B0004020202020204" pitchFamily="34" charset="0"/>
                      </a:endParaRPr>
                    </a:p>
                  </a:txBody>
                  <a:tcPr marL="9525" marR="9525" marT="9525" marB="0" anchor="b"/>
                </a:tc>
                <a:tc>
                  <a:txBody>
                    <a:bodyPr/>
                    <a:lstStyle/>
                    <a:p>
                      <a:pPr algn="l" fontAlgn="b"/>
                      <a:r>
                        <a:rPr lang="en-US" sz="1100" u="none" strike="noStrike">
                          <a:effectLst/>
                        </a:rPr>
                        <a:t>D6/(r-g)</a:t>
                      </a:r>
                      <a:endParaRPr lang="en-US" sz="1100" b="0" i="0" u="none" strike="noStrike">
                        <a:solidFill>
                          <a:srgbClr val="000000"/>
                        </a:solidFill>
                        <a:effectLst/>
                        <a:latin typeface="Aptos Narrow" panose="020B0004020202020204" pitchFamily="34" charset="0"/>
                      </a:endParaRPr>
                    </a:p>
                  </a:txBody>
                  <a:tcPr marL="9525" marR="9525" marT="9525" marB="0" anchor="b"/>
                </a:tc>
                <a:extLst>
                  <a:ext uri="{0D108BD9-81ED-4DB2-BD59-A6C34878D82A}">
                    <a16:rowId xmlns:a16="http://schemas.microsoft.com/office/drawing/2014/main" val="3880151091"/>
                  </a:ext>
                </a:extLst>
              </a:tr>
              <a:tr h="145178">
                <a:tc>
                  <a:txBody>
                    <a:bodyPr/>
                    <a:lstStyle/>
                    <a:p>
                      <a:pPr algn="l" fontAlgn="b"/>
                      <a:r>
                        <a:rPr lang="en-US" sz="1100" u="none" strike="noStrike">
                          <a:effectLst/>
                        </a:rPr>
                        <a:t> </a:t>
                      </a:r>
                      <a:endParaRPr lang="en-US" sz="1100" b="0" i="0" u="none" strike="noStrike">
                        <a:solidFill>
                          <a:srgbClr val="000000"/>
                        </a:solidFill>
                        <a:effectLst/>
                        <a:latin typeface="Aptos Narrow" panose="020B0004020202020204" pitchFamily="34" charset="0"/>
                      </a:endParaRPr>
                    </a:p>
                  </a:txBody>
                  <a:tcPr marL="9525" marR="9525" marT="9525" marB="0" anchor="b"/>
                </a:tc>
                <a:tc>
                  <a:txBody>
                    <a:bodyPr/>
                    <a:lstStyle/>
                    <a:p>
                      <a:pPr algn="l" fontAlgn="b"/>
                      <a:r>
                        <a:rPr lang="en-US" sz="1100" u="none" strike="noStrike" dirty="0">
                          <a:effectLst/>
                        </a:rPr>
                        <a:t> </a:t>
                      </a:r>
                      <a:endParaRPr lang="en-US" sz="1100" b="0" i="0" u="none" strike="noStrike" dirty="0">
                        <a:solidFill>
                          <a:srgbClr val="000000"/>
                        </a:solidFill>
                        <a:effectLst/>
                        <a:latin typeface="Aptos Narrow" panose="020B0004020202020204" pitchFamily="34" charset="0"/>
                      </a:endParaRPr>
                    </a:p>
                  </a:txBody>
                  <a:tcPr marL="9525" marR="9525" marT="9525" marB="0" anchor="b"/>
                </a:tc>
                <a:extLst>
                  <a:ext uri="{0D108BD9-81ED-4DB2-BD59-A6C34878D82A}">
                    <a16:rowId xmlns:a16="http://schemas.microsoft.com/office/drawing/2014/main" val="2591043101"/>
                  </a:ext>
                </a:extLst>
              </a:tr>
              <a:tr h="190500">
                <a:tc>
                  <a:txBody>
                    <a:bodyPr/>
                    <a:lstStyle/>
                    <a:p>
                      <a:pPr algn="l" fontAlgn="b"/>
                      <a:r>
                        <a:rPr lang="en-US" sz="1100" u="none" strike="noStrike">
                          <a:effectLst/>
                        </a:rPr>
                        <a:t>D6</a:t>
                      </a:r>
                      <a:endParaRPr lang="en-US" sz="1100" b="0" i="0" u="none" strike="noStrike">
                        <a:solidFill>
                          <a:srgbClr val="000000"/>
                        </a:solidFill>
                        <a:effectLst/>
                        <a:latin typeface="Aptos Narrow" panose="020B0004020202020204" pitchFamily="34" charset="0"/>
                      </a:endParaRPr>
                    </a:p>
                  </a:txBody>
                  <a:tcPr marL="9525" marR="9525" marT="9525" marB="0" anchor="b"/>
                </a:tc>
                <a:tc>
                  <a:txBody>
                    <a:bodyPr/>
                    <a:lstStyle/>
                    <a:p>
                      <a:pPr algn="l" fontAlgn="b"/>
                      <a:r>
                        <a:rPr lang="en-US" sz="1100" u="none" strike="noStrike">
                          <a:effectLst/>
                        </a:rPr>
                        <a:t>D6*(1+g)/(R-g)</a:t>
                      </a:r>
                      <a:endParaRPr lang="en-US" sz="1100" b="0" i="0" u="none" strike="noStrike">
                        <a:solidFill>
                          <a:srgbClr val="000000"/>
                        </a:solidFill>
                        <a:effectLst/>
                        <a:latin typeface="Aptos Narrow" panose="020B0004020202020204" pitchFamily="34" charset="0"/>
                      </a:endParaRPr>
                    </a:p>
                  </a:txBody>
                  <a:tcPr marL="9525" marR="9525" marT="9525" marB="0" anchor="b"/>
                </a:tc>
                <a:extLst>
                  <a:ext uri="{0D108BD9-81ED-4DB2-BD59-A6C34878D82A}">
                    <a16:rowId xmlns:a16="http://schemas.microsoft.com/office/drawing/2014/main" val="989161220"/>
                  </a:ext>
                </a:extLst>
              </a:tr>
              <a:tr h="0">
                <a:tc>
                  <a:txBody>
                    <a:bodyPr/>
                    <a:lstStyle/>
                    <a:p>
                      <a:pPr algn="l" fontAlgn="b"/>
                      <a:r>
                        <a:rPr lang="en-US" sz="1100" u="none" strike="noStrike">
                          <a:effectLst/>
                        </a:rPr>
                        <a:t> </a:t>
                      </a:r>
                      <a:endParaRPr lang="en-US" sz="1100" b="0" i="0" u="none" strike="noStrike">
                        <a:solidFill>
                          <a:srgbClr val="000000"/>
                        </a:solidFill>
                        <a:effectLst/>
                        <a:latin typeface="Aptos Narrow" panose="020B0004020202020204" pitchFamily="34" charset="0"/>
                      </a:endParaRPr>
                    </a:p>
                  </a:txBody>
                  <a:tcPr marL="9525" marR="9525" marT="9525" marB="0" anchor="b"/>
                </a:tc>
                <a:tc>
                  <a:txBody>
                    <a:bodyPr/>
                    <a:lstStyle/>
                    <a:p>
                      <a:pPr algn="l" fontAlgn="b"/>
                      <a:r>
                        <a:rPr lang="en-US" sz="1100" u="none" strike="noStrike">
                          <a:effectLst/>
                        </a:rPr>
                        <a:t> </a:t>
                      </a:r>
                      <a:endParaRPr lang="en-US" sz="1100" b="0" i="0" u="none" strike="noStrike">
                        <a:solidFill>
                          <a:srgbClr val="000000"/>
                        </a:solidFill>
                        <a:effectLst/>
                        <a:latin typeface="Aptos Narrow" panose="020B0004020202020204" pitchFamily="34" charset="0"/>
                      </a:endParaRPr>
                    </a:p>
                  </a:txBody>
                  <a:tcPr marL="9525" marR="9525" marT="9525" marB="0" anchor="b"/>
                </a:tc>
                <a:extLst>
                  <a:ext uri="{0D108BD9-81ED-4DB2-BD59-A6C34878D82A}">
                    <a16:rowId xmlns:a16="http://schemas.microsoft.com/office/drawing/2014/main" val="305452236"/>
                  </a:ext>
                </a:extLst>
              </a:tr>
              <a:tr h="190500">
                <a:tc>
                  <a:txBody>
                    <a:bodyPr/>
                    <a:lstStyle/>
                    <a:p>
                      <a:pPr algn="l" fontAlgn="b"/>
                      <a:r>
                        <a:rPr lang="en-US" sz="1100" u="none" strike="noStrike">
                          <a:effectLst/>
                        </a:rPr>
                        <a:t>D6</a:t>
                      </a:r>
                      <a:endParaRPr lang="en-US" sz="1100" b="0" i="0" u="none" strike="noStrike">
                        <a:solidFill>
                          <a:srgbClr val="000000"/>
                        </a:solidFill>
                        <a:effectLst/>
                        <a:latin typeface="Aptos Narrow" panose="020B0004020202020204" pitchFamily="34" charset="0"/>
                      </a:endParaRPr>
                    </a:p>
                  </a:txBody>
                  <a:tcPr marL="9525" marR="9525" marT="9525" marB="0" anchor="b"/>
                </a:tc>
                <a:tc>
                  <a:txBody>
                    <a:bodyPr/>
                    <a:lstStyle/>
                    <a:p>
                      <a:pPr algn="l" fontAlgn="b"/>
                      <a:r>
                        <a:rPr lang="en-US" sz="1100" u="none" strike="noStrike">
                          <a:effectLst/>
                        </a:rPr>
                        <a:t>D1*(1+g)^(6-1)</a:t>
                      </a:r>
                      <a:endParaRPr lang="en-US" sz="1100" b="0" i="0" u="none" strike="noStrike">
                        <a:solidFill>
                          <a:srgbClr val="000000"/>
                        </a:solidFill>
                        <a:effectLst/>
                        <a:latin typeface="Aptos Narrow" panose="020B0004020202020204" pitchFamily="34" charset="0"/>
                      </a:endParaRPr>
                    </a:p>
                  </a:txBody>
                  <a:tcPr marL="9525" marR="9525" marT="9525" marB="0" anchor="b"/>
                </a:tc>
                <a:extLst>
                  <a:ext uri="{0D108BD9-81ED-4DB2-BD59-A6C34878D82A}">
                    <a16:rowId xmlns:a16="http://schemas.microsoft.com/office/drawing/2014/main" val="3085455426"/>
                  </a:ext>
                </a:extLst>
              </a:tr>
              <a:tr h="190500">
                <a:tc>
                  <a:txBody>
                    <a:bodyPr/>
                    <a:lstStyle/>
                    <a:p>
                      <a:pPr algn="l" fontAlgn="b"/>
                      <a:r>
                        <a:rPr lang="en-US" sz="1100" u="none" strike="noStrike">
                          <a:effectLst/>
                        </a:rPr>
                        <a:t> </a:t>
                      </a:r>
                      <a:endParaRPr lang="en-US" sz="1100" b="0" i="0" u="none" strike="noStrike">
                        <a:solidFill>
                          <a:srgbClr val="000000"/>
                        </a:solidFill>
                        <a:effectLst/>
                        <a:latin typeface="Aptos Narrow" panose="020B0004020202020204" pitchFamily="34" charset="0"/>
                      </a:endParaRPr>
                    </a:p>
                  </a:txBody>
                  <a:tcPr marL="9525" marR="9525" marT="9525" marB="0" anchor="b"/>
                </a:tc>
                <a:tc>
                  <a:txBody>
                    <a:bodyPr/>
                    <a:lstStyle/>
                    <a:p>
                      <a:pPr algn="r" fontAlgn="b"/>
                      <a:r>
                        <a:rPr lang="en-US" sz="1100" u="none" strike="noStrike">
                          <a:effectLst/>
                        </a:rPr>
                        <a:t>3.126889828</a:t>
                      </a:r>
                      <a:endParaRPr lang="en-US" sz="1100" b="0" i="0" u="none" strike="noStrike">
                        <a:solidFill>
                          <a:srgbClr val="000000"/>
                        </a:solidFill>
                        <a:effectLst/>
                        <a:latin typeface="Aptos Narrow" panose="020B0004020202020204" pitchFamily="34" charset="0"/>
                      </a:endParaRPr>
                    </a:p>
                  </a:txBody>
                  <a:tcPr marL="9525" marR="9525" marT="9525" marB="0" anchor="b"/>
                </a:tc>
                <a:extLst>
                  <a:ext uri="{0D108BD9-81ED-4DB2-BD59-A6C34878D82A}">
                    <a16:rowId xmlns:a16="http://schemas.microsoft.com/office/drawing/2014/main" val="3941458077"/>
                  </a:ext>
                </a:extLst>
              </a:tr>
              <a:tr h="190500">
                <a:tc>
                  <a:txBody>
                    <a:bodyPr/>
                    <a:lstStyle/>
                    <a:p>
                      <a:pPr algn="l" fontAlgn="b"/>
                      <a:r>
                        <a:rPr lang="en-US" sz="1100" u="none" strike="noStrike">
                          <a:effectLst/>
                        </a:rPr>
                        <a:t> </a:t>
                      </a:r>
                      <a:endParaRPr lang="en-US" sz="1100" b="0" i="0" u="none" strike="noStrike">
                        <a:solidFill>
                          <a:srgbClr val="000000"/>
                        </a:solidFill>
                        <a:effectLst/>
                        <a:latin typeface="Aptos Narrow" panose="020B0004020202020204" pitchFamily="34" charset="0"/>
                      </a:endParaRPr>
                    </a:p>
                  </a:txBody>
                  <a:tcPr marL="9525" marR="9525" marT="9525" marB="0" anchor="b"/>
                </a:tc>
                <a:tc>
                  <a:txBody>
                    <a:bodyPr/>
                    <a:lstStyle/>
                    <a:p>
                      <a:pPr algn="l" fontAlgn="b"/>
                      <a:r>
                        <a:rPr lang="en-US" sz="1100" u="none" strike="noStrike">
                          <a:effectLst/>
                        </a:rPr>
                        <a:t> </a:t>
                      </a:r>
                      <a:endParaRPr lang="en-US" sz="1100" b="0" i="0" u="none" strike="noStrike">
                        <a:solidFill>
                          <a:srgbClr val="000000"/>
                        </a:solidFill>
                        <a:effectLst/>
                        <a:latin typeface="Aptos Narrow" panose="020B0004020202020204" pitchFamily="34" charset="0"/>
                      </a:endParaRPr>
                    </a:p>
                  </a:txBody>
                  <a:tcPr marL="9525" marR="9525" marT="9525" marB="0" anchor="b"/>
                </a:tc>
                <a:extLst>
                  <a:ext uri="{0D108BD9-81ED-4DB2-BD59-A6C34878D82A}">
                    <a16:rowId xmlns:a16="http://schemas.microsoft.com/office/drawing/2014/main" val="4175097091"/>
                  </a:ext>
                </a:extLst>
              </a:tr>
              <a:tr h="190500">
                <a:tc>
                  <a:txBody>
                    <a:bodyPr/>
                    <a:lstStyle/>
                    <a:p>
                      <a:pPr algn="l" fontAlgn="b"/>
                      <a:r>
                        <a:rPr lang="en-US" sz="1100" u="none" strike="noStrike">
                          <a:effectLst/>
                        </a:rPr>
                        <a:t>P5</a:t>
                      </a:r>
                      <a:endParaRPr lang="en-US" sz="1100" b="0" i="0" u="none" strike="noStrike">
                        <a:solidFill>
                          <a:srgbClr val="000000"/>
                        </a:solidFill>
                        <a:effectLst/>
                        <a:latin typeface="Aptos Narrow" panose="020B0004020202020204" pitchFamily="34" charset="0"/>
                      </a:endParaRPr>
                    </a:p>
                  </a:txBody>
                  <a:tcPr marL="9525" marR="9525" marT="9525" marB="0" anchor="b"/>
                </a:tc>
                <a:tc>
                  <a:txBody>
                    <a:bodyPr/>
                    <a:lstStyle/>
                    <a:p>
                      <a:pPr algn="l" fontAlgn="b"/>
                      <a:r>
                        <a:rPr lang="en-US" sz="1100" u="none" strike="noStrike" dirty="0">
                          <a:effectLst/>
                        </a:rPr>
                        <a:t>=Z22*(1+0.05)/(0.11-0.05)</a:t>
                      </a:r>
                      <a:endParaRPr lang="en-US" sz="1100" b="0" i="0" u="none" strike="noStrike" dirty="0">
                        <a:solidFill>
                          <a:srgbClr val="000000"/>
                        </a:solidFill>
                        <a:effectLst/>
                        <a:latin typeface="Aptos Narrow" panose="020B0004020202020204" pitchFamily="34" charset="0"/>
                      </a:endParaRPr>
                    </a:p>
                  </a:txBody>
                  <a:tcPr marL="9525" marR="9525" marT="9525" marB="0" anchor="b"/>
                </a:tc>
                <a:extLst>
                  <a:ext uri="{0D108BD9-81ED-4DB2-BD59-A6C34878D82A}">
                    <a16:rowId xmlns:a16="http://schemas.microsoft.com/office/drawing/2014/main" val="4201610488"/>
                  </a:ext>
                </a:extLst>
              </a:tr>
            </a:tbl>
          </a:graphicData>
        </a:graphic>
      </p:graphicFrame>
      <p:sp>
        <p:nvSpPr>
          <p:cNvPr id="7" name="TextBox 6">
            <a:extLst>
              <a:ext uri="{FF2B5EF4-FFF2-40B4-BE49-F238E27FC236}">
                <a16:creationId xmlns:a16="http://schemas.microsoft.com/office/drawing/2014/main" id="{4D796CFB-4CF9-9882-99C0-D73830B6312A}"/>
              </a:ext>
            </a:extLst>
          </p:cNvPr>
          <p:cNvSpPr txBox="1"/>
          <p:nvPr/>
        </p:nvSpPr>
        <p:spPr>
          <a:xfrm>
            <a:off x="679938" y="4689231"/>
            <a:ext cx="10785231" cy="1200329"/>
          </a:xfrm>
          <a:prstGeom prst="rect">
            <a:avLst/>
          </a:prstGeom>
          <a:noFill/>
        </p:spPr>
        <p:txBody>
          <a:bodyPr wrap="square" rtlCol="0">
            <a:spAutoFit/>
          </a:bodyPr>
          <a:lstStyle/>
          <a:p>
            <a:r>
              <a:rPr lang="en-US" altLang="en-US" dirty="0"/>
              <a:t>2) </a:t>
            </a:r>
            <a:r>
              <a:rPr lang="en-US" altLang="en-US" sz="1800" dirty="0"/>
              <a:t>What would you be willing to pay for a sock that does not pay dividend at the current time, but is expected to start paying dividend of $2.50 in 6 years and to continue paying this same level of dividend indefinitely? Your required rate of return on this stock is 16%. (15.62)</a:t>
            </a:r>
          </a:p>
          <a:p>
            <a:endParaRPr lang="en-US" dirty="0"/>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317" name="Slide Number Placeholder 7">
            <a:extLst>
              <a:ext uri="{FF2B5EF4-FFF2-40B4-BE49-F238E27FC236}">
                <a16:creationId xmlns:a16="http://schemas.microsoft.com/office/drawing/2014/main" id="{FA20D00D-0EDB-5F17-BC0D-2E332E8BE930}"/>
              </a:ext>
            </a:extLst>
          </p:cNvPr>
          <p:cNvSpPr>
            <a:spLocks noGrp="1"/>
          </p:cNvSpPr>
          <p:nvPr>
            <p:ph type="sldNum" sz="quarter" idx="12"/>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a:solidFill>
                  <a:schemeClr val="tx1"/>
                </a:solidFill>
                <a:latin typeface="Arial" panose="020B0604020202020204" pitchFamily="34" charset="0"/>
              </a:defRPr>
            </a:lvl1pPr>
            <a:lvl2pPr marL="742950" indent="-285750" eaLnBrk="0" hangingPunct="0">
              <a:defRPr>
                <a:solidFill>
                  <a:schemeClr val="tx1"/>
                </a:solidFill>
                <a:latin typeface="Arial" panose="020B0604020202020204" pitchFamily="34" charset="0"/>
              </a:defRPr>
            </a:lvl2pPr>
            <a:lvl3pPr marL="1143000" indent="-228600" eaLnBrk="0" hangingPunct="0">
              <a:defRPr>
                <a:solidFill>
                  <a:schemeClr val="tx1"/>
                </a:solidFill>
                <a:latin typeface="Arial" panose="020B0604020202020204" pitchFamily="34" charset="0"/>
              </a:defRPr>
            </a:lvl3pPr>
            <a:lvl4pPr marL="1600200" indent="-228600" eaLnBrk="0" hangingPunct="0">
              <a:defRPr>
                <a:solidFill>
                  <a:schemeClr val="tx1"/>
                </a:solidFill>
                <a:latin typeface="Arial" panose="020B0604020202020204" pitchFamily="34" charset="0"/>
              </a:defRPr>
            </a:lvl4pPr>
            <a:lvl5pPr marL="2057400" indent="-228600" eaLnBrk="0" hangingPunct="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eaLnBrk="1" hangingPunct="1"/>
            <a:fld id="{96FC4A3A-50C8-4649-B1C0-7419852007CE}" type="slidenum">
              <a:rPr lang="en-US" altLang="en-US"/>
              <a:pPr eaLnBrk="1" hangingPunct="1"/>
              <a:t>18</a:t>
            </a:fld>
            <a:endParaRPr lang="en-US" altLang="en-US"/>
          </a:p>
        </p:txBody>
      </p:sp>
      <p:sp>
        <p:nvSpPr>
          <p:cNvPr id="13318" name="Rectangle 2">
            <a:extLst>
              <a:ext uri="{FF2B5EF4-FFF2-40B4-BE49-F238E27FC236}">
                <a16:creationId xmlns:a16="http://schemas.microsoft.com/office/drawing/2014/main" id="{149E507C-EF18-F082-6F98-9AD6AB087B48}"/>
              </a:ext>
            </a:extLst>
          </p:cNvPr>
          <p:cNvSpPr>
            <a:spLocks noGrp="1" noChangeArrowheads="1"/>
          </p:cNvSpPr>
          <p:nvPr>
            <p:ph type="title"/>
          </p:nvPr>
        </p:nvSpPr>
        <p:spPr>
          <a:xfrm>
            <a:off x="1383323" y="274638"/>
            <a:ext cx="9882554" cy="639762"/>
          </a:xfrm>
          <a:ln>
            <a:solidFill>
              <a:schemeClr val="tx1"/>
            </a:solidFill>
            <a:miter lim="800000"/>
            <a:headEnd/>
            <a:tailEnd/>
          </a:ln>
        </p:spPr>
        <p:txBody>
          <a:bodyPr/>
          <a:lstStyle/>
          <a:p>
            <a:pPr eaLnBrk="1" hangingPunct="1"/>
            <a:r>
              <a:rPr lang="en-US" altLang="en-US" sz="2800" dirty="0"/>
              <a:t>Example – Delayed constant growth dividends</a:t>
            </a:r>
          </a:p>
        </p:txBody>
      </p:sp>
      <p:sp>
        <p:nvSpPr>
          <p:cNvPr id="13319" name="Rectangle 3">
            <a:extLst>
              <a:ext uri="{FF2B5EF4-FFF2-40B4-BE49-F238E27FC236}">
                <a16:creationId xmlns:a16="http://schemas.microsoft.com/office/drawing/2014/main" id="{C62882FB-3F4D-9340-2931-12CF7F1B8C81}"/>
              </a:ext>
            </a:extLst>
          </p:cNvPr>
          <p:cNvSpPr>
            <a:spLocks noGrp="1" noChangeArrowheads="1"/>
          </p:cNvSpPr>
          <p:nvPr>
            <p:ph type="body" sz="half" idx="1"/>
          </p:nvPr>
        </p:nvSpPr>
        <p:spPr>
          <a:xfrm>
            <a:off x="1383323" y="990600"/>
            <a:ext cx="9970477" cy="5486400"/>
          </a:xfrm>
        </p:spPr>
        <p:txBody>
          <a:bodyPr/>
          <a:lstStyle/>
          <a:p>
            <a:pPr eaLnBrk="1" hangingPunct="1"/>
            <a:r>
              <a:rPr lang="en-US" altLang="en-US" sz="2000" dirty="0"/>
              <a:t>A company is expected to pay $4 in dividend in 3 years, after which dividend is expected to grow at a constant rate of 2% indefinitely. How much would an investor be willing to pay for this stock if the required rate of return is 14%?</a:t>
            </a:r>
          </a:p>
          <a:p>
            <a:pPr eaLnBrk="1" hangingPunct="1"/>
            <a:endParaRPr lang="en-US" altLang="en-US" sz="2000" dirty="0"/>
          </a:p>
          <a:p>
            <a:pPr eaLnBrk="1" hangingPunct="1"/>
            <a:r>
              <a:rPr lang="en-US" altLang="en-US" sz="2000" u="sng" dirty="0"/>
              <a:t>Solution:</a:t>
            </a:r>
          </a:p>
          <a:p>
            <a:pPr eaLnBrk="1" hangingPunct="1">
              <a:buFontTx/>
              <a:buNone/>
            </a:pPr>
            <a:r>
              <a:rPr lang="en-US" altLang="en-US" sz="2000" dirty="0"/>
              <a:t>	Price in year 2 is PV of a growing perpetuity</a:t>
            </a:r>
          </a:p>
          <a:p>
            <a:pPr eaLnBrk="1" hangingPunct="1">
              <a:buFontTx/>
              <a:buNone/>
            </a:pPr>
            <a:endParaRPr lang="en-US" altLang="en-US" sz="1800" dirty="0"/>
          </a:p>
          <a:p>
            <a:pPr eaLnBrk="1" hangingPunct="1">
              <a:buFontTx/>
              <a:buNone/>
            </a:pPr>
            <a:endParaRPr lang="en-US" altLang="en-US" sz="1800" dirty="0"/>
          </a:p>
          <a:p>
            <a:pPr eaLnBrk="1" hangingPunct="1">
              <a:buFontTx/>
              <a:buNone/>
            </a:pPr>
            <a:endParaRPr lang="en-US" altLang="en-US" sz="1800" dirty="0"/>
          </a:p>
          <a:p>
            <a:pPr eaLnBrk="1" hangingPunct="1">
              <a:buFontTx/>
              <a:buNone/>
            </a:pPr>
            <a:r>
              <a:rPr lang="en-US" altLang="en-US" sz="2000" dirty="0"/>
              <a:t>     Price in year 0 is PV of lump sum</a:t>
            </a:r>
          </a:p>
          <a:p>
            <a:pPr eaLnBrk="1" hangingPunct="1"/>
            <a:endParaRPr lang="en-US" altLang="en-US" sz="2000" u="sng" dirty="0"/>
          </a:p>
          <a:p>
            <a:pPr eaLnBrk="1" hangingPunct="1"/>
            <a:endParaRPr lang="en-US" altLang="en-US" dirty="0"/>
          </a:p>
        </p:txBody>
      </p:sp>
      <mc:AlternateContent xmlns:mc="http://schemas.openxmlformats.org/markup-compatibility/2006">
        <mc:Choice xmlns:a14="http://schemas.microsoft.com/office/drawing/2010/main" Requires="a14">
          <p:sp>
            <p:nvSpPr>
              <p:cNvPr id="13314" name="Object 4">
                <a:extLst>
                  <a:ext uri="{FF2B5EF4-FFF2-40B4-BE49-F238E27FC236}">
                    <a16:creationId xmlns:a16="http://schemas.microsoft.com/office/drawing/2014/main" id="{27F5DDAA-4F5E-A043-CB77-B368DE7610FE}"/>
                  </a:ext>
                </a:extLst>
              </p:cNvPr>
              <p:cNvSpPr txBox="1"/>
              <p:nvPr>
                <p:ph sz="quarter" idx="2"/>
              </p:nvPr>
            </p:nvSpPr>
            <p:spPr bwMode="auto">
              <a:xfrm>
                <a:off x="3886200" y="3429000"/>
                <a:ext cx="4592638" cy="788988"/>
              </a:xfrm>
              <a:prstGeom prst="rect">
                <a:avLst/>
              </a:prstGeom>
              <a:noFill/>
              <a:ln>
                <a:noFill/>
              </a:ln>
              <a:effectLst/>
            </p:spPr>
            <p:txBody>
              <a:bodyPr>
                <a:normAutofit fontScale="55000" lnSpcReduction="20000"/>
              </a:bodyPr>
              <a:lstStyle/>
              <a:p>
                <a:pPr>
                  <a:buNone/>
                </a:pPr>
                <a14:m>
                  <m:oMathPara xmlns:m="http://schemas.openxmlformats.org/officeDocument/2006/math">
                    <m:oMathParaPr>
                      <m:jc m:val="left"/>
                    </m:oMathParaPr>
                    <m:oMath xmlns:m="http://schemas.openxmlformats.org/officeDocument/2006/math">
                      <m:sSub>
                        <m:sSubPr>
                          <m:ctrlPr>
                            <a:rPr lang="en-US" i="1" smtClean="0">
                              <a:solidFill>
                                <a:srgbClr val="000000"/>
                              </a:solidFill>
                              <a:latin typeface="Cambria Math" panose="02040503050406030204" pitchFamily="18" charset="0"/>
                            </a:rPr>
                          </m:ctrlPr>
                        </m:sSubPr>
                        <m:e>
                          <m:r>
                            <a:rPr lang="en-US" i="1">
                              <a:solidFill>
                                <a:srgbClr val="000000"/>
                              </a:solidFill>
                              <a:latin typeface="Cambria Math" panose="02040503050406030204" pitchFamily="18" charset="0"/>
                            </a:rPr>
                            <m:t>𝑃</m:t>
                          </m:r>
                        </m:e>
                        <m:sub>
                          <m:r>
                            <a:rPr lang="en-US" i="1">
                              <a:solidFill>
                                <a:srgbClr val="000000"/>
                              </a:solidFill>
                              <a:latin typeface="Cambria Math" panose="02040503050406030204" pitchFamily="18" charset="0"/>
                            </a:rPr>
                            <m:t>2</m:t>
                          </m:r>
                        </m:sub>
                      </m:sSub>
                      <m:r>
                        <a:rPr lang="en-US" i="1">
                          <a:solidFill>
                            <a:srgbClr val="000000"/>
                          </a:solidFill>
                          <a:latin typeface="Cambria Math" panose="02040503050406030204" pitchFamily="18" charset="0"/>
                        </a:rPr>
                        <m:t>=</m:t>
                      </m:r>
                      <m:f>
                        <m:fPr>
                          <m:ctrlPr>
                            <a:rPr lang="en-US" i="1">
                              <a:solidFill>
                                <a:srgbClr val="000000"/>
                              </a:solidFill>
                              <a:latin typeface="Cambria Math" panose="02040503050406030204" pitchFamily="18" charset="0"/>
                            </a:rPr>
                          </m:ctrlPr>
                        </m:fPr>
                        <m:num>
                          <m:sSub>
                            <m:sSubPr>
                              <m:ctrlPr>
                                <a:rPr lang="en-US" i="1">
                                  <a:solidFill>
                                    <a:srgbClr val="000000"/>
                                  </a:solidFill>
                                  <a:latin typeface="Cambria Math" panose="02040503050406030204" pitchFamily="18" charset="0"/>
                                </a:rPr>
                              </m:ctrlPr>
                            </m:sSubPr>
                            <m:e>
                              <m:r>
                                <a:rPr lang="en-US" i="1">
                                  <a:solidFill>
                                    <a:srgbClr val="000000"/>
                                  </a:solidFill>
                                  <a:latin typeface="Cambria Math" panose="02040503050406030204" pitchFamily="18" charset="0"/>
                                </a:rPr>
                                <m:t>𝐷</m:t>
                              </m:r>
                            </m:e>
                            <m:sub>
                              <m:r>
                                <a:rPr lang="en-US" i="1">
                                  <a:solidFill>
                                    <a:srgbClr val="000000"/>
                                  </a:solidFill>
                                  <a:latin typeface="Cambria Math" panose="02040503050406030204" pitchFamily="18" charset="0"/>
                                </a:rPr>
                                <m:t>2+1</m:t>
                              </m:r>
                            </m:sub>
                          </m:sSub>
                        </m:num>
                        <m:den>
                          <m:r>
                            <a:rPr lang="en-US" b="0" i="1" smtClean="0">
                              <a:solidFill>
                                <a:srgbClr val="000000"/>
                              </a:solidFill>
                              <a:latin typeface="Cambria Math" panose="02040503050406030204" pitchFamily="18" charset="0"/>
                            </a:rPr>
                            <m:t>(</m:t>
                          </m:r>
                          <m:r>
                            <a:rPr lang="en-US" i="1">
                              <a:solidFill>
                                <a:srgbClr val="000000"/>
                              </a:solidFill>
                              <a:latin typeface="Cambria Math" panose="02040503050406030204" pitchFamily="18" charset="0"/>
                            </a:rPr>
                            <m:t>𝑅</m:t>
                          </m:r>
                          <m:r>
                            <a:rPr lang="en-US" i="1">
                              <a:solidFill>
                                <a:srgbClr val="000000"/>
                              </a:solidFill>
                              <a:latin typeface="Cambria Math" panose="02040503050406030204" pitchFamily="18" charset="0"/>
                            </a:rPr>
                            <m:t>−</m:t>
                          </m:r>
                          <m:r>
                            <a:rPr lang="en-US" i="1">
                              <a:solidFill>
                                <a:srgbClr val="000000"/>
                              </a:solidFill>
                              <a:latin typeface="Cambria Math" panose="02040503050406030204" pitchFamily="18" charset="0"/>
                            </a:rPr>
                            <m:t>𝑔</m:t>
                          </m:r>
                          <m:r>
                            <a:rPr lang="en-US" b="0" i="1" smtClean="0">
                              <a:solidFill>
                                <a:srgbClr val="000000"/>
                              </a:solidFill>
                              <a:latin typeface="Cambria Math" panose="02040503050406030204" pitchFamily="18" charset="0"/>
                            </a:rPr>
                            <m:t>)</m:t>
                          </m:r>
                        </m:den>
                      </m:f>
                      <m:r>
                        <a:rPr lang="en-US" i="1">
                          <a:solidFill>
                            <a:srgbClr val="000000"/>
                          </a:solidFill>
                          <a:latin typeface="Cambria Math" panose="02040503050406030204" pitchFamily="18" charset="0"/>
                        </a:rPr>
                        <m:t>=</m:t>
                      </m:r>
                      <m:f>
                        <m:fPr>
                          <m:ctrlPr>
                            <a:rPr lang="en-US" i="1">
                              <a:solidFill>
                                <a:srgbClr val="000000"/>
                              </a:solidFill>
                              <a:latin typeface="Cambria Math" panose="02040503050406030204" pitchFamily="18" charset="0"/>
                            </a:rPr>
                          </m:ctrlPr>
                        </m:fPr>
                        <m:num>
                          <m:sSub>
                            <m:sSubPr>
                              <m:ctrlPr>
                                <a:rPr lang="en-US" i="1">
                                  <a:solidFill>
                                    <a:srgbClr val="000000"/>
                                  </a:solidFill>
                                  <a:latin typeface="Cambria Math" panose="02040503050406030204" pitchFamily="18" charset="0"/>
                                </a:rPr>
                              </m:ctrlPr>
                            </m:sSubPr>
                            <m:e>
                              <m:r>
                                <a:rPr lang="en-US" i="1">
                                  <a:solidFill>
                                    <a:srgbClr val="000000"/>
                                  </a:solidFill>
                                  <a:latin typeface="Cambria Math" panose="02040503050406030204" pitchFamily="18" charset="0"/>
                                </a:rPr>
                                <m:t>𝐷</m:t>
                              </m:r>
                            </m:e>
                            <m:sub>
                              <m:r>
                                <a:rPr lang="en-US" i="1">
                                  <a:solidFill>
                                    <a:srgbClr val="000000"/>
                                  </a:solidFill>
                                  <a:latin typeface="Cambria Math" panose="02040503050406030204" pitchFamily="18" charset="0"/>
                                </a:rPr>
                                <m:t>3</m:t>
                              </m:r>
                            </m:sub>
                          </m:sSub>
                        </m:num>
                        <m:den>
                          <m:r>
                            <a:rPr lang="en-US" b="0" i="1" smtClean="0">
                              <a:solidFill>
                                <a:srgbClr val="000000"/>
                              </a:solidFill>
                              <a:latin typeface="Cambria Math" panose="02040503050406030204" pitchFamily="18" charset="0"/>
                            </a:rPr>
                            <m:t>(</m:t>
                          </m:r>
                          <m:r>
                            <a:rPr lang="en-US" i="1">
                              <a:solidFill>
                                <a:srgbClr val="000000"/>
                              </a:solidFill>
                              <a:latin typeface="Cambria Math" panose="02040503050406030204" pitchFamily="18" charset="0"/>
                            </a:rPr>
                            <m:t>𝑅</m:t>
                          </m:r>
                          <m:r>
                            <a:rPr lang="en-US" i="1">
                              <a:solidFill>
                                <a:srgbClr val="000000"/>
                              </a:solidFill>
                              <a:latin typeface="Cambria Math" panose="02040503050406030204" pitchFamily="18" charset="0"/>
                            </a:rPr>
                            <m:t>−</m:t>
                          </m:r>
                          <m:r>
                            <a:rPr lang="en-US" i="1">
                              <a:solidFill>
                                <a:srgbClr val="000000"/>
                              </a:solidFill>
                              <a:latin typeface="Cambria Math" panose="02040503050406030204" pitchFamily="18" charset="0"/>
                            </a:rPr>
                            <m:t>𝑔</m:t>
                          </m:r>
                          <m:r>
                            <a:rPr lang="en-US" b="0" i="1" smtClean="0">
                              <a:solidFill>
                                <a:srgbClr val="000000"/>
                              </a:solidFill>
                              <a:latin typeface="Cambria Math" panose="02040503050406030204" pitchFamily="18" charset="0"/>
                            </a:rPr>
                            <m:t>)</m:t>
                          </m:r>
                        </m:den>
                      </m:f>
                      <m:r>
                        <a:rPr lang="en-US" i="1">
                          <a:solidFill>
                            <a:srgbClr val="000000"/>
                          </a:solidFill>
                          <a:latin typeface="Cambria Math" panose="02040503050406030204" pitchFamily="18" charset="0"/>
                        </a:rPr>
                        <m:t>=</m:t>
                      </m:r>
                      <m:f>
                        <m:fPr>
                          <m:ctrlPr>
                            <a:rPr lang="en-US" i="1">
                              <a:solidFill>
                                <a:srgbClr val="000000"/>
                              </a:solidFill>
                              <a:latin typeface="Cambria Math" panose="02040503050406030204" pitchFamily="18" charset="0"/>
                            </a:rPr>
                          </m:ctrlPr>
                        </m:fPr>
                        <m:num>
                          <m:r>
                            <a:rPr lang="en-US" i="1">
                              <a:solidFill>
                                <a:srgbClr val="000000"/>
                              </a:solidFill>
                              <a:latin typeface="Cambria Math" panose="02040503050406030204" pitchFamily="18" charset="0"/>
                            </a:rPr>
                            <m:t>4</m:t>
                          </m:r>
                        </m:num>
                        <m:den>
                          <m:r>
                            <a:rPr lang="en-US" b="0" i="1" smtClean="0">
                              <a:solidFill>
                                <a:srgbClr val="000000"/>
                              </a:solidFill>
                              <a:latin typeface="Cambria Math" panose="02040503050406030204" pitchFamily="18" charset="0"/>
                            </a:rPr>
                            <m:t>(</m:t>
                          </m:r>
                          <m:r>
                            <a:rPr lang="en-US" i="1">
                              <a:solidFill>
                                <a:srgbClr val="000000"/>
                              </a:solidFill>
                              <a:latin typeface="Cambria Math" panose="02040503050406030204" pitchFamily="18" charset="0"/>
                            </a:rPr>
                            <m:t>.14−.02</m:t>
                          </m:r>
                          <m:r>
                            <a:rPr lang="en-US" b="0" i="1" smtClean="0">
                              <a:solidFill>
                                <a:srgbClr val="000000"/>
                              </a:solidFill>
                              <a:latin typeface="Cambria Math" panose="02040503050406030204" pitchFamily="18" charset="0"/>
                            </a:rPr>
                            <m:t>)</m:t>
                          </m:r>
                        </m:den>
                      </m:f>
                      <m:r>
                        <a:rPr lang="en-US" i="1">
                          <a:solidFill>
                            <a:srgbClr val="000000"/>
                          </a:solidFill>
                          <a:latin typeface="Cambria Math" panose="02040503050406030204" pitchFamily="18" charset="0"/>
                        </a:rPr>
                        <m:t>=$33.33</m:t>
                      </m:r>
                    </m:oMath>
                  </m:oMathPara>
                </a14:m>
                <a:endParaRPr lang="en-US" dirty="0"/>
              </a:p>
            </p:txBody>
          </p:sp>
        </mc:Choice>
        <mc:Fallback>
          <p:sp>
            <p:nvSpPr>
              <p:cNvPr id="13314" name="Object 4">
                <a:extLst>
                  <a:ext uri="{FF2B5EF4-FFF2-40B4-BE49-F238E27FC236}">
                    <a16:creationId xmlns:a16="http://schemas.microsoft.com/office/drawing/2014/main" id="{27F5DDAA-4F5E-A043-CB77-B368DE7610FE}"/>
                  </a:ext>
                </a:extLst>
              </p:cNvPr>
              <p:cNvSpPr txBox="1">
                <a:spLocks noRot="1" noChangeAspect="1" noMove="1" noResize="1" noEditPoints="1" noAdjustHandles="1" noChangeArrowheads="1" noChangeShapeType="1" noTextEdit="1"/>
              </p:cNvSpPr>
              <p:nvPr>
                <p:ph sz="quarter" idx="2"/>
              </p:nvPr>
            </p:nvSpPr>
            <p:spPr bwMode="auto">
              <a:xfrm>
                <a:off x="3886200" y="3429000"/>
                <a:ext cx="4592638" cy="788988"/>
              </a:xfrm>
              <a:prstGeom prst="rect">
                <a:avLst/>
              </a:prstGeom>
              <a:blipFill>
                <a:blip r:embed="rId3"/>
                <a:stretch>
                  <a:fillRect/>
                </a:stretch>
              </a:blipFill>
              <a:ln>
                <a:noFill/>
              </a:ln>
              <a:effectLst/>
            </p:spPr>
            <p:txBody>
              <a:bodyPr/>
              <a:lstStyle/>
              <a:p>
                <a:r>
                  <a:rPr lang="en-US">
                    <a:noFill/>
                  </a:rPr>
                  <a:t> </a:t>
                </a:r>
              </a:p>
            </p:txBody>
          </p:sp>
        </mc:Fallback>
      </mc:AlternateContent>
      <p:graphicFrame>
        <p:nvGraphicFramePr>
          <p:cNvPr id="13315" name="Object 6">
            <a:extLst>
              <a:ext uri="{FF2B5EF4-FFF2-40B4-BE49-F238E27FC236}">
                <a16:creationId xmlns:a16="http://schemas.microsoft.com/office/drawing/2014/main" id="{8CD8711E-20D3-BE5A-5870-20E2B2621B22}"/>
              </a:ext>
            </a:extLst>
          </p:cNvPr>
          <p:cNvGraphicFramePr>
            <a:graphicFrameLocks noGrp="1" noChangeAspect="1"/>
          </p:cNvGraphicFramePr>
          <p:nvPr>
            <p:ph sz="quarter" idx="3"/>
            <p:extLst>
              <p:ext uri="{D42A27DB-BD31-4B8C-83A1-F6EECF244321}">
                <p14:modId xmlns:p14="http://schemas.microsoft.com/office/powerpoint/2010/main" val="1329766282"/>
              </p:ext>
            </p:extLst>
          </p:nvPr>
        </p:nvGraphicFramePr>
        <p:xfrm>
          <a:off x="4267200" y="4887454"/>
          <a:ext cx="3856892" cy="816433"/>
        </p:xfrm>
        <a:graphic>
          <a:graphicData uri="http://schemas.openxmlformats.org/presentationml/2006/ole">
            <mc:AlternateContent xmlns:mc="http://schemas.openxmlformats.org/markup-compatibility/2006">
              <mc:Choice xmlns:v="urn:schemas-microsoft-com:vml" Requires="v">
                <p:oleObj name="Equation" r:id="rId4" imgW="1981080" imgH="419040" progId="Equation.3">
                  <p:embed/>
                </p:oleObj>
              </mc:Choice>
              <mc:Fallback>
                <p:oleObj name="Equation" r:id="rId4" imgW="1981080" imgH="419040" progId="Equation.3">
                  <p:embed/>
                  <p:pic>
                    <p:nvPicPr>
                      <p:cNvPr id="13315" name="Object 6">
                        <a:extLst>
                          <a:ext uri="{FF2B5EF4-FFF2-40B4-BE49-F238E27FC236}">
                            <a16:creationId xmlns:a16="http://schemas.microsoft.com/office/drawing/2014/main" id="{8CD8711E-20D3-BE5A-5870-20E2B2621B22}"/>
                          </a:ext>
                        </a:extLst>
                      </p:cNvPr>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4267200" y="4887454"/>
                        <a:ext cx="3856892" cy="816433"/>
                      </a:xfrm>
                      <a:prstGeom prst="rect">
                        <a:avLst/>
                      </a:prstGeom>
                      <a:noFill/>
                      <a:ln>
                        <a:noFill/>
                      </a:ln>
                      <a:effectLst/>
                    </p:spPr>
                  </p:pic>
                </p:oleObj>
              </mc:Fallback>
            </mc:AlternateContent>
          </a:graphicData>
        </a:graphic>
      </p:graphicFrame>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06495F12-6C7C-8570-8F66-C3AB069F0F84}"/>
              </a:ext>
            </a:extLst>
          </p:cNvPr>
          <p:cNvSpPr>
            <a:spLocks noGrp="1"/>
          </p:cNvSpPr>
          <p:nvPr>
            <p:ph sz="quarter" idx="11"/>
          </p:nvPr>
        </p:nvSpPr>
        <p:spPr>
          <a:xfrm>
            <a:off x="457200" y="1130909"/>
            <a:ext cx="11173382" cy="1080190"/>
          </a:xfrm>
        </p:spPr>
        <p:txBody>
          <a:bodyPr>
            <a:normAutofit lnSpcReduction="10000"/>
          </a:bodyPr>
          <a:lstStyle/>
          <a:p>
            <a:pPr>
              <a:lnSpc>
                <a:spcPct val="90000"/>
              </a:lnSpc>
            </a:pPr>
            <a:r>
              <a:rPr lang="en-IN" sz="2200" dirty="0"/>
              <a:t>Main reason to consider this case is to allow for “supernormal” growth rates over some finite length of time.</a:t>
            </a:r>
          </a:p>
          <a:p>
            <a:pPr marL="292608" indent="-292608"/>
            <a:r>
              <a:rPr lang="en-IN" sz="2000" dirty="0"/>
              <a:t>It require dividends start growing at a constant rate sometime in future.</a:t>
            </a:r>
          </a:p>
        </p:txBody>
      </p:sp>
      <p:sp>
        <p:nvSpPr>
          <p:cNvPr id="4" name="Content Placeholder 3">
            <a:extLst>
              <a:ext uri="{FF2B5EF4-FFF2-40B4-BE49-F238E27FC236}">
                <a16:creationId xmlns:a16="http://schemas.microsoft.com/office/drawing/2014/main" id="{58C5BB2A-3C0A-63CD-DF19-E81CB45719C5}"/>
              </a:ext>
            </a:extLst>
          </p:cNvPr>
          <p:cNvSpPr>
            <a:spLocks noGrp="1"/>
          </p:cNvSpPr>
          <p:nvPr>
            <p:ph sz="quarter" idx="14"/>
          </p:nvPr>
        </p:nvSpPr>
        <p:spPr>
          <a:xfrm>
            <a:off x="738553" y="2338979"/>
            <a:ext cx="10763329" cy="1342067"/>
          </a:xfrm>
        </p:spPr>
        <p:txBody>
          <a:bodyPr/>
          <a:lstStyle/>
          <a:p>
            <a:pPr>
              <a:lnSpc>
                <a:spcPct val="90000"/>
              </a:lnSpc>
            </a:pPr>
            <a:r>
              <a:rPr lang="en-IN" sz="2000" dirty="0"/>
              <a:t>Consider the case of a company that is currently not paying dividends. You predict that, in five years, the company will pay a dividend for the first time. The dividend will be $.50 per share. You expect that this dividend will then grow at a rate of 10% per year indefinitely. The required return on companies such as this one is 20%. What is the price of the stock today?</a:t>
            </a:r>
          </a:p>
        </p:txBody>
      </p:sp>
      <p:sp>
        <p:nvSpPr>
          <p:cNvPr id="13" name="Content Placeholder 6">
            <a:extLst>
              <a:ext uri="{FF2B5EF4-FFF2-40B4-BE49-F238E27FC236}">
                <a16:creationId xmlns:a16="http://schemas.microsoft.com/office/drawing/2014/main" id="{8023FCF6-2FA7-AC01-0474-0BFB028D8ED6}"/>
              </a:ext>
            </a:extLst>
          </p:cNvPr>
          <p:cNvSpPr>
            <a:spLocks noGrp="1"/>
          </p:cNvSpPr>
          <p:nvPr>
            <p:ph sz="quarter" idx="15"/>
          </p:nvPr>
        </p:nvSpPr>
        <p:spPr>
          <a:xfrm>
            <a:off x="1737946" y="3776121"/>
            <a:ext cx="8458200" cy="703941"/>
          </a:xfrm>
        </p:spPr>
        <p:txBody>
          <a:bodyPr/>
          <a:lstStyle/>
          <a:p>
            <a:pPr marL="457200" indent="-457200">
              <a:buFont typeface="+mj-lt"/>
              <a:buAutoNum type="arabicPeriod"/>
            </a:pPr>
            <a:r>
              <a:rPr lang="en-IN" sz="2200" dirty="0"/>
              <a:t>Find out what it will be worth once dividends are paid; price in four years will be:</a:t>
            </a:r>
          </a:p>
        </p:txBody>
      </p:sp>
      <p:sp>
        <p:nvSpPr>
          <p:cNvPr id="12" name="Content Placeholder 9">
            <a:extLst>
              <a:ext uri="{FF2B5EF4-FFF2-40B4-BE49-F238E27FC236}">
                <a16:creationId xmlns:a16="http://schemas.microsoft.com/office/drawing/2014/main" id="{DC26C89B-E153-039E-794C-5EFE1C75A2B6}"/>
              </a:ext>
            </a:extLst>
          </p:cNvPr>
          <p:cNvSpPr>
            <a:spLocks noGrp="1"/>
          </p:cNvSpPr>
          <p:nvPr>
            <p:ph sz="quarter" idx="17"/>
          </p:nvPr>
        </p:nvSpPr>
        <p:spPr>
          <a:xfrm>
            <a:off x="1632438" y="5034503"/>
            <a:ext cx="8458200" cy="691183"/>
          </a:xfrm>
        </p:spPr>
        <p:txBody>
          <a:bodyPr>
            <a:normAutofit lnSpcReduction="10000"/>
          </a:bodyPr>
          <a:lstStyle/>
          <a:p>
            <a:pPr marL="457200" indent="-457200">
              <a:buFont typeface="+mj-lt"/>
              <a:buAutoNum type="arabicPeriod" startAt="2"/>
            </a:pPr>
            <a:r>
              <a:rPr lang="en-IN" sz="2200" dirty="0"/>
              <a:t>If the stock will be worth $5 in four years, then we can get the current value by discounting this price back four years at 20%:</a:t>
            </a:r>
          </a:p>
        </p:txBody>
      </p:sp>
      <p:sp>
        <p:nvSpPr>
          <p:cNvPr id="11" name="Slide Number Placeholder 10">
            <a:extLst>
              <a:ext uri="{FF2B5EF4-FFF2-40B4-BE49-F238E27FC236}">
                <a16:creationId xmlns:a16="http://schemas.microsoft.com/office/drawing/2014/main" id="{806F6B7F-0701-23F1-DEFD-F4C647700623}"/>
              </a:ext>
            </a:extLst>
          </p:cNvPr>
          <p:cNvSpPr>
            <a:spLocks noGrp="1"/>
          </p:cNvSpPr>
          <p:nvPr>
            <p:ph type="sldNum" sz="quarter" idx="10"/>
          </p:nvPr>
        </p:nvSpPr>
        <p:spPr/>
        <p:txBody>
          <a:bodyPr/>
          <a:lstStyle/>
          <a:p>
            <a:fld id="{68151E55-6873-49E2-B8D5-2F265E6F1973}" type="slidenum">
              <a:rPr lang="en-US" smtClean="0"/>
              <a:t>19</a:t>
            </a:fld>
            <a:endParaRPr lang="en-US" dirty="0"/>
          </a:p>
        </p:txBody>
      </p:sp>
      <p:graphicFrame>
        <p:nvGraphicFramePr>
          <p:cNvPr id="5" name="Object 4">
            <a:extLst>
              <a:ext uri="{FF2B5EF4-FFF2-40B4-BE49-F238E27FC236}">
                <a16:creationId xmlns:a16="http://schemas.microsoft.com/office/drawing/2014/main" id="{FC8BF1D5-D5AA-E3FB-BFD7-5633E910E878}"/>
              </a:ext>
            </a:extLst>
          </p:cNvPr>
          <p:cNvGraphicFramePr>
            <a:graphicFrameLocks noChangeAspect="1"/>
          </p:cNvGraphicFramePr>
          <p:nvPr/>
        </p:nvGraphicFramePr>
        <p:xfrm>
          <a:off x="2417396" y="4504180"/>
          <a:ext cx="7099300" cy="354013"/>
        </p:xfrm>
        <a:graphic>
          <a:graphicData uri="http://schemas.openxmlformats.org/presentationml/2006/ole">
            <mc:AlternateContent xmlns:mc="http://schemas.openxmlformats.org/markup-compatibility/2006">
              <mc:Choice xmlns:v="urn:schemas-microsoft-com:vml" Requires="v">
                <p:oleObj name="Equation" r:id="rId3" imgW="5867280" imgH="291960" progId="Equation.DSMT4">
                  <p:embed/>
                </p:oleObj>
              </mc:Choice>
              <mc:Fallback>
                <p:oleObj name="Equation" r:id="rId3" imgW="5867280" imgH="291960" progId="Equation.DSMT4">
                  <p:embed/>
                  <p:pic>
                    <p:nvPicPr>
                      <p:cNvPr id="5" name="Object 4">
                        <a:extLst>
                          <a:ext uri="{FF2B5EF4-FFF2-40B4-BE49-F238E27FC236}">
                            <a16:creationId xmlns:a16="http://schemas.microsoft.com/office/drawing/2014/main" id="{FC8BF1D5-D5AA-E3FB-BFD7-5633E910E878}"/>
                          </a:ext>
                        </a:extLst>
                      </p:cNvPr>
                      <p:cNvPicPr/>
                      <p:nvPr/>
                    </p:nvPicPr>
                    <p:blipFill>
                      <a:blip r:embed="rId4"/>
                      <a:stretch>
                        <a:fillRect/>
                      </a:stretch>
                    </p:blipFill>
                    <p:spPr>
                      <a:xfrm>
                        <a:off x="2417396" y="4504180"/>
                        <a:ext cx="7099300" cy="354013"/>
                      </a:xfrm>
                      <a:prstGeom prst="rect">
                        <a:avLst/>
                      </a:prstGeom>
                    </p:spPr>
                  </p:pic>
                </p:oleObj>
              </mc:Fallback>
            </mc:AlternateContent>
          </a:graphicData>
        </a:graphic>
      </p:graphicFrame>
      <p:graphicFrame>
        <p:nvGraphicFramePr>
          <p:cNvPr id="7" name="Object 6">
            <a:extLst>
              <a:ext uri="{FF2B5EF4-FFF2-40B4-BE49-F238E27FC236}">
                <a16:creationId xmlns:a16="http://schemas.microsoft.com/office/drawing/2014/main" id="{88C18263-5236-EE03-904E-4B766669C24A}"/>
              </a:ext>
            </a:extLst>
          </p:cNvPr>
          <p:cNvGraphicFramePr>
            <a:graphicFrameLocks noChangeAspect="1"/>
          </p:cNvGraphicFramePr>
          <p:nvPr/>
        </p:nvGraphicFramePr>
        <p:xfrm>
          <a:off x="2541713" y="5891342"/>
          <a:ext cx="4496384" cy="388785"/>
        </p:xfrm>
        <a:graphic>
          <a:graphicData uri="http://schemas.openxmlformats.org/presentationml/2006/ole">
            <mc:AlternateContent xmlns:mc="http://schemas.openxmlformats.org/markup-compatibility/2006">
              <mc:Choice xmlns:v="urn:schemas-microsoft-com:vml" Requires="v">
                <p:oleObj name="Equation" r:id="rId5" imgW="3377880" imgH="291960" progId="Equation.DSMT4">
                  <p:embed/>
                </p:oleObj>
              </mc:Choice>
              <mc:Fallback>
                <p:oleObj name="Equation" r:id="rId5" imgW="3377880" imgH="291960" progId="Equation.DSMT4">
                  <p:embed/>
                  <p:pic>
                    <p:nvPicPr>
                      <p:cNvPr id="7" name="Object 6">
                        <a:extLst>
                          <a:ext uri="{FF2B5EF4-FFF2-40B4-BE49-F238E27FC236}">
                            <a16:creationId xmlns:a16="http://schemas.microsoft.com/office/drawing/2014/main" id="{88C18263-5236-EE03-904E-4B766669C24A}"/>
                          </a:ext>
                        </a:extLst>
                      </p:cNvPr>
                      <p:cNvPicPr/>
                      <p:nvPr/>
                    </p:nvPicPr>
                    <p:blipFill>
                      <a:blip r:embed="rId6"/>
                      <a:stretch>
                        <a:fillRect/>
                      </a:stretch>
                    </p:blipFill>
                    <p:spPr>
                      <a:xfrm>
                        <a:off x="2541713" y="5891342"/>
                        <a:ext cx="4496384" cy="388785"/>
                      </a:xfrm>
                      <a:prstGeom prst="rect">
                        <a:avLst/>
                      </a:prstGeom>
                    </p:spPr>
                  </p:pic>
                </p:oleObj>
              </mc:Fallback>
            </mc:AlternateContent>
          </a:graphicData>
        </a:graphic>
      </p:graphicFrame>
      <p:sp>
        <p:nvSpPr>
          <p:cNvPr id="6" name="Rectangle 2">
            <a:extLst>
              <a:ext uri="{FF2B5EF4-FFF2-40B4-BE49-F238E27FC236}">
                <a16:creationId xmlns:a16="http://schemas.microsoft.com/office/drawing/2014/main" id="{A966C88D-7EA0-370C-DB03-679CA59DBE01}"/>
              </a:ext>
            </a:extLst>
          </p:cNvPr>
          <p:cNvSpPr txBox="1">
            <a:spLocks noChangeArrowheads="1"/>
          </p:cNvSpPr>
          <p:nvPr/>
        </p:nvSpPr>
        <p:spPr>
          <a:xfrm>
            <a:off x="892674" y="218487"/>
            <a:ext cx="10737908" cy="715962"/>
          </a:xfrm>
          <a:prstGeom prst="rect">
            <a:avLst/>
          </a:prstGeom>
          <a:solidFill>
            <a:srgbClr val="FFFF00"/>
          </a:solidFill>
          <a:ln>
            <a:solidFill>
              <a:schemeClr val="tx1"/>
            </a:solidFill>
            <a:miter lim="800000"/>
            <a:headEnd/>
            <a:tailEnd/>
          </a:ln>
        </p:spPr>
        <p:txBody>
          <a:bodyPr vert="horz" lIns="91440" tIns="45720" rIns="91440" bIns="45720" rtlCol="0" anchor="ctr">
            <a:normAutofit/>
          </a:bodyPr>
          <a:lstStyle>
            <a:lvl1pPr algn="l" defTabSz="914400" rtl="0" eaLnBrk="1" latinLnBrk="0" hangingPunct="1">
              <a:lnSpc>
                <a:spcPct val="90000"/>
              </a:lnSpc>
              <a:spcBef>
                <a:spcPct val="0"/>
              </a:spcBef>
              <a:buNone/>
              <a:defRPr sz="4000" kern="1200">
                <a:solidFill>
                  <a:schemeClr val="tx1"/>
                </a:solidFill>
                <a:latin typeface="+mj-lt"/>
                <a:ea typeface="+mj-ea"/>
                <a:cs typeface="+mj-cs"/>
              </a:defRPr>
            </a:lvl1pPr>
          </a:lstStyle>
          <a:p>
            <a:r>
              <a:rPr lang="en-US" altLang="en-US" sz="3200" dirty="0"/>
              <a:t>Case 3: Non-Constant Growth (Differential Growth case)</a:t>
            </a:r>
          </a:p>
        </p:txBody>
      </p:sp>
    </p:spTree>
    <p:extLst>
      <p:ext uri="{BB962C8B-B14F-4D97-AF65-F5344CB8AC3E}">
        <p14:creationId xmlns:p14="http://schemas.microsoft.com/office/powerpoint/2010/main" val="951108198"/>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243" name="Slide Number Placeholder 5">
            <a:extLst>
              <a:ext uri="{FF2B5EF4-FFF2-40B4-BE49-F238E27FC236}">
                <a16:creationId xmlns:a16="http://schemas.microsoft.com/office/drawing/2014/main" id="{2A133C21-9DDD-D2A7-F12C-5D247D32696E}"/>
              </a:ext>
            </a:extLst>
          </p:cNvPr>
          <p:cNvSpPr>
            <a:spLocks noGrp="1"/>
          </p:cNvSpPr>
          <p:nvPr>
            <p:ph type="sldNum" sz="quarter" idx="12"/>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a:solidFill>
                  <a:schemeClr val="tx1"/>
                </a:solidFill>
                <a:latin typeface="Arial" panose="020B0604020202020204" pitchFamily="34" charset="0"/>
              </a:defRPr>
            </a:lvl1pPr>
            <a:lvl2pPr marL="742950" indent="-285750" eaLnBrk="0" hangingPunct="0">
              <a:defRPr>
                <a:solidFill>
                  <a:schemeClr val="tx1"/>
                </a:solidFill>
                <a:latin typeface="Arial" panose="020B0604020202020204" pitchFamily="34" charset="0"/>
              </a:defRPr>
            </a:lvl2pPr>
            <a:lvl3pPr marL="1143000" indent="-228600" eaLnBrk="0" hangingPunct="0">
              <a:defRPr>
                <a:solidFill>
                  <a:schemeClr val="tx1"/>
                </a:solidFill>
                <a:latin typeface="Arial" panose="020B0604020202020204" pitchFamily="34" charset="0"/>
              </a:defRPr>
            </a:lvl3pPr>
            <a:lvl4pPr marL="1600200" indent="-228600" eaLnBrk="0" hangingPunct="0">
              <a:defRPr>
                <a:solidFill>
                  <a:schemeClr val="tx1"/>
                </a:solidFill>
                <a:latin typeface="Arial" panose="020B0604020202020204" pitchFamily="34" charset="0"/>
              </a:defRPr>
            </a:lvl4pPr>
            <a:lvl5pPr marL="2057400" indent="-228600" eaLnBrk="0" hangingPunct="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eaLnBrk="1" hangingPunct="1"/>
            <a:fld id="{826FF1C2-F5BF-4DF4-BD3A-0660E7349A22}" type="slidenum">
              <a:rPr lang="en-US" altLang="en-US"/>
              <a:pPr eaLnBrk="1" hangingPunct="1"/>
              <a:t>20</a:t>
            </a:fld>
            <a:endParaRPr lang="en-US" altLang="en-US"/>
          </a:p>
        </p:txBody>
      </p:sp>
      <p:sp>
        <p:nvSpPr>
          <p:cNvPr id="10244" name="Rectangle 2">
            <a:extLst>
              <a:ext uri="{FF2B5EF4-FFF2-40B4-BE49-F238E27FC236}">
                <a16:creationId xmlns:a16="http://schemas.microsoft.com/office/drawing/2014/main" id="{33688078-8188-F99C-8642-C0D93CC64DC2}"/>
              </a:ext>
            </a:extLst>
          </p:cNvPr>
          <p:cNvSpPr>
            <a:spLocks noGrp="1" noChangeArrowheads="1"/>
          </p:cNvSpPr>
          <p:nvPr>
            <p:ph type="title"/>
          </p:nvPr>
        </p:nvSpPr>
        <p:spPr>
          <a:xfrm>
            <a:off x="1195754" y="274638"/>
            <a:ext cx="10158046" cy="715962"/>
          </a:xfrm>
          <a:ln>
            <a:solidFill>
              <a:schemeClr val="tx1"/>
            </a:solidFill>
            <a:miter lim="800000"/>
            <a:headEnd/>
            <a:tailEnd/>
          </a:ln>
        </p:spPr>
        <p:txBody>
          <a:bodyPr/>
          <a:lstStyle/>
          <a:p>
            <a:pPr eaLnBrk="1" hangingPunct="1"/>
            <a:r>
              <a:rPr lang="en-US" altLang="en-US" sz="3200" dirty="0"/>
              <a:t>How to value Differential Growth Stock</a:t>
            </a:r>
          </a:p>
        </p:txBody>
      </p:sp>
      <p:sp>
        <p:nvSpPr>
          <p:cNvPr id="10245" name="Rectangle 3">
            <a:extLst>
              <a:ext uri="{FF2B5EF4-FFF2-40B4-BE49-F238E27FC236}">
                <a16:creationId xmlns:a16="http://schemas.microsoft.com/office/drawing/2014/main" id="{D0BAC009-9034-5A75-7C96-CB53FF80BD08}"/>
              </a:ext>
            </a:extLst>
          </p:cNvPr>
          <p:cNvSpPr>
            <a:spLocks noGrp="1" noChangeArrowheads="1"/>
          </p:cNvSpPr>
          <p:nvPr>
            <p:ph type="body" idx="1"/>
          </p:nvPr>
        </p:nvSpPr>
        <p:spPr>
          <a:xfrm>
            <a:off x="1652954" y="1828801"/>
            <a:ext cx="8229600" cy="2919045"/>
          </a:xfrm>
        </p:spPr>
        <p:txBody>
          <a:bodyPr/>
          <a:lstStyle/>
          <a:p>
            <a:pPr marL="609600" indent="-609600">
              <a:lnSpc>
                <a:spcPct val="70000"/>
              </a:lnSpc>
              <a:buNone/>
            </a:pPr>
            <a:r>
              <a:rPr lang="en-US" altLang="en-US" dirty="0"/>
              <a:t>To value a Differential Growth Stock, we need to:</a:t>
            </a:r>
          </a:p>
          <a:p>
            <a:pPr marL="990600" lvl="1" indent="-533400">
              <a:lnSpc>
                <a:spcPct val="70000"/>
              </a:lnSpc>
              <a:buFontTx/>
              <a:buAutoNum type="arabicPeriod"/>
            </a:pPr>
            <a:r>
              <a:rPr lang="en-US" altLang="en-US" dirty="0"/>
              <a:t>Estimate future dividends in the foreseeable future.</a:t>
            </a:r>
          </a:p>
          <a:p>
            <a:pPr marL="990600" lvl="1" indent="-533400">
              <a:lnSpc>
                <a:spcPct val="70000"/>
              </a:lnSpc>
              <a:buFontTx/>
              <a:buAutoNum type="arabicPeriod"/>
            </a:pPr>
            <a:r>
              <a:rPr lang="en-US" altLang="en-US" dirty="0"/>
              <a:t>Estimate the future stock price when the stock becomes a Constant Growth Stock (case 2).</a:t>
            </a:r>
          </a:p>
          <a:p>
            <a:pPr marL="990600" lvl="1" indent="-533400">
              <a:lnSpc>
                <a:spcPct val="70000"/>
              </a:lnSpc>
              <a:buFontTx/>
              <a:buAutoNum type="arabicPeriod"/>
            </a:pPr>
            <a:r>
              <a:rPr lang="en-US" altLang="en-US" dirty="0"/>
              <a:t>Compute the total present value of the estimated future dividends and future stock price at the appropriate discount rate.</a:t>
            </a:r>
          </a:p>
          <a:p>
            <a:pPr marL="609600" indent="-609600"/>
            <a:endParaRPr lang="en-US" altLang="en-US" dirty="0"/>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171" name="Slide Number Placeholder 5">
            <a:extLst>
              <a:ext uri="{FF2B5EF4-FFF2-40B4-BE49-F238E27FC236}">
                <a16:creationId xmlns:a16="http://schemas.microsoft.com/office/drawing/2014/main" id="{86FB0A09-D9C0-4965-864A-4F525079AFFE}"/>
              </a:ext>
            </a:extLst>
          </p:cNvPr>
          <p:cNvSpPr>
            <a:spLocks noGrp="1"/>
          </p:cNvSpPr>
          <p:nvPr>
            <p:ph type="sldNum" sz="quarter" idx="12"/>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har char="•"/>
              <a:defRPr sz="3200">
                <a:solidFill>
                  <a:schemeClr val="tx1"/>
                </a:solidFill>
                <a:latin typeface="Arial" panose="020B0604020202020204" pitchFamily="34" charset="0"/>
              </a:defRPr>
            </a:lvl1pPr>
            <a:lvl2pPr marL="742950" indent="-285750">
              <a:spcBef>
                <a:spcPct val="20000"/>
              </a:spcBef>
              <a:buChar char="–"/>
              <a:defRPr sz="2800">
                <a:solidFill>
                  <a:schemeClr val="tx1"/>
                </a:solidFill>
                <a:latin typeface="Arial" panose="020B0604020202020204" pitchFamily="34" charset="0"/>
              </a:defRPr>
            </a:lvl2pPr>
            <a:lvl3pPr marL="1143000" indent="-228600">
              <a:spcBef>
                <a:spcPct val="20000"/>
              </a:spcBef>
              <a:buChar char="•"/>
              <a:defRPr sz="2400">
                <a:solidFill>
                  <a:schemeClr val="tx1"/>
                </a:solidFill>
                <a:latin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defRPr>
            </a:lvl9pPr>
          </a:lstStyle>
          <a:p>
            <a:pPr>
              <a:spcBef>
                <a:spcPct val="0"/>
              </a:spcBef>
              <a:buFontTx/>
              <a:buNone/>
            </a:pPr>
            <a:fld id="{A3B29C12-91E6-4E81-8297-4B6A04F31D92}" type="slidenum">
              <a:rPr lang="en-US" altLang="en-US" sz="1400"/>
              <a:pPr>
                <a:spcBef>
                  <a:spcPct val="0"/>
                </a:spcBef>
                <a:buFontTx/>
                <a:buNone/>
              </a:pPr>
              <a:t>21</a:t>
            </a:fld>
            <a:endParaRPr lang="en-US" altLang="en-US" sz="1400"/>
          </a:p>
        </p:txBody>
      </p:sp>
      <p:sp>
        <p:nvSpPr>
          <p:cNvPr id="7172" name="Rectangle 2">
            <a:extLst>
              <a:ext uri="{FF2B5EF4-FFF2-40B4-BE49-F238E27FC236}">
                <a16:creationId xmlns:a16="http://schemas.microsoft.com/office/drawing/2014/main" id="{3FBA6FDC-073A-43D9-A27B-0DE40845818F}"/>
              </a:ext>
            </a:extLst>
          </p:cNvPr>
          <p:cNvSpPr>
            <a:spLocks noGrp="1" noChangeArrowheads="1"/>
          </p:cNvSpPr>
          <p:nvPr>
            <p:ph type="title"/>
          </p:nvPr>
        </p:nvSpPr>
        <p:spPr>
          <a:xfrm>
            <a:off x="939567" y="274638"/>
            <a:ext cx="10737908" cy="715962"/>
          </a:xfrm>
          <a:noFill/>
          <a:ln>
            <a:solidFill>
              <a:schemeClr val="tx1"/>
            </a:solidFill>
            <a:miter lim="800000"/>
            <a:headEnd/>
            <a:tailEnd/>
          </a:ln>
        </p:spPr>
        <p:txBody>
          <a:bodyPr>
            <a:normAutofit/>
          </a:bodyPr>
          <a:lstStyle/>
          <a:p>
            <a:r>
              <a:rPr lang="en-US" altLang="en-US" sz="3200" dirty="0"/>
              <a:t>Example: Non-Constant Growth</a:t>
            </a:r>
          </a:p>
        </p:txBody>
      </p:sp>
      <p:pic>
        <p:nvPicPr>
          <p:cNvPr id="6" name="Picture 5" descr="A close up of a map&#10;&#10;Description automatically generated">
            <a:extLst>
              <a:ext uri="{FF2B5EF4-FFF2-40B4-BE49-F238E27FC236}">
                <a16:creationId xmlns:a16="http://schemas.microsoft.com/office/drawing/2014/main" id="{736D0149-CD7C-49E7-97B9-B804C2066BD7}"/>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6452168" y="3360736"/>
            <a:ext cx="3801287" cy="3178176"/>
          </a:xfrm>
          <a:prstGeom prst="rect">
            <a:avLst/>
          </a:prstGeom>
        </p:spPr>
      </p:pic>
      <p:graphicFrame>
        <p:nvGraphicFramePr>
          <p:cNvPr id="3" name="Object 2">
            <a:extLst>
              <a:ext uri="{FF2B5EF4-FFF2-40B4-BE49-F238E27FC236}">
                <a16:creationId xmlns:a16="http://schemas.microsoft.com/office/drawing/2014/main" id="{8449301C-ECCA-4ED4-A5DC-288C58726339}"/>
              </a:ext>
            </a:extLst>
          </p:cNvPr>
          <p:cNvGraphicFramePr>
            <a:graphicFrameLocks noChangeAspect="1"/>
          </p:cNvGraphicFramePr>
          <p:nvPr>
            <p:extLst>
              <p:ext uri="{D42A27DB-BD31-4B8C-83A1-F6EECF244321}">
                <p14:modId xmlns:p14="http://schemas.microsoft.com/office/powerpoint/2010/main" val="1092219204"/>
              </p:ext>
            </p:extLst>
          </p:nvPr>
        </p:nvGraphicFramePr>
        <p:xfrm>
          <a:off x="1862691" y="3700098"/>
          <a:ext cx="3667125" cy="2676525"/>
        </p:xfrm>
        <a:graphic>
          <a:graphicData uri="http://schemas.openxmlformats.org/presentationml/2006/ole">
            <mc:AlternateContent xmlns:mc="http://schemas.openxmlformats.org/markup-compatibility/2006">
              <mc:Choice xmlns:v="urn:schemas-microsoft-com:vml" Requires="v">
                <p:oleObj name="Worksheet" r:id="rId4" imgW="3667175" imgH="2676614" progId="Excel.Sheet.8">
                  <p:embed/>
                </p:oleObj>
              </mc:Choice>
              <mc:Fallback>
                <p:oleObj name="Worksheet" r:id="rId4" imgW="3667175" imgH="2676614" progId="Excel.Sheet.8">
                  <p:embed/>
                  <p:pic>
                    <p:nvPicPr>
                      <p:cNvPr id="3" name="Object 2">
                        <a:extLst>
                          <a:ext uri="{FF2B5EF4-FFF2-40B4-BE49-F238E27FC236}">
                            <a16:creationId xmlns:a16="http://schemas.microsoft.com/office/drawing/2014/main" id="{8449301C-ECCA-4ED4-A5DC-288C58726339}"/>
                          </a:ext>
                        </a:extLst>
                      </p:cNvPr>
                      <p:cNvPicPr/>
                      <p:nvPr/>
                    </p:nvPicPr>
                    <p:blipFill>
                      <a:blip r:embed="rId5"/>
                      <a:stretch>
                        <a:fillRect/>
                      </a:stretch>
                    </p:blipFill>
                    <p:spPr>
                      <a:xfrm>
                        <a:off x="1862691" y="3700098"/>
                        <a:ext cx="3667125" cy="2676525"/>
                      </a:xfrm>
                      <a:prstGeom prst="rect">
                        <a:avLst/>
                      </a:prstGeom>
                    </p:spPr>
                  </p:pic>
                </p:oleObj>
              </mc:Fallback>
            </mc:AlternateContent>
          </a:graphicData>
        </a:graphic>
      </p:graphicFrame>
      <p:sp>
        <p:nvSpPr>
          <p:cNvPr id="2" name="TextBox 1">
            <a:extLst>
              <a:ext uri="{FF2B5EF4-FFF2-40B4-BE49-F238E27FC236}">
                <a16:creationId xmlns:a16="http://schemas.microsoft.com/office/drawing/2014/main" id="{84633D39-4EBE-9B48-B867-B8285A751332}"/>
              </a:ext>
            </a:extLst>
          </p:cNvPr>
          <p:cNvSpPr txBox="1"/>
          <p:nvPr/>
        </p:nvSpPr>
        <p:spPr>
          <a:xfrm>
            <a:off x="10539046" y="3700098"/>
            <a:ext cx="1348154" cy="1200329"/>
          </a:xfrm>
          <a:prstGeom prst="rect">
            <a:avLst/>
          </a:prstGeom>
          <a:noFill/>
          <a:ln>
            <a:solidFill>
              <a:schemeClr val="tx1"/>
            </a:solidFill>
          </a:ln>
        </p:spPr>
        <p:txBody>
          <a:bodyPr wrap="square" rtlCol="0">
            <a:spAutoFit/>
          </a:bodyPr>
          <a:lstStyle/>
          <a:p>
            <a:r>
              <a:rPr lang="en-US" dirty="0"/>
              <a:t>D1 = 1.15</a:t>
            </a:r>
          </a:p>
          <a:p>
            <a:r>
              <a:rPr lang="en-US" dirty="0"/>
              <a:t>G1 = 15%</a:t>
            </a:r>
          </a:p>
          <a:p>
            <a:r>
              <a:rPr lang="en-US" dirty="0"/>
              <a:t>G2 =  10%</a:t>
            </a:r>
          </a:p>
          <a:p>
            <a:endParaRPr lang="en-US" dirty="0"/>
          </a:p>
        </p:txBody>
      </p:sp>
      <p:sp>
        <p:nvSpPr>
          <p:cNvPr id="5" name="Content Placeholder 4">
            <a:extLst>
              <a:ext uri="{FF2B5EF4-FFF2-40B4-BE49-F238E27FC236}">
                <a16:creationId xmlns:a16="http://schemas.microsoft.com/office/drawing/2014/main" id="{E5701D43-5619-A604-F9EF-1471A43610F4}"/>
              </a:ext>
            </a:extLst>
          </p:cNvPr>
          <p:cNvSpPr>
            <a:spLocks noGrp="1"/>
          </p:cNvSpPr>
          <p:nvPr>
            <p:ph idx="1"/>
          </p:nvPr>
        </p:nvSpPr>
        <p:spPr>
          <a:xfrm>
            <a:off x="838200" y="1219200"/>
            <a:ext cx="10515600" cy="4957763"/>
          </a:xfrm>
        </p:spPr>
        <p:txBody>
          <a:bodyPr/>
          <a:lstStyle/>
          <a:p>
            <a:r>
              <a:rPr lang="en-US" dirty="0"/>
              <a:t>A company is expected to pay $1.5 in dividend next year. Dividend is expected to grow at a rate of 15% for the next five years, after which it will grow at a long-term constant rate of 10%. Required rate of return in 13%.</a:t>
            </a:r>
          </a:p>
          <a:p>
            <a:r>
              <a:rPr lang="en-US" dirty="0"/>
              <a:t>Calculate the current price for this stock.</a:t>
            </a:r>
          </a:p>
          <a:p>
            <a:endParaRPr lang="en-US" dirty="0"/>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mc:AlternateContent xmlns:mc="http://schemas.openxmlformats.org/markup-compatibility/2006" xmlns:a14="http://schemas.microsoft.com/office/drawing/2010/main">
        <mc:Choice Requires="a14">
          <p:sp>
            <p:nvSpPr>
              <p:cNvPr id="4" name="Object 7">
                <a:extLst>
                  <a:ext uri="{FF2B5EF4-FFF2-40B4-BE49-F238E27FC236}">
                    <a16:creationId xmlns:a16="http://schemas.microsoft.com/office/drawing/2014/main" id="{B4DC9282-E4DD-CEDC-30B5-257D072D81C5}"/>
                  </a:ext>
                </a:extLst>
              </p:cNvPr>
              <p:cNvSpPr txBox="1">
                <a:spLocks noGrp="1"/>
              </p:cNvSpPr>
              <p:nvPr>
                <p:ph idx="1"/>
              </p:nvPr>
            </p:nvSpPr>
            <p:spPr bwMode="auto">
              <a:xfrm>
                <a:off x="744414" y="5543918"/>
                <a:ext cx="11013831" cy="1113692"/>
              </a:xfrm>
              <a:prstGeom prst="rect">
                <a:avLst/>
              </a:prstGeom>
              <a:noFill/>
              <a:ln>
                <a:noFill/>
              </a:ln>
              <a:effectLst/>
            </p:spPr>
            <p:txBody>
              <a:bodyPr>
                <a:normAutofit fontScale="85000" lnSpcReduction="10000"/>
              </a:bodyPr>
              <a:lstStyle/>
              <a:p>
                <a:pPr>
                  <a:buNone/>
                </a:pPr>
                <a14:m>
                  <m:oMathPara xmlns:m="http://schemas.openxmlformats.org/officeDocument/2006/math">
                    <m:oMathParaPr>
                      <m:jc m:val="left"/>
                    </m:oMathParaPr>
                    <m:oMath xmlns:m="http://schemas.openxmlformats.org/officeDocument/2006/math">
                      <m:sSub>
                        <m:sSubPr>
                          <m:ctrlPr>
                            <a:rPr lang="en-US" i="1" smtClean="0">
                              <a:solidFill>
                                <a:srgbClr val="000000"/>
                              </a:solidFill>
                              <a:latin typeface="Cambria Math" panose="02040503050406030204" pitchFamily="18" charset="0"/>
                            </a:rPr>
                          </m:ctrlPr>
                        </m:sSubPr>
                        <m:e>
                          <m:r>
                            <a:rPr lang="en-US" i="1">
                              <a:solidFill>
                                <a:srgbClr val="000000"/>
                              </a:solidFill>
                              <a:latin typeface="Cambria Math" panose="02040503050406030204" pitchFamily="18" charset="0"/>
                            </a:rPr>
                            <m:t>𝑃</m:t>
                          </m:r>
                        </m:e>
                        <m:sub>
                          <m:r>
                            <a:rPr lang="en-US" i="1">
                              <a:solidFill>
                                <a:srgbClr val="000000"/>
                              </a:solidFill>
                              <a:latin typeface="Cambria Math" panose="02040503050406030204" pitchFamily="18" charset="0"/>
                            </a:rPr>
                            <m:t>0</m:t>
                          </m:r>
                        </m:sub>
                      </m:sSub>
                      <m:r>
                        <a:rPr lang="en-US" i="1">
                          <a:solidFill>
                            <a:srgbClr val="000000"/>
                          </a:solidFill>
                          <a:latin typeface="Cambria Math" panose="02040503050406030204" pitchFamily="18" charset="0"/>
                        </a:rPr>
                        <m:t>=</m:t>
                      </m:r>
                      <m:f>
                        <m:fPr>
                          <m:ctrlPr>
                            <a:rPr lang="en-US" i="1" smtClean="0">
                              <a:solidFill>
                                <a:srgbClr val="000000"/>
                              </a:solidFill>
                              <a:latin typeface="Cambria Math" panose="02040503050406030204" pitchFamily="18" charset="0"/>
                            </a:rPr>
                          </m:ctrlPr>
                        </m:fPr>
                        <m:num>
                          <m:r>
                            <a:rPr lang="en-US" b="0" i="1" smtClean="0">
                              <a:solidFill>
                                <a:srgbClr val="000000"/>
                              </a:solidFill>
                              <a:latin typeface="Cambria Math" panose="02040503050406030204" pitchFamily="18" charset="0"/>
                            </a:rPr>
                            <m:t>1.15</m:t>
                          </m:r>
                        </m:num>
                        <m:den>
                          <m:r>
                            <a:rPr lang="en-US" b="0" i="1" smtClean="0">
                              <a:solidFill>
                                <a:srgbClr val="000000"/>
                              </a:solidFill>
                              <a:latin typeface="Cambria Math" panose="02040503050406030204" pitchFamily="18" charset="0"/>
                            </a:rPr>
                            <m:t>(1+.13)</m:t>
                          </m:r>
                        </m:den>
                      </m:f>
                      <m:r>
                        <a:rPr lang="en-US" i="1">
                          <a:solidFill>
                            <a:srgbClr val="000000"/>
                          </a:solidFill>
                          <a:latin typeface="Cambria Math" panose="02040503050406030204" pitchFamily="18" charset="0"/>
                        </a:rPr>
                        <m:t>=</m:t>
                      </m:r>
                      <m:f>
                        <m:fPr>
                          <m:ctrlPr>
                            <a:rPr lang="en-US" i="1">
                              <a:solidFill>
                                <a:srgbClr val="000000"/>
                              </a:solidFill>
                              <a:latin typeface="Cambria Math" panose="02040503050406030204" pitchFamily="18" charset="0"/>
                            </a:rPr>
                          </m:ctrlPr>
                        </m:fPr>
                        <m:num>
                          <m:r>
                            <a:rPr lang="en-US" b="0" i="1" smtClean="0">
                              <a:solidFill>
                                <a:srgbClr val="000000"/>
                              </a:solidFill>
                              <a:latin typeface="Cambria Math" panose="02040503050406030204" pitchFamily="18" charset="0"/>
                            </a:rPr>
                            <m:t>1.3225</m:t>
                          </m:r>
                        </m:num>
                        <m:den>
                          <m:r>
                            <a:rPr lang="en-US" i="1" smtClean="0">
                              <a:solidFill>
                                <a:srgbClr val="000000"/>
                              </a:solidFill>
                              <a:latin typeface="Cambria Math" panose="02040503050406030204" pitchFamily="18" charset="0"/>
                            </a:rPr>
                            <m:t>(1+.</m:t>
                          </m:r>
                          <m:r>
                            <a:rPr lang="en-US" b="0" i="1" smtClean="0">
                              <a:solidFill>
                                <a:srgbClr val="000000"/>
                              </a:solidFill>
                              <a:latin typeface="Cambria Math" panose="02040503050406030204" pitchFamily="18" charset="0"/>
                            </a:rPr>
                            <m:t>13</m:t>
                          </m:r>
                          <m:sSup>
                            <m:sSupPr>
                              <m:ctrlPr>
                                <a:rPr lang="en-US" i="1" smtClean="0">
                                  <a:solidFill>
                                    <a:srgbClr val="000000"/>
                                  </a:solidFill>
                                  <a:latin typeface="Cambria Math" panose="02040503050406030204" pitchFamily="18" charset="0"/>
                                </a:rPr>
                              </m:ctrlPr>
                            </m:sSupPr>
                            <m:e>
                              <m:r>
                                <a:rPr lang="en-US" i="1">
                                  <a:solidFill>
                                    <a:srgbClr val="000000"/>
                                  </a:solidFill>
                                  <a:latin typeface="Cambria Math" panose="02040503050406030204" pitchFamily="18" charset="0"/>
                                </a:rPr>
                                <m:t>)</m:t>
                              </m:r>
                            </m:e>
                            <m:sup>
                              <m:r>
                                <a:rPr lang="en-US" b="0" i="1" smtClean="0">
                                  <a:solidFill>
                                    <a:srgbClr val="000000"/>
                                  </a:solidFill>
                                  <a:latin typeface="Cambria Math" panose="02040503050406030204" pitchFamily="18" charset="0"/>
                                </a:rPr>
                                <m:t>2</m:t>
                              </m:r>
                            </m:sup>
                          </m:sSup>
                        </m:den>
                      </m:f>
                      <m:r>
                        <a:rPr lang="en-US" i="1">
                          <a:solidFill>
                            <a:srgbClr val="000000"/>
                          </a:solidFill>
                          <a:latin typeface="Cambria Math" panose="02040503050406030204" pitchFamily="18" charset="0"/>
                        </a:rPr>
                        <m:t>=</m:t>
                      </m:r>
                      <m:f>
                        <m:fPr>
                          <m:ctrlPr>
                            <a:rPr lang="en-US" i="1" smtClean="0">
                              <a:solidFill>
                                <a:srgbClr val="000000"/>
                              </a:solidFill>
                              <a:latin typeface="Cambria Math" panose="02040503050406030204" pitchFamily="18" charset="0"/>
                            </a:rPr>
                          </m:ctrlPr>
                        </m:fPr>
                        <m:num>
                          <m:r>
                            <a:rPr lang="en-US" b="0" i="1" smtClean="0">
                              <a:solidFill>
                                <a:srgbClr val="000000"/>
                              </a:solidFill>
                              <a:latin typeface="Cambria Math" panose="02040503050406030204" pitchFamily="18" charset="0"/>
                            </a:rPr>
                            <m:t>1.5209</m:t>
                          </m:r>
                        </m:num>
                        <m:den>
                          <m:r>
                            <a:rPr lang="en-US" i="1" smtClean="0">
                              <a:solidFill>
                                <a:srgbClr val="000000"/>
                              </a:solidFill>
                              <a:latin typeface="Cambria Math" panose="02040503050406030204" pitchFamily="18" charset="0"/>
                            </a:rPr>
                            <m:t>(1+</m:t>
                          </m:r>
                          <m:r>
                            <a:rPr lang="en-US" b="0" i="1" smtClean="0">
                              <a:solidFill>
                                <a:srgbClr val="000000"/>
                              </a:solidFill>
                              <a:latin typeface="Cambria Math" panose="02040503050406030204" pitchFamily="18" charset="0"/>
                            </a:rPr>
                            <m:t>.13)</m:t>
                          </m:r>
                        </m:den>
                      </m:f>
                      <m:r>
                        <a:rPr lang="en-US" i="1">
                          <a:solidFill>
                            <a:srgbClr val="000000"/>
                          </a:solidFill>
                          <a:latin typeface="Cambria Math" panose="02040503050406030204" pitchFamily="18" charset="0"/>
                        </a:rPr>
                        <m:t>=</m:t>
                      </m:r>
                      <m:f>
                        <m:fPr>
                          <m:ctrlPr>
                            <a:rPr lang="en-US" i="1" smtClean="0">
                              <a:solidFill>
                                <a:srgbClr val="000000"/>
                              </a:solidFill>
                              <a:latin typeface="Cambria Math" panose="02040503050406030204" pitchFamily="18" charset="0"/>
                            </a:rPr>
                          </m:ctrlPr>
                        </m:fPr>
                        <m:num>
                          <m:r>
                            <a:rPr lang="en-US" b="0" i="1" smtClean="0">
                              <a:solidFill>
                                <a:srgbClr val="000000"/>
                              </a:solidFill>
                              <a:latin typeface="Cambria Math" panose="02040503050406030204" pitchFamily="18" charset="0"/>
                            </a:rPr>
                            <m:t>1.749</m:t>
                          </m:r>
                        </m:num>
                        <m:den>
                          <m:r>
                            <a:rPr lang="en-US" i="1" smtClean="0">
                              <a:solidFill>
                                <a:srgbClr val="000000"/>
                              </a:solidFill>
                              <a:latin typeface="Cambria Math" panose="02040503050406030204" pitchFamily="18" charset="0"/>
                            </a:rPr>
                            <m:t>(1+</m:t>
                          </m:r>
                          <m:r>
                            <a:rPr lang="en-US" b="0" i="1" smtClean="0">
                              <a:solidFill>
                                <a:srgbClr val="000000"/>
                              </a:solidFill>
                              <a:latin typeface="Cambria Math" panose="02040503050406030204" pitchFamily="18" charset="0"/>
                            </a:rPr>
                            <m:t>.13</m:t>
                          </m:r>
                          <m:sSup>
                            <m:sSupPr>
                              <m:ctrlPr>
                                <a:rPr lang="en-US" i="1">
                                  <a:solidFill>
                                    <a:srgbClr val="000000"/>
                                  </a:solidFill>
                                  <a:latin typeface="Cambria Math" panose="02040503050406030204" pitchFamily="18" charset="0"/>
                                </a:rPr>
                              </m:ctrlPr>
                            </m:sSupPr>
                            <m:e>
                              <m:r>
                                <a:rPr lang="en-US" i="1">
                                  <a:solidFill>
                                    <a:srgbClr val="000000"/>
                                  </a:solidFill>
                                  <a:latin typeface="Cambria Math" panose="02040503050406030204" pitchFamily="18" charset="0"/>
                                </a:rPr>
                                <m:t>)</m:t>
                              </m:r>
                            </m:e>
                            <m:sup>
                              <m:r>
                                <a:rPr lang="en-US" b="0" i="1" smtClean="0">
                                  <a:solidFill>
                                    <a:srgbClr val="000000"/>
                                  </a:solidFill>
                                  <a:latin typeface="Cambria Math" panose="02040503050406030204" pitchFamily="18" charset="0"/>
                                </a:rPr>
                                <m:t>4</m:t>
                              </m:r>
                            </m:sup>
                          </m:sSup>
                        </m:den>
                      </m:f>
                      <m:r>
                        <a:rPr lang="en-US" b="0" i="1" smtClean="0">
                          <a:solidFill>
                            <a:srgbClr val="000000"/>
                          </a:solidFill>
                          <a:latin typeface="Cambria Math" panose="02040503050406030204" pitchFamily="18" charset="0"/>
                        </a:rPr>
                        <m:t>=</m:t>
                      </m:r>
                      <m:f>
                        <m:fPr>
                          <m:ctrlPr>
                            <a:rPr lang="en-US" i="1" smtClean="0">
                              <a:solidFill>
                                <a:srgbClr val="000000"/>
                              </a:solidFill>
                              <a:latin typeface="Cambria Math" panose="02040503050406030204" pitchFamily="18" charset="0"/>
                            </a:rPr>
                          </m:ctrlPr>
                        </m:fPr>
                        <m:num>
                          <m:r>
                            <a:rPr lang="en-US" b="0" i="1" smtClean="0">
                              <a:solidFill>
                                <a:srgbClr val="000000"/>
                              </a:solidFill>
                              <a:latin typeface="Cambria Math" panose="02040503050406030204" pitchFamily="18" charset="0"/>
                            </a:rPr>
                            <m:t>2.0114+45.30</m:t>
                          </m:r>
                        </m:num>
                        <m:den>
                          <m:r>
                            <a:rPr lang="en-US" i="1" smtClean="0">
                              <a:solidFill>
                                <a:srgbClr val="000000"/>
                              </a:solidFill>
                              <a:latin typeface="Cambria Math" panose="02040503050406030204" pitchFamily="18" charset="0"/>
                            </a:rPr>
                            <m:t>(1+</m:t>
                          </m:r>
                          <m:r>
                            <a:rPr lang="en-US" b="0" i="1" smtClean="0">
                              <a:solidFill>
                                <a:srgbClr val="000000"/>
                              </a:solidFill>
                              <a:latin typeface="Cambria Math" panose="02040503050406030204" pitchFamily="18" charset="0"/>
                            </a:rPr>
                            <m:t>.13</m:t>
                          </m:r>
                          <m:sSup>
                            <m:sSupPr>
                              <m:ctrlPr>
                                <a:rPr lang="en-US" i="1">
                                  <a:solidFill>
                                    <a:srgbClr val="000000"/>
                                  </a:solidFill>
                                  <a:latin typeface="Cambria Math" panose="02040503050406030204" pitchFamily="18" charset="0"/>
                                </a:rPr>
                              </m:ctrlPr>
                            </m:sSupPr>
                            <m:e>
                              <m:r>
                                <a:rPr lang="en-US" i="1">
                                  <a:solidFill>
                                    <a:srgbClr val="000000"/>
                                  </a:solidFill>
                                  <a:latin typeface="Cambria Math" panose="02040503050406030204" pitchFamily="18" charset="0"/>
                                </a:rPr>
                                <m:t>)</m:t>
                              </m:r>
                            </m:e>
                            <m:sup>
                              <m:r>
                                <a:rPr lang="en-US" b="0" i="1" smtClean="0">
                                  <a:solidFill>
                                    <a:srgbClr val="000000"/>
                                  </a:solidFill>
                                  <a:latin typeface="Cambria Math" panose="02040503050406030204" pitchFamily="18" charset="0"/>
                                </a:rPr>
                                <m:t>5</m:t>
                              </m:r>
                            </m:sup>
                          </m:sSup>
                        </m:den>
                      </m:f>
                      <m:r>
                        <a:rPr lang="en-US" i="1">
                          <a:solidFill>
                            <a:srgbClr val="000000"/>
                          </a:solidFill>
                          <a:latin typeface="Cambria Math" panose="02040503050406030204" pitchFamily="18" charset="0"/>
                        </a:rPr>
                        <m:t>=$</m:t>
                      </m:r>
                      <m:r>
                        <a:rPr lang="en-US" b="0" i="1" smtClean="0">
                          <a:solidFill>
                            <a:srgbClr val="000000"/>
                          </a:solidFill>
                          <a:latin typeface="Cambria Math" panose="02040503050406030204" pitchFamily="18" charset="0"/>
                        </a:rPr>
                        <m:t>45.30</m:t>
                      </m:r>
                    </m:oMath>
                  </m:oMathPara>
                </a14:m>
                <a:endParaRPr lang="en-US" dirty="0"/>
              </a:p>
            </p:txBody>
          </p:sp>
        </mc:Choice>
        <mc:Fallback xmlns="">
          <p:sp>
            <p:nvSpPr>
              <p:cNvPr id="4" name="Object 7">
                <a:extLst>
                  <a:ext uri="{FF2B5EF4-FFF2-40B4-BE49-F238E27FC236}">
                    <a16:creationId xmlns:a16="http://schemas.microsoft.com/office/drawing/2014/main" id="{B4DC9282-E4DD-CEDC-30B5-257D072D81C5}"/>
                  </a:ext>
                </a:extLst>
              </p:cNvPr>
              <p:cNvSpPr txBox="1">
                <a:spLocks noGrp="1" noRot="1" noChangeAspect="1" noMove="1" noResize="1" noEditPoints="1" noAdjustHandles="1" noChangeArrowheads="1" noChangeShapeType="1" noTextEdit="1"/>
              </p:cNvSpPr>
              <p:nvPr>
                <p:ph idx="1"/>
              </p:nvPr>
            </p:nvSpPr>
            <p:spPr bwMode="auto">
              <a:xfrm>
                <a:off x="744414" y="5543918"/>
                <a:ext cx="11013831" cy="1113692"/>
              </a:xfrm>
              <a:prstGeom prst="rect">
                <a:avLst/>
              </a:prstGeom>
              <a:blipFill>
                <a:blip r:embed="rId2"/>
                <a:stretch>
                  <a:fillRect/>
                </a:stretch>
              </a:blipFill>
              <a:ln>
                <a:noFill/>
              </a:ln>
              <a:effectLst/>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5" name="Object 7">
                <a:extLst>
                  <a:ext uri="{FF2B5EF4-FFF2-40B4-BE49-F238E27FC236}">
                    <a16:creationId xmlns:a16="http://schemas.microsoft.com/office/drawing/2014/main" id="{1C542B0F-638D-266A-FC74-980E9BFBE25E}"/>
                  </a:ext>
                </a:extLst>
              </p:cNvPr>
              <p:cNvSpPr txBox="1">
                <a:spLocks/>
              </p:cNvSpPr>
              <p:nvPr/>
            </p:nvSpPr>
            <p:spPr bwMode="auto">
              <a:xfrm>
                <a:off x="1301871" y="3164134"/>
                <a:ext cx="10145716" cy="1113692"/>
              </a:xfrm>
              <a:prstGeom prst="rect">
                <a:avLst/>
              </a:prstGeom>
              <a:noFill/>
              <a:ln>
                <a:noFill/>
              </a:ln>
              <a:effectLst/>
            </p:spPr>
            <p:txBody>
              <a:bodyPr vert="horz" lIns="91440" tIns="45720" rIns="91440" bIns="45720" rtlCol="0">
                <a:normAutofit fontScale="85000" lnSpcReduction="10000"/>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a:buNone/>
                </a:pPr>
                <a14:m>
                  <m:oMathPara xmlns:m="http://schemas.openxmlformats.org/officeDocument/2006/math">
                    <m:oMathParaPr>
                      <m:jc m:val="left"/>
                    </m:oMathParaPr>
                    <m:oMath xmlns:m="http://schemas.openxmlformats.org/officeDocument/2006/math">
                      <m:sSub>
                        <m:sSubPr>
                          <m:ctrlPr>
                            <a:rPr lang="en-US" sz="2600" i="1" smtClean="0">
                              <a:solidFill>
                                <a:srgbClr val="000000"/>
                              </a:solidFill>
                              <a:latin typeface="Cambria Math" panose="02040503050406030204" pitchFamily="18" charset="0"/>
                            </a:rPr>
                          </m:ctrlPr>
                        </m:sSubPr>
                        <m:e>
                          <m:r>
                            <a:rPr lang="en-US" sz="2600" i="1">
                              <a:solidFill>
                                <a:srgbClr val="000000"/>
                              </a:solidFill>
                              <a:latin typeface="Cambria Math" panose="02040503050406030204" pitchFamily="18" charset="0"/>
                            </a:rPr>
                            <m:t>𝑃</m:t>
                          </m:r>
                        </m:e>
                        <m:sub>
                          <m:r>
                            <a:rPr lang="en-US" sz="2600" b="0" i="1" smtClean="0">
                              <a:solidFill>
                                <a:srgbClr val="000000"/>
                              </a:solidFill>
                              <a:latin typeface="Cambria Math" panose="02040503050406030204" pitchFamily="18" charset="0"/>
                            </a:rPr>
                            <m:t>5</m:t>
                          </m:r>
                        </m:sub>
                      </m:sSub>
                      <m:r>
                        <a:rPr lang="en-US" sz="2600" i="1">
                          <a:solidFill>
                            <a:srgbClr val="000000"/>
                          </a:solidFill>
                          <a:latin typeface="Cambria Math" panose="02040503050406030204" pitchFamily="18" charset="0"/>
                        </a:rPr>
                        <m:t>=</m:t>
                      </m:r>
                      <m:f>
                        <m:fPr>
                          <m:ctrlPr>
                            <a:rPr lang="en-US" sz="2600" i="1">
                              <a:solidFill>
                                <a:srgbClr val="000000"/>
                              </a:solidFill>
                              <a:latin typeface="Cambria Math" panose="02040503050406030204" pitchFamily="18" charset="0"/>
                            </a:rPr>
                          </m:ctrlPr>
                        </m:fPr>
                        <m:num>
                          <m:sSub>
                            <m:sSubPr>
                              <m:ctrlPr>
                                <a:rPr lang="en-US" sz="2600" i="1">
                                  <a:solidFill>
                                    <a:srgbClr val="000000"/>
                                  </a:solidFill>
                                  <a:latin typeface="Cambria Math" panose="02040503050406030204" pitchFamily="18" charset="0"/>
                                </a:rPr>
                              </m:ctrlPr>
                            </m:sSubPr>
                            <m:e>
                              <m:r>
                                <a:rPr lang="en-US" sz="2600" i="1">
                                  <a:solidFill>
                                    <a:srgbClr val="000000"/>
                                  </a:solidFill>
                                  <a:latin typeface="Cambria Math" panose="02040503050406030204" pitchFamily="18" charset="0"/>
                                </a:rPr>
                                <m:t>𝐷</m:t>
                              </m:r>
                            </m:e>
                            <m:sub>
                              <m:r>
                                <a:rPr lang="en-US" sz="2600" b="0" i="1" smtClean="0">
                                  <a:solidFill>
                                    <a:srgbClr val="000000"/>
                                  </a:solidFill>
                                  <a:latin typeface="Cambria Math" panose="02040503050406030204" pitchFamily="18" charset="0"/>
                                </a:rPr>
                                <m:t>5+1</m:t>
                              </m:r>
                            </m:sub>
                          </m:sSub>
                        </m:num>
                        <m:den>
                          <m:r>
                            <a:rPr lang="en-US" sz="2600" i="1">
                              <a:solidFill>
                                <a:srgbClr val="000000"/>
                              </a:solidFill>
                              <a:latin typeface="Cambria Math" panose="02040503050406030204" pitchFamily="18" charset="0"/>
                            </a:rPr>
                            <m:t>(</m:t>
                          </m:r>
                          <m:r>
                            <a:rPr lang="en-US" sz="2600" i="1">
                              <a:solidFill>
                                <a:srgbClr val="000000"/>
                              </a:solidFill>
                              <a:latin typeface="Cambria Math" panose="02040503050406030204" pitchFamily="18" charset="0"/>
                            </a:rPr>
                            <m:t>𝑅</m:t>
                          </m:r>
                          <m:r>
                            <a:rPr lang="en-US" sz="2600" i="1">
                              <a:solidFill>
                                <a:srgbClr val="000000"/>
                              </a:solidFill>
                              <a:latin typeface="Cambria Math" panose="02040503050406030204" pitchFamily="18" charset="0"/>
                            </a:rPr>
                            <m:t>−</m:t>
                          </m:r>
                          <m:r>
                            <a:rPr lang="en-US" sz="2600" i="1">
                              <a:solidFill>
                                <a:srgbClr val="000000"/>
                              </a:solidFill>
                              <a:latin typeface="Cambria Math" panose="02040503050406030204" pitchFamily="18" charset="0"/>
                            </a:rPr>
                            <m:t>𝑔</m:t>
                          </m:r>
                          <m:r>
                            <a:rPr lang="en-US" sz="2600" b="0" i="1" smtClean="0">
                              <a:solidFill>
                                <a:srgbClr val="000000"/>
                              </a:solidFill>
                              <a:latin typeface="Cambria Math" panose="02040503050406030204" pitchFamily="18" charset="0"/>
                            </a:rPr>
                            <m:t>2</m:t>
                          </m:r>
                          <m:r>
                            <a:rPr lang="en-US" sz="2600" i="1">
                              <a:solidFill>
                                <a:srgbClr val="000000"/>
                              </a:solidFill>
                              <a:latin typeface="Cambria Math" panose="02040503050406030204" pitchFamily="18" charset="0"/>
                            </a:rPr>
                            <m:t>)</m:t>
                          </m:r>
                        </m:den>
                      </m:f>
                      <m:r>
                        <a:rPr lang="en-US" sz="2600" b="0" i="1" smtClean="0">
                          <a:solidFill>
                            <a:srgbClr val="000000"/>
                          </a:solidFill>
                          <a:latin typeface="Cambria Math" panose="02040503050406030204" pitchFamily="18" charset="0"/>
                        </a:rPr>
                        <m:t>=</m:t>
                      </m:r>
                      <m:f>
                        <m:fPr>
                          <m:ctrlPr>
                            <a:rPr lang="en-US" sz="2600" i="1" smtClean="0">
                              <a:solidFill>
                                <a:srgbClr val="000000"/>
                              </a:solidFill>
                              <a:latin typeface="Cambria Math" panose="02040503050406030204" pitchFamily="18" charset="0"/>
                            </a:rPr>
                          </m:ctrlPr>
                        </m:fPr>
                        <m:num>
                          <m:sSub>
                            <m:sSubPr>
                              <m:ctrlPr>
                                <a:rPr lang="en-US" sz="2600" i="1">
                                  <a:solidFill>
                                    <a:srgbClr val="000000"/>
                                  </a:solidFill>
                                  <a:latin typeface="Cambria Math" panose="02040503050406030204" pitchFamily="18" charset="0"/>
                                </a:rPr>
                              </m:ctrlPr>
                            </m:sSubPr>
                            <m:e>
                              <m:r>
                                <a:rPr lang="en-US" sz="2600" i="1">
                                  <a:solidFill>
                                    <a:srgbClr val="000000"/>
                                  </a:solidFill>
                                  <a:latin typeface="Cambria Math" panose="02040503050406030204" pitchFamily="18" charset="0"/>
                                </a:rPr>
                                <m:t>𝐷</m:t>
                              </m:r>
                            </m:e>
                            <m:sub>
                              <m:r>
                                <a:rPr lang="en-US" sz="2600" b="0" i="1" smtClean="0">
                                  <a:solidFill>
                                    <a:srgbClr val="000000"/>
                                  </a:solidFill>
                                  <a:latin typeface="Cambria Math" panose="02040503050406030204" pitchFamily="18" charset="0"/>
                                </a:rPr>
                                <m:t>6</m:t>
                              </m:r>
                            </m:sub>
                          </m:sSub>
                        </m:num>
                        <m:den>
                          <m:r>
                            <a:rPr lang="en-US" sz="2600" i="1">
                              <a:solidFill>
                                <a:srgbClr val="000000"/>
                              </a:solidFill>
                              <a:latin typeface="Cambria Math" panose="02040503050406030204" pitchFamily="18" charset="0"/>
                            </a:rPr>
                            <m:t>(</m:t>
                          </m:r>
                          <m:r>
                            <a:rPr lang="en-US" sz="2600" i="1">
                              <a:solidFill>
                                <a:srgbClr val="000000"/>
                              </a:solidFill>
                              <a:latin typeface="Cambria Math" panose="02040503050406030204" pitchFamily="18" charset="0"/>
                            </a:rPr>
                            <m:t>𝑅</m:t>
                          </m:r>
                          <m:r>
                            <a:rPr lang="en-US" sz="2600" i="1">
                              <a:solidFill>
                                <a:srgbClr val="000000"/>
                              </a:solidFill>
                              <a:latin typeface="Cambria Math" panose="02040503050406030204" pitchFamily="18" charset="0"/>
                            </a:rPr>
                            <m:t>−</m:t>
                          </m:r>
                          <m:r>
                            <a:rPr lang="en-US" sz="2600" i="1">
                              <a:solidFill>
                                <a:srgbClr val="000000"/>
                              </a:solidFill>
                              <a:latin typeface="Cambria Math" panose="02040503050406030204" pitchFamily="18" charset="0"/>
                            </a:rPr>
                            <m:t>𝑔</m:t>
                          </m:r>
                          <m:r>
                            <a:rPr lang="en-US" sz="2600" b="0" i="1" smtClean="0">
                              <a:solidFill>
                                <a:srgbClr val="000000"/>
                              </a:solidFill>
                              <a:latin typeface="Cambria Math" panose="02040503050406030204" pitchFamily="18" charset="0"/>
                            </a:rPr>
                            <m:t>2</m:t>
                          </m:r>
                          <m:r>
                            <a:rPr lang="en-US" sz="2600" i="1">
                              <a:solidFill>
                                <a:srgbClr val="000000"/>
                              </a:solidFill>
                              <a:latin typeface="Cambria Math" panose="02040503050406030204" pitchFamily="18" charset="0"/>
                            </a:rPr>
                            <m:t>)</m:t>
                          </m:r>
                        </m:den>
                      </m:f>
                      <m:r>
                        <a:rPr lang="en-US" sz="2600" i="1">
                          <a:solidFill>
                            <a:srgbClr val="000000"/>
                          </a:solidFill>
                          <a:latin typeface="Cambria Math" panose="02040503050406030204" pitchFamily="18" charset="0"/>
                        </a:rPr>
                        <m:t>=</m:t>
                      </m:r>
                      <m:f>
                        <m:fPr>
                          <m:ctrlPr>
                            <a:rPr lang="en-US" sz="2600" i="1">
                              <a:solidFill>
                                <a:srgbClr val="000000"/>
                              </a:solidFill>
                              <a:latin typeface="Cambria Math" panose="02040503050406030204" pitchFamily="18" charset="0"/>
                            </a:rPr>
                          </m:ctrlPr>
                        </m:fPr>
                        <m:num>
                          <m:sSub>
                            <m:sSubPr>
                              <m:ctrlPr>
                                <a:rPr lang="en-US" sz="2600" i="1">
                                  <a:solidFill>
                                    <a:srgbClr val="000000"/>
                                  </a:solidFill>
                                  <a:latin typeface="Cambria Math" panose="02040503050406030204" pitchFamily="18" charset="0"/>
                                </a:rPr>
                              </m:ctrlPr>
                            </m:sSubPr>
                            <m:e>
                              <m:r>
                                <a:rPr lang="en-US" sz="2600" i="1">
                                  <a:solidFill>
                                    <a:srgbClr val="000000"/>
                                  </a:solidFill>
                                  <a:latin typeface="Cambria Math" panose="02040503050406030204" pitchFamily="18" charset="0"/>
                                </a:rPr>
                                <m:t>𝐷</m:t>
                              </m:r>
                            </m:e>
                            <m:sub>
                              <m:r>
                                <a:rPr lang="en-US" sz="2600" b="0" i="1" smtClean="0">
                                  <a:solidFill>
                                    <a:srgbClr val="000000"/>
                                  </a:solidFill>
                                  <a:latin typeface="Cambria Math" panose="02040503050406030204" pitchFamily="18" charset="0"/>
                                </a:rPr>
                                <m:t>5</m:t>
                              </m:r>
                            </m:sub>
                          </m:sSub>
                          <m:r>
                            <a:rPr lang="en-US" sz="2600" i="1">
                              <a:solidFill>
                                <a:srgbClr val="000000"/>
                              </a:solidFill>
                              <a:latin typeface="Cambria Math" panose="02040503050406030204" pitchFamily="18" charset="0"/>
                            </a:rPr>
                            <m:t>(1+</m:t>
                          </m:r>
                          <m:r>
                            <a:rPr lang="en-US" sz="2600" i="1">
                              <a:solidFill>
                                <a:srgbClr val="000000"/>
                              </a:solidFill>
                              <a:latin typeface="Cambria Math" panose="02040503050406030204" pitchFamily="18" charset="0"/>
                            </a:rPr>
                            <m:t>𝑔</m:t>
                          </m:r>
                          <m:r>
                            <a:rPr lang="en-US" sz="2600" b="0" i="1" smtClean="0">
                              <a:solidFill>
                                <a:srgbClr val="000000"/>
                              </a:solidFill>
                              <a:latin typeface="Cambria Math" panose="02040503050406030204" pitchFamily="18" charset="0"/>
                            </a:rPr>
                            <m:t>)</m:t>
                          </m:r>
                        </m:num>
                        <m:den>
                          <m:r>
                            <a:rPr lang="en-US" sz="2600" i="1">
                              <a:solidFill>
                                <a:srgbClr val="000000"/>
                              </a:solidFill>
                              <a:latin typeface="Cambria Math" panose="02040503050406030204" pitchFamily="18" charset="0"/>
                            </a:rPr>
                            <m:t>(</m:t>
                          </m:r>
                          <m:r>
                            <a:rPr lang="en-US" sz="2600" i="1">
                              <a:solidFill>
                                <a:srgbClr val="000000"/>
                              </a:solidFill>
                              <a:latin typeface="Cambria Math" panose="02040503050406030204" pitchFamily="18" charset="0"/>
                            </a:rPr>
                            <m:t>𝑅</m:t>
                          </m:r>
                          <m:r>
                            <a:rPr lang="en-US" sz="2600" i="1">
                              <a:solidFill>
                                <a:srgbClr val="000000"/>
                              </a:solidFill>
                              <a:latin typeface="Cambria Math" panose="02040503050406030204" pitchFamily="18" charset="0"/>
                            </a:rPr>
                            <m:t>−</m:t>
                          </m:r>
                          <m:r>
                            <a:rPr lang="en-US" sz="2600" i="1">
                              <a:solidFill>
                                <a:srgbClr val="000000"/>
                              </a:solidFill>
                              <a:latin typeface="Cambria Math" panose="02040503050406030204" pitchFamily="18" charset="0"/>
                            </a:rPr>
                            <m:t>𝑔</m:t>
                          </m:r>
                          <m:r>
                            <a:rPr lang="en-US" sz="2600" b="0" i="1" smtClean="0">
                              <a:solidFill>
                                <a:srgbClr val="000000"/>
                              </a:solidFill>
                              <a:latin typeface="Cambria Math" panose="02040503050406030204" pitchFamily="18" charset="0"/>
                            </a:rPr>
                            <m:t>2</m:t>
                          </m:r>
                          <m:r>
                            <a:rPr lang="en-US" sz="2600" i="1">
                              <a:solidFill>
                                <a:srgbClr val="000000"/>
                              </a:solidFill>
                              <a:latin typeface="Cambria Math" panose="02040503050406030204" pitchFamily="18" charset="0"/>
                            </a:rPr>
                            <m:t>)</m:t>
                          </m:r>
                        </m:den>
                      </m:f>
                      <m:r>
                        <a:rPr lang="en-US" sz="2600" i="1">
                          <a:solidFill>
                            <a:srgbClr val="000000"/>
                          </a:solidFill>
                          <a:latin typeface="Cambria Math" panose="02040503050406030204" pitchFamily="18" charset="0"/>
                        </a:rPr>
                        <m:t>=</m:t>
                      </m:r>
                      <m:f>
                        <m:fPr>
                          <m:ctrlPr>
                            <a:rPr lang="en-US" sz="2600" i="1">
                              <a:solidFill>
                                <a:srgbClr val="000000"/>
                              </a:solidFill>
                              <a:latin typeface="Cambria Math" panose="02040503050406030204" pitchFamily="18" charset="0"/>
                            </a:rPr>
                          </m:ctrlPr>
                        </m:fPr>
                        <m:num>
                          <m:r>
                            <a:rPr lang="en-US" sz="2600" i="1">
                              <a:solidFill>
                                <a:srgbClr val="000000"/>
                              </a:solidFill>
                              <a:latin typeface="Cambria Math" panose="02040503050406030204" pitchFamily="18" charset="0"/>
                            </a:rPr>
                            <m:t>2.</m:t>
                          </m:r>
                          <m:r>
                            <a:rPr lang="en-US" sz="2600" b="0" i="1" smtClean="0">
                              <a:solidFill>
                                <a:srgbClr val="000000"/>
                              </a:solidFill>
                              <a:latin typeface="Cambria Math" panose="02040503050406030204" pitchFamily="18" charset="0"/>
                            </a:rPr>
                            <m:t>0114</m:t>
                          </m:r>
                          <m:d>
                            <m:dPr>
                              <m:ctrlPr>
                                <a:rPr lang="en-US" sz="2600" i="1">
                                  <a:solidFill>
                                    <a:srgbClr val="000000"/>
                                  </a:solidFill>
                                  <a:latin typeface="Cambria Math" panose="02040503050406030204" pitchFamily="18" charset="0"/>
                                </a:rPr>
                              </m:ctrlPr>
                            </m:dPr>
                            <m:e>
                              <m:r>
                                <a:rPr lang="en-US" sz="2600" i="1">
                                  <a:solidFill>
                                    <a:srgbClr val="000000"/>
                                  </a:solidFill>
                                  <a:latin typeface="Cambria Math" panose="02040503050406030204" pitchFamily="18" charset="0"/>
                                </a:rPr>
                                <m:t>1</m:t>
                              </m:r>
                              <m:r>
                                <a:rPr lang="en-US" sz="2600" b="0" i="1" smtClean="0">
                                  <a:solidFill>
                                    <a:srgbClr val="000000"/>
                                  </a:solidFill>
                                  <a:latin typeface="Cambria Math" panose="02040503050406030204" pitchFamily="18" charset="0"/>
                                </a:rPr>
                                <m:t>+</m:t>
                              </m:r>
                              <m:r>
                                <a:rPr lang="en-US" sz="2600" i="1">
                                  <a:solidFill>
                                    <a:srgbClr val="000000"/>
                                  </a:solidFill>
                                  <a:latin typeface="Cambria Math" panose="02040503050406030204" pitchFamily="18" charset="0"/>
                                </a:rPr>
                                <m:t>.</m:t>
                              </m:r>
                              <m:r>
                                <a:rPr lang="en-US" sz="2600" b="0" i="1" smtClean="0">
                                  <a:solidFill>
                                    <a:srgbClr val="000000"/>
                                  </a:solidFill>
                                  <a:latin typeface="Cambria Math" panose="02040503050406030204" pitchFamily="18" charset="0"/>
                                </a:rPr>
                                <m:t>1</m:t>
                              </m:r>
                            </m:e>
                          </m:d>
                        </m:num>
                        <m:den>
                          <m:r>
                            <a:rPr lang="en-US" sz="2600" i="1">
                              <a:solidFill>
                                <a:srgbClr val="000000"/>
                              </a:solidFill>
                              <a:latin typeface="Cambria Math" panose="02040503050406030204" pitchFamily="18" charset="0"/>
                            </a:rPr>
                            <m:t>(.1</m:t>
                          </m:r>
                          <m:r>
                            <a:rPr lang="en-US" sz="2600" b="0" i="1" smtClean="0">
                              <a:solidFill>
                                <a:srgbClr val="000000"/>
                              </a:solidFill>
                              <a:latin typeface="Cambria Math" panose="02040503050406030204" pitchFamily="18" charset="0"/>
                            </a:rPr>
                            <m:t>3−.1</m:t>
                          </m:r>
                          <m:r>
                            <a:rPr lang="en-US" sz="2600" i="1">
                              <a:solidFill>
                                <a:srgbClr val="000000"/>
                              </a:solidFill>
                              <a:latin typeface="Cambria Math" panose="02040503050406030204" pitchFamily="18" charset="0"/>
                            </a:rPr>
                            <m:t>)</m:t>
                          </m:r>
                        </m:den>
                      </m:f>
                      <m:r>
                        <a:rPr lang="en-US" sz="2600" i="1">
                          <a:solidFill>
                            <a:srgbClr val="000000"/>
                          </a:solidFill>
                          <a:latin typeface="Cambria Math" panose="02040503050406030204" pitchFamily="18" charset="0"/>
                        </a:rPr>
                        <m:t>=</m:t>
                      </m:r>
                      <m:f>
                        <m:fPr>
                          <m:ctrlPr>
                            <a:rPr lang="en-US" sz="2600" i="1">
                              <a:solidFill>
                                <a:srgbClr val="000000"/>
                              </a:solidFill>
                              <a:latin typeface="Cambria Math" panose="02040503050406030204" pitchFamily="18" charset="0"/>
                            </a:rPr>
                          </m:ctrlPr>
                        </m:fPr>
                        <m:num>
                          <m:r>
                            <a:rPr lang="en-US" sz="2600" i="1">
                              <a:solidFill>
                                <a:srgbClr val="000000"/>
                              </a:solidFill>
                              <a:latin typeface="Cambria Math" panose="02040503050406030204" pitchFamily="18" charset="0"/>
                            </a:rPr>
                            <m:t>2.</m:t>
                          </m:r>
                          <m:r>
                            <a:rPr lang="en-US" sz="2600" b="0" i="1" smtClean="0">
                              <a:solidFill>
                                <a:srgbClr val="000000"/>
                              </a:solidFill>
                              <a:latin typeface="Cambria Math" panose="02040503050406030204" pitchFamily="18" charset="0"/>
                            </a:rPr>
                            <m:t>213</m:t>
                          </m:r>
                          <m:r>
                            <a:rPr lang="en-US" sz="2600" i="1">
                              <a:solidFill>
                                <a:srgbClr val="000000"/>
                              </a:solidFill>
                              <a:latin typeface="Cambria Math" panose="02040503050406030204" pitchFamily="18" charset="0"/>
                            </a:rPr>
                            <m:t>(</m:t>
                          </m:r>
                          <m:r>
                            <a:rPr lang="en-US" sz="2600" b="0" i="1" smtClean="0">
                              <a:solidFill>
                                <a:srgbClr val="000000"/>
                              </a:solidFill>
                              <a:latin typeface="Cambria Math" panose="02040503050406030204" pitchFamily="18" charset="0"/>
                            </a:rPr>
                            <m:t>1.1</m:t>
                          </m:r>
                          <m:r>
                            <a:rPr lang="en-US" sz="2600" i="1">
                              <a:solidFill>
                                <a:srgbClr val="000000"/>
                              </a:solidFill>
                              <a:latin typeface="Cambria Math" panose="02040503050406030204" pitchFamily="18" charset="0"/>
                            </a:rPr>
                            <m:t>)</m:t>
                          </m:r>
                        </m:num>
                        <m:den>
                          <m:r>
                            <a:rPr lang="en-US" sz="2600" b="0" i="1" smtClean="0">
                              <a:solidFill>
                                <a:srgbClr val="000000"/>
                              </a:solidFill>
                              <a:latin typeface="Cambria Math" panose="02040503050406030204" pitchFamily="18" charset="0"/>
                            </a:rPr>
                            <m:t>.03</m:t>
                          </m:r>
                        </m:den>
                      </m:f>
                      <m:r>
                        <a:rPr lang="en-US" sz="2600" i="1">
                          <a:solidFill>
                            <a:srgbClr val="000000"/>
                          </a:solidFill>
                          <a:latin typeface="Cambria Math" panose="02040503050406030204" pitchFamily="18" charset="0"/>
                        </a:rPr>
                        <m:t>=$</m:t>
                      </m:r>
                      <m:r>
                        <a:rPr lang="en-US" sz="2600" b="0" i="1" smtClean="0">
                          <a:solidFill>
                            <a:srgbClr val="000000"/>
                          </a:solidFill>
                          <a:latin typeface="Cambria Math" panose="02040503050406030204" pitchFamily="18" charset="0"/>
                        </a:rPr>
                        <m:t>73.75</m:t>
                      </m:r>
                    </m:oMath>
                  </m:oMathPara>
                </a14:m>
                <a:endParaRPr lang="en-US" sz="2600" b="0" dirty="0">
                  <a:solidFill>
                    <a:srgbClr val="000000"/>
                  </a:solidFill>
                </a:endParaRPr>
              </a:p>
              <a:p>
                <a:pPr>
                  <a:buNone/>
                </a:pPr>
                <a:endParaRPr lang="en-US" dirty="0"/>
              </a:p>
            </p:txBody>
          </p:sp>
        </mc:Choice>
        <mc:Fallback xmlns="">
          <p:sp>
            <p:nvSpPr>
              <p:cNvPr id="5" name="Object 7">
                <a:extLst>
                  <a:ext uri="{FF2B5EF4-FFF2-40B4-BE49-F238E27FC236}">
                    <a16:creationId xmlns:a16="http://schemas.microsoft.com/office/drawing/2014/main" id="{1C542B0F-638D-266A-FC74-980E9BFBE25E}"/>
                  </a:ext>
                </a:extLst>
              </p:cNvPr>
              <p:cNvSpPr txBox="1">
                <a:spLocks noRot="1" noChangeAspect="1" noMove="1" noResize="1" noEditPoints="1" noAdjustHandles="1" noChangeArrowheads="1" noChangeShapeType="1" noTextEdit="1"/>
              </p:cNvSpPr>
              <p:nvPr/>
            </p:nvSpPr>
            <p:spPr bwMode="auto">
              <a:xfrm>
                <a:off x="1301871" y="3164134"/>
                <a:ext cx="10145716" cy="1113692"/>
              </a:xfrm>
              <a:prstGeom prst="rect">
                <a:avLst/>
              </a:prstGeom>
              <a:blipFill>
                <a:blip r:embed="rId3"/>
                <a:stretch>
                  <a:fillRect/>
                </a:stretch>
              </a:blipFill>
              <a:ln>
                <a:noFill/>
              </a:ln>
              <a:effectLst/>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6" name="Object 7">
                <a:extLst>
                  <a:ext uri="{FF2B5EF4-FFF2-40B4-BE49-F238E27FC236}">
                    <a16:creationId xmlns:a16="http://schemas.microsoft.com/office/drawing/2014/main" id="{A52FC0F6-09B6-94E3-7038-4A0195A89366}"/>
                  </a:ext>
                </a:extLst>
              </p:cNvPr>
              <p:cNvSpPr txBox="1">
                <a:spLocks/>
              </p:cNvSpPr>
              <p:nvPr/>
            </p:nvSpPr>
            <p:spPr bwMode="auto">
              <a:xfrm>
                <a:off x="744413" y="4177498"/>
                <a:ext cx="11013831" cy="472590"/>
              </a:xfrm>
              <a:prstGeom prst="rect">
                <a:avLst/>
              </a:prstGeom>
              <a:noFill/>
              <a:ln>
                <a:noFill/>
              </a:ln>
              <a:effectLst/>
            </p:spPr>
            <p:txBody>
              <a:bodyPr vert="horz" lIns="91440" tIns="45720" rIns="91440" bIns="45720" rtlCol="0">
                <a:no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a:buFont typeface="Arial" panose="020B0604020202020204" pitchFamily="34" charset="0"/>
                  <a:buNone/>
                </a:pPr>
                <a14:m>
                  <m:oMathPara xmlns:m="http://schemas.openxmlformats.org/officeDocument/2006/math">
                    <m:oMathParaPr>
                      <m:jc m:val="left"/>
                    </m:oMathParaPr>
                    <m:oMath xmlns:m="http://schemas.openxmlformats.org/officeDocument/2006/math">
                      <m:sSub>
                        <m:sSubPr>
                          <m:ctrlPr>
                            <a:rPr lang="en-US" sz="2000" i="1" smtClean="0">
                              <a:solidFill>
                                <a:srgbClr val="000000"/>
                              </a:solidFill>
                              <a:latin typeface="Cambria Math" panose="02040503050406030204" pitchFamily="18" charset="0"/>
                            </a:rPr>
                          </m:ctrlPr>
                        </m:sSubPr>
                        <m:e>
                          <m:r>
                            <a:rPr lang="en-US" sz="2000" i="1">
                              <a:solidFill>
                                <a:srgbClr val="000000"/>
                              </a:solidFill>
                              <a:latin typeface="Cambria Math" panose="02040503050406030204" pitchFamily="18" charset="0"/>
                            </a:rPr>
                            <m:t>𝑃</m:t>
                          </m:r>
                        </m:e>
                        <m:sub>
                          <m:r>
                            <a:rPr lang="en-US" sz="2000" i="1">
                              <a:solidFill>
                                <a:srgbClr val="000000"/>
                              </a:solidFill>
                              <a:latin typeface="Cambria Math" panose="02040503050406030204" pitchFamily="18" charset="0"/>
                            </a:rPr>
                            <m:t>0</m:t>
                          </m:r>
                        </m:sub>
                      </m:sSub>
                      <m:r>
                        <a:rPr lang="en-US" sz="2000" i="1">
                          <a:solidFill>
                            <a:srgbClr val="000000"/>
                          </a:solidFill>
                          <a:latin typeface="Cambria Math" panose="02040503050406030204" pitchFamily="18" charset="0"/>
                        </a:rPr>
                        <m:t>=</m:t>
                      </m:r>
                      <m:f>
                        <m:fPr>
                          <m:ctrlPr>
                            <a:rPr lang="en-US" sz="2000" i="1">
                              <a:solidFill>
                                <a:srgbClr val="000000"/>
                              </a:solidFill>
                              <a:latin typeface="Cambria Math" panose="02040503050406030204" pitchFamily="18" charset="0"/>
                            </a:rPr>
                          </m:ctrlPr>
                        </m:fPr>
                        <m:num>
                          <m:sSub>
                            <m:sSubPr>
                              <m:ctrlPr>
                                <a:rPr lang="en-US" sz="2000" i="1">
                                  <a:solidFill>
                                    <a:srgbClr val="000000"/>
                                  </a:solidFill>
                                  <a:latin typeface="Cambria Math" panose="02040503050406030204" pitchFamily="18" charset="0"/>
                                </a:rPr>
                              </m:ctrlPr>
                            </m:sSubPr>
                            <m:e>
                              <m:r>
                                <a:rPr lang="en-US" sz="2000" i="1">
                                  <a:solidFill>
                                    <a:srgbClr val="000000"/>
                                  </a:solidFill>
                                  <a:latin typeface="Cambria Math" panose="02040503050406030204" pitchFamily="18" charset="0"/>
                                </a:rPr>
                                <m:t>𝐷</m:t>
                              </m:r>
                            </m:e>
                            <m:sub>
                              <m:r>
                                <a:rPr lang="en-US" sz="2000" i="1">
                                  <a:solidFill>
                                    <a:srgbClr val="000000"/>
                                  </a:solidFill>
                                  <a:latin typeface="Cambria Math" panose="02040503050406030204" pitchFamily="18" charset="0"/>
                                </a:rPr>
                                <m:t>1</m:t>
                              </m:r>
                            </m:sub>
                          </m:sSub>
                        </m:num>
                        <m:den>
                          <m:r>
                            <a:rPr lang="en-US" sz="2000" i="1">
                              <a:solidFill>
                                <a:srgbClr val="000000"/>
                              </a:solidFill>
                              <a:latin typeface="Cambria Math" panose="02040503050406030204" pitchFamily="18" charset="0"/>
                            </a:rPr>
                            <m:t>(1+</m:t>
                          </m:r>
                          <m:r>
                            <a:rPr lang="en-US" sz="2000" i="1">
                              <a:solidFill>
                                <a:srgbClr val="000000"/>
                              </a:solidFill>
                              <a:latin typeface="Cambria Math" panose="02040503050406030204" pitchFamily="18" charset="0"/>
                            </a:rPr>
                            <m:t>𝑅</m:t>
                          </m:r>
                          <m:r>
                            <a:rPr lang="en-US" sz="2000" i="1">
                              <a:solidFill>
                                <a:srgbClr val="000000"/>
                              </a:solidFill>
                              <a:latin typeface="Cambria Math" panose="02040503050406030204" pitchFamily="18" charset="0"/>
                            </a:rPr>
                            <m:t>)</m:t>
                          </m:r>
                        </m:den>
                      </m:f>
                      <m:r>
                        <a:rPr lang="en-US" sz="2000" i="1">
                          <a:solidFill>
                            <a:srgbClr val="000000"/>
                          </a:solidFill>
                          <a:latin typeface="Cambria Math" panose="02040503050406030204" pitchFamily="18" charset="0"/>
                        </a:rPr>
                        <m:t>=</m:t>
                      </m:r>
                      <m:f>
                        <m:fPr>
                          <m:ctrlPr>
                            <a:rPr lang="en-US" sz="2000" i="1">
                              <a:solidFill>
                                <a:srgbClr val="000000"/>
                              </a:solidFill>
                              <a:latin typeface="Cambria Math" panose="02040503050406030204" pitchFamily="18" charset="0"/>
                            </a:rPr>
                          </m:ctrlPr>
                        </m:fPr>
                        <m:num>
                          <m:sSub>
                            <m:sSubPr>
                              <m:ctrlPr>
                                <a:rPr lang="en-US" sz="2000" i="1">
                                  <a:solidFill>
                                    <a:srgbClr val="000000"/>
                                  </a:solidFill>
                                  <a:latin typeface="Cambria Math" panose="02040503050406030204" pitchFamily="18" charset="0"/>
                                </a:rPr>
                              </m:ctrlPr>
                            </m:sSubPr>
                            <m:e>
                              <m:r>
                                <a:rPr lang="en-US" sz="2000" i="1">
                                  <a:solidFill>
                                    <a:srgbClr val="000000"/>
                                  </a:solidFill>
                                  <a:latin typeface="Cambria Math" panose="02040503050406030204" pitchFamily="18" charset="0"/>
                                </a:rPr>
                                <m:t>𝐷</m:t>
                              </m:r>
                            </m:e>
                            <m:sub>
                              <m:r>
                                <a:rPr lang="en-US" sz="2000" i="1">
                                  <a:solidFill>
                                    <a:srgbClr val="000000"/>
                                  </a:solidFill>
                                  <a:latin typeface="Cambria Math" panose="02040503050406030204" pitchFamily="18" charset="0"/>
                                </a:rPr>
                                <m:t>2</m:t>
                              </m:r>
                            </m:sub>
                          </m:sSub>
                        </m:num>
                        <m:den>
                          <m:r>
                            <a:rPr lang="en-US" sz="2000" i="1">
                              <a:solidFill>
                                <a:srgbClr val="000000"/>
                              </a:solidFill>
                              <a:latin typeface="Cambria Math" panose="02040503050406030204" pitchFamily="18" charset="0"/>
                            </a:rPr>
                            <m:t>(1+.</m:t>
                          </m:r>
                          <m:r>
                            <a:rPr lang="en-US" sz="2000" i="1">
                              <a:solidFill>
                                <a:srgbClr val="000000"/>
                              </a:solidFill>
                              <a:latin typeface="Cambria Math" panose="02040503050406030204" pitchFamily="18" charset="0"/>
                            </a:rPr>
                            <m:t>𝑅</m:t>
                          </m:r>
                          <m:sSup>
                            <m:sSupPr>
                              <m:ctrlPr>
                                <a:rPr lang="en-US" sz="2000" i="1">
                                  <a:solidFill>
                                    <a:srgbClr val="000000"/>
                                  </a:solidFill>
                                  <a:latin typeface="Cambria Math" panose="02040503050406030204" pitchFamily="18" charset="0"/>
                                </a:rPr>
                              </m:ctrlPr>
                            </m:sSupPr>
                            <m:e>
                              <m:r>
                                <a:rPr lang="en-US" sz="2000" i="1">
                                  <a:solidFill>
                                    <a:srgbClr val="000000"/>
                                  </a:solidFill>
                                  <a:latin typeface="Cambria Math" panose="02040503050406030204" pitchFamily="18" charset="0"/>
                                </a:rPr>
                                <m:t>)</m:t>
                              </m:r>
                            </m:e>
                            <m:sup>
                              <m:r>
                                <a:rPr lang="en-US" sz="2000" i="1">
                                  <a:solidFill>
                                    <a:srgbClr val="000000"/>
                                  </a:solidFill>
                                  <a:latin typeface="Cambria Math" panose="02040503050406030204" pitchFamily="18" charset="0"/>
                                </a:rPr>
                                <m:t>2</m:t>
                              </m:r>
                            </m:sup>
                          </m:sSup>
                        </m:den>
                      </m:f>
                      <m:r>
                        <a:rPr lang="en-US" sz="2000" i="1">
                          <a:solidFill>
                            <a:srgbClr val="000000"/>
                          </a:solidFill>
                          <a:latin typeface="Cambria Math" panose="02040503050406030204" pitchFamily="18" charset="0"/>
                        </a:rPr>
                        <m:t>=</m:t>
                      </m:r>
                      <m:f>
                        <m:fPr>
                          <m:ctrlPr>
                            <a:rPr lang="en-US" sz="2000" i="1">
                              <a:solidFill>
                                <a:srgbClr val="000000"/>
                              </a:solidFill>
                              <a:latin typeface="Cambria Math" panose="02040503050406030204" pitchFamily="18" charset="0"/>
                            </a:rPr>
                          </m:ctrlPr>
                        </m:fPr>
                        <m:num>
                          <m:sSub>
                            <m:sSubPr>
                              <m:ctrlPr>
                                <a:rPr lang="en-US" sz="2000" i="1">
                                  <a:solidFill>
                                    <a:srgbClr val="000000"/>
                                  </a:solidFill>
                                  <a:latin typeface="Cambria Math" panose="02040503050406030204" pitchFamily="18" charset="0"/>
                                </a:rPr>
                              </m:ctrlPr>
                            </m:sSubPr>
                            <m:e>
                              <m:r>
                                <a:rPr lang="en-US" sz="2000" i="1">
                                  <a:solidFill>
                                    <a:srgbClr val="000000"/>
                                  </a:solidFill>
                                  <a:latin typeface="Cambria Math" panose="02040503050406030204" pitchFamily="18" charset="0"/>
                                </a:rPr>
                                <m:t>𝐷</m:t>
                              </m:r>
                            </m:e>
                            <m:sub>
                              <m:r>
                                <a:rPr lang="en-US" sz="2000" i="1">
                                  <a:solidFill>
                                    <a:srgbClr val="000000"/>
                                  </a:solidFill>
                                  <a:latin typeface="Cambria Math" panose="02040503050406030204" pitchFamily="18" charset="0"/>
                                </a:rPr>
                                <m:t>3</m:t>
                              </m:r>
                            </m:sub>
                          </m:sSub>
                        </m:num>
                        <m:den>
                          <m:r>
                            <a:rPr lang="en-US" sz="2000" i="1">
                              <a:solidFill>
                                <a:srgbClr val="000000"/>
                              </a:solidFill>
                              <a:latin typeface="Cambria Math" panose="02040503050406030204" pitchFamily="18" charset="0"/>
                            </a:rPr>
                            <m:t>(1+</m:t>
                          </m:r>
                          <m:r>
                            <a:rPr lang="en-US" sz="2000" i="1">
                              <a:solidFill>
                                <a:srgbClr val="000000"/>
                              </a:solidFill>
                              <a:latin typeface="Cambria Math" panose="02040503050406030204" pitchFamily="18" charset="0"/>
                            </a:rPr>
                            <m:t>𝑅</m:t>
                          </m:r>
                          <m:sSup>
                            <m:sSupPr>
                              <m:ctrlPr>
                                <a:rPr lang="en-US" sz="2000" i="1">
                                  <a:solidFill>
                                    <a:srgbClr val="000000"/>
                                  </a:solidFill>
                                  <a:latin typeface="Cambria Math" panose="02040503050406030204" pitchFamily="18" charset="0"/>
                                </a:rPr>
                              </m:ctrlPr>
                            </m:sSupPr>
                            <m:e>
                              <m:r>
                                <a:rPr lang="en-US" sz="2000" i="1">
                                  <a:solidFill>
                                    <a:srgbClr val="000000"/>
                                  </a:solidFill>
                                  <a:latin typeface="Cambria Math" panose="02040503050406030204" pitchFamily="18" charset="0"/>
                                </a:rPr>
                                <m:t>)</m:t>
                              </m:r>
                            </m:e>
                            <m:sup>
                              <m:r>
                                <a:rPr lang="en-US" sz="2000" i="1">
                                  <a:solidFill>
                                    <a:srgbClr val="000000"/>
                                  </a:solidFill>
                                  <a:latin typeface="Cambria Math" panose="02040503050406030204" pitchFamily="18" charset="0"/>
                                </a:rPr>
                                <m:t>3</m:t>
                              </m:r>
                            </m:sup>
                          </m:sSup>
                        </m:den>
                      </m:f>
                      <m:r>
                        <a:rPr lang="en-US" sz="2000" i="1">
                          <a:solidFill>
                            <a:srgbClr val="000000"/>
                          </a:solidFill>
                          <a:latin typeface="Cambria Math" panose="02040503050406030204" pitchFamily="18" charset="0"/>
                        </a:rPr>
                        <m:t>=</m:t>
                      </m:r>
                      <m:f>
                        <m:fPr>
                          <m:ctrlPr>
                            <a:rPr lang="en-US" sz="2000" i="1">
                              <a:solidFill>
                                <a:srgbClr val="000000"/>
                              </a:solidFill>
                              <a:latin typeface="Cambria Math" panose="02040503050406030204" pitchFamily="18" charset="0"/>
                            </a:rPr>
                          </m:ctrlPr>
                        </m:fPr>
                        <m:num>
                          <m:sSub>
                            <m:sSubPr>
                              <m:ctrlPr>
                                <a:rPr lang="en-US" sz="2000" i="1">
                                  <a:solidFill>
                                    <a:srgbClr val="000000"/>
                                  </a:solidFill>
                                  <a:latin typeface="Cambria Math" panose="02040503050406030204" pitchFamily="18" charset="0"/>
                                </a:rPr>
                              </m:ctrlPr>
                            </m:sSubPr>
                            <m:e>
                              <m:r>
                                <a:rPr lang="en-US" sz="2000" i="1">
                                  <a:solidFill>
                                    <a:srgbClr val="000000"/>
                                  </a:solidFill>
                                  <a:latin typeface="Cambria Math" panose="02040503050406030204" pitchFamily="18" charset="0"/>
                                </a:rPr>
                                <m:t>𝐷</m:t>
                              </m:r>
                            </m:e>
                            <m:sub>
                              <m:r>
                                <a:rPr lang="en-US" sz="2000" i="1">
                                  <a:solidFill>
                                    <a:srgbClr val="000000"/>
                                  </a:solidFill>
                                  <a:latin typeface="Cambria Math" panose="02040503050406030204" pitchFamily="18" charset="0"/>
                                </a:rPr>
                                <m:t>4</m:t>
                              </m:r>
                            </m:sub>
                          </m:sSub>
                        </m:num>
                        <m:den>
                          <m:r>
                            <a:rPr lang="en-US" sz="2000" i="1">
                              <a:solidFill>
                                <a:srgbClr val="000000"/>
                              </a:solidFill>
                              <a:latin typeface="Cambria Math" panose="02040503050406030204" pitchFamily="18" charset="0"/>
                            </a:rPr>
                            <m:t>(1+</m:t>
                          </m:r>
                          <m:r>
                            <a:rPr lang="en-US" sz="2000" i="1">
                              <a:solidFill>
                                <a:srgbClr val="000000"/>
                              </a:solidFill>
                              <a:latin typeface="Cambria Math" panose="02040503050406030204" pitchFamily="18" charset="0"/>
                            </a:rPr>
                            <m:t>𝑅</m:t>
                          </m:r>
                          <m:sSup>
                            <m:sSupPr>
                              <m:ctrlPr>
                                <a:rPr lang="en-US" sz="2000" i="1">
                                  <a:solidFill>
                                    <a:srgbClr val="000000"/>
                                  </a:solidFill>
                                  <a:latin typeface="Cambria Math" panose="02040503050406030204" pitchFamily="18" charset="0"/>
                                </a:rPr>
                              </m:ctrlPr>
                            </m:sSupPr>
                            <m:e>
                              <m:r>
                                <a:rPr lang="en-US" sz="2000" i="1">
                                  <a:solidFill>
                                    <a:srgbClr val="000000"/>
                                  </a:solidFill>
                                  <a:latin typeface="Cambria Math" panose="02040503050406030204" pitchFamily="18" charset="0"/>
                                </a:rPr>
                                <m:t>)</m:t>
                              </m:r>
                            </m:e>
                            <m:sup>
                              <m:r>
                                <a:rPr lang="en-US" sz="2000" i="1">
                                  <a:solidFill>
                                    <a:srgbClr val="000000"/>
                                  </a:solidFill>
                                  <a:latin typeface="Cambria Math" panose="02040503050406030204" pitchFamily="18" charset="0"/>
                                </a:rPr>
                                <m:t>4</m:t>
                              </m:r>
                            </m:sup>
                          </m:sSup>
                        </m:den>
                      </m:f>
                      <m:r>
                        <a:rPr lang="en-US" sz="2000" i="1">
                          <a:solidFill>
                            <a:srgbClr val="000000"/>
                          </a:solidFill>
                          <a:latin typeface="Cambria Math" panose="02040503050406030204" pitchFamily="18" charset="0"/>
                        </a:rPr>
                        <m:t>=</m:t>
                      </m:r>
                      <m:f>
                        <m:fPr>
                          <m:ctrlPr>
                            <a:rPr lang="en-US" sz="2000" i="1">
                              <a:solidFill>
                                <a:srgbClr val="000000"/>
                              </a:solidFill>
                              <a:latin typeface="Cambria Math" panose="02040503050406030204" pitchFamily="18" charset="0"/>
                            </a:rPr>
                          </m:ctrlPr>
                        </m:fPr>
                        <m:num>
                          <m:sSub>
                            <m:sSubPr>
                              <m:ctrlPr>
                                <a:rPr lang="en-US" sz="2000" i="1">
                                  <a:solidFill>
                                    <a:srgbClr val="000000"/>
                                  </a:solidFill>
                                  <a:latin typeface="Cambria Math" panose="02040503050406030204" pitchFamily="18" charset="0"/>
                                </a:rPr>
                              </m:ctrlPr>
                            </m:sSubPr>
                            <m:e>
                              <m:r>
                                <a:rPr lang="en-US" sz="2000" i="1">
                                  <a:solidFill>
                                    <a:srgbClr val="000000"/>
                                  </a:solidFill>
                                  <a:latin typeface="Cambria Math" panose="02040503050406030204" pitchFamily="18" charset="0"/>
                                </a:rPr>
                                <m:t>𝐷</m:t>
                              </m:r>
                            </m:e>
                            <m:sub>
                              <m:r>
                                <a:rPr lang="en-US" sz="2000" i="1">
                                  <a:solidFill>
                                    <a:srgbClr val="000000"/>
                                  </a:solidFill>
                                  <a:latin typeface="Cambria Math" panose="02040503050406030204" pitchFamily="18" charset="0"/>
                                </a:rPr>
                                <m:t>5+</m:t>
                              </m:r>
                            </m:sub>
                          </m:sSub>
                          <m:sSub>
                            <m:sSubPr>
                              <m:ctrlPr>
                                <a:rPr lang="en-US" sz="2000" i="1">
                                  <a:solidFill>
                                    <a:srgbClr val="000000"/>
                                  </a:solidFill>
                                  <a:latin typeface="Cambria Math" panose="02040503050406030204" pitchFamily="18" charset="0"/>
                                </a:rPr>
                              </m:ctrlPr>
                            </m:sSubPr>
                            <m:e>
                              <m:r>
                                <a:rPr lang="en-US" sz="2000" i="1">
                                  <a:solidFill>
                                    <a:srgbClr val="000000"/>
                                  </a:solidFill>
                                  <a:latin typeface="Cambria Math" panose="02040503050406030204" pitchFamily="18" charset="0"/>
                                </a:rPr>
                                <m:t>𝑃</m:t>
                              </m:r>
                            </m:e>
                            <m:sub>
                              <m:r>
                                <a:rPr lang="en-US" sz="2000" i="1">
                                  <a:solidFill>
                                    <a:srgbClr val="000000"/>
                                  </a:solidFill>
                                  <a:latin typeface="Cambria Math" panose="02040503050406030204" pitchFamily="18" charset="0"/>
                                </a:rPr>
                                <m:t>5</m:t>
                              </m:r>
                            </m:sub>
                          </m:sSub>
                        </m:num>
                        <m:den>
                          <m:r>
                            <a:rPr lang="en-US" sz="2000" i="1">
                              <a:solidFill>
                                <a:srgbClr val="000000"/>
                              </a:solidFill>
                              <a:latin typeface="Cambria Math" panose="02040503050406030204" pitchFamily="18" charset="0"/>
                            </a:rPr>
                            <m:t>(1+</m:t>
                          </m:r>
                          <m:r>
                            <a:rPr lang="en-US" sz="2000" i="1">
                              <a:solidFill>
                                <a:srgbClr val="000000"/>
                              </a:solidFill>
                              <a:latin typeface="Cambria Math" panose="02040503050406030204" pitchFamily="18" charset="0"/>
                            </a:rPr>
                            <m:t>𝑅</m:t>
                          </m:r>
                          <m:sSup>
                            <m:sSupPr>
                              <m:ctrlPr>
                                <a:rPr lang="en-US" sz="2000" i="1">
                                  <a:solidFill>
                                    <a:srgbClr val="000000"/>
                                  </a:solidFill>
                                  <a:latin typeface="Cambria Math" panose="02040503050406030204" pitchFamily="18" charset="0"/>
                                </a:rPr>
                              </m:ctrlPr>
                            </m:sSupPr>
                            <m:e>
                              <m:r>
                                <a:rPr lang="en-US" sz="2000" i="1">
                                  <a:solidFill>
                                    <a:srgbClr val="000000"/>
                                  </a:solidFill>
                                  <a:latin typeface="Cambria Math" panose="02040503050406030204" pitchFamily="18" charset="0"/>
                                </a:rPr>
                                <m:t>)</m:t>
                              </m:r>
                            </m:e>
                            <m:sup>
                              <m:r>
                                <a:rPr lang="en-US" sz="2000" i="1">
                                  <a:solidFill>
                                    <a:srgbClr val="000000"/>
                                  </a:solidFill>
                                  <a:latin typeface="Cambria Math" panose="02040503050406030204" pitchFamily="18" charset="0"/>
                                </a:rPr>
                                <m:t>5</m:t>
                              </m:r>
                            </m:sup>
                          </m:sSup>
                        </m:den>
                      </m:f>
                      <m:r>
                        <a:rPr lang="en-US" sz="2000" i="1">
                          <a:solidFill>
                            <a:srgbClr val="000000"/>
                          </a:solidFill>
                          <a:latin typeface="Cambria Math" panose="02040503050406030204" pitchFamily="18" charset="0"/>
                        </a:rPr>
                        <m:t>=$45.30</m:t>
                      </m:r>
                    </m:oMath>
                  </m:oMathPara>
                </a14:m>
                <a:endParaRPr lang="en-US" sz="2000" dirty="0"/>
              </a:p>
            </p:txBody>
          </p:sp>
        </mc:Choice>
        <mc:Fallback xmlns="">
          <p:sp>
            <p:nvSpPr>
              <p:cNvPr id="6" name="Object 7">
                <a:extLst>
                  <a:ext uri="{FF2B5EF4-FFF2-40B4-BE49-F238E27FC236}">
                    <a16:creationId xmlns:a16="http://schemas.microsoft.com/office/drawing/2014/main" id="{A52FC0F6-09B6-94E3-7038-4A0195A89366}"/>
                  </a:ext>
                </a:extLst>
              </p:cNvPr>
              <p:cNvSpPr txBox="1">
                <a:spLocks noRot="1" noChangeAspect="1" noMove="1" noResize="1" noEditPoints="1" noAdjustHandles="1" noChangeArrowheads="1" noChangeShapeType="1" noTextEdit="1"/>
              </p:cNvSpPr>
              <p:nvPr/>
            </p:nvSpPr>
            <p:spPr bwMode="auto">
              <a:xfrm>
                <a:off x="744413" y="4177498"/>
                <a:ext cx="11013831" cy="472590"/>
              </a:xfrm>
              <a:prstGeom prst="rect">
                <a:avLst/>
              </a:prstGeom>
              <a:blipFill>
                <a:blip r:embed="rId4"/>
                <a:stretch>
                  <a:fillRect b="-33333"/>
                </a:stretch>
              </a:blipFill>
              <a:ln>
                <a:noFill/>
              </a:ln>
              <a:effectLst/>
            </p:spPr>
            <p:txBody>
              <a:bodyPr/>
              <a:lstStyle/>
              <a:p>
                <a:r>
                  <a:rPr lang="en-US">
                    <a:noFill/>
                  </a:rPr>
                  <a:t> </a:t>
                </a:r>
              </a:p>
            </p:txBody>
          </p:sp>
        </mc:Fallback>
      </mc:AlternateContent>
      <p:sp>
        <p:nvSpPr>
          <p:cNvPr id="8" name="TextBox 7">
            <a:extLst>
              <a:ext uri="{FF2B5EF4-FFF2-40B4-BE49-F238E27FC236}">
                <a16:creationId xmlns:a16="http://schemas.microsoft.com/office/drawing/2014/main" id="{84CE5767-DFC6-A59D-B3D9-1A92BF33C370}"/>
              </a:ext>
            </a:extLst>
          </p:cNvPr>
          <p:cNvSpPr txBox="1"/>
          <p:nvPr/>
        </p:nvSpPr>
        <p:spPr>
          <a:xfrm>
            <a:off x="363415" y="234462"/>
            <a:ext cx="2989385" cy="369332"/>
          </a:xfrm>
          <a:prstGeom prst="rect">
            <a:avLst/>
          </a:prstGeom>
          <a:noFill/>
          <a:ln>
            <a:solidFill>
              <a:schemeClr val="tx1"/>
            </a:solidFill>
          </a:ln>
        </p:spPr>
        <p:txBody>
          <a:bodyPr wrap="square" rtlCol="0">
            <a:spAutoFit/>
          </a:bodyPr>
          <a:lstStyle/>
          <a:p>
            <a:r>
              <a:rPr lang="en-US" dirty="0"/>
              <a:t>Step 1: find dividend 1-5</a:t>
            </a:r>
          </a:p>
        </p:txBody>
      </p:sp>
      <p:sp>
        <p:nvSpPr>
          <p:cNvPr id="9" name="TextBox 8">
            <a:extLst>
              <a:ext uri="{FF2B5EF4-FFF2-40B4-BE49-F238E27FC236}">
                <a16:creationId xmlns:a16="http://schemas.microsoft.com/office/drawing/2014/main" id="{0FFB617F-50AD-2C48-E277-26150F9C8094}"/>
              </a:ext>
            </a:extLst>
          </p:cNvPr>
          <p:cNvSpPr txBox="1"/>
          <p:nvPr/>
        </p:nvSpPr>
        <p:spPr>
          <a:xfrm>
            <a:off x="363415" y="2778369"/>
            <a:ext cx="2790093" cy="369332"/>
          </a:xfrm>
          <a:prstGeom prst="rect">
            <a:avLst/>
          </a:prstGeom>
          <a:noFill/>
          <a:ln>
            <a:solidFill>
              <a:schemeClr val="tx1"/>
            </a:solidFill>
          </a:ln>
        </p:spPr>
        <p:txBody>
          <a:bodyPr wrap="square" rtlCol="0">
            <a:spAutoFit/>
          </a:bodyPr>
          <a:lstStyle/>
          <a:p>
            <a:r>
              <a:rPr lang="en-US" dirty="0"/>
              <a:t>Step 2: Find price in year 5</a:t>
            </a:r>
          </a:p>
        </p:txBody>
      </p:sp>
      <p:sp>
        <p:nvSpPr>
          <p:cNvPr id="10" name="TextBox 9">
            <a:extLst>
              <a:ext uri="{FF2B5EF4-FFF2-40B4-BE49-F238E27FC236}">
                <a16:creationId xmlns:a16="http://schemas.microsoft.com/office/drawing/2014/main" id="{C99F8BC7-9B05-04D7-A95E-6867F9089138}"/>
              </a:ext>
            </a:extLst>
          </p:cNvPr>
          <p:cNvSpPr txBox="1"/>
          <p:nvPr/>
        </p:nvSpPr>
        <p:spPr>
          <a:xfrm>
            <a:off x="445477" y="5171656"/>
            <a:ext cx="3106615" cy="369332"/>
          </a:xfrm>
          <a:prstGeom prst="rect">
            <a:avLst/>
          </a:prstGeom>
          <a:noFill/>
          <a:ln>
            <a:solidFill>
              <a:schemeClr val="tx1"/>
            </a:solidFill>
          </a:ln>
        </p:spPr>
        <p:txBody>
          <a:bodyPr wrap="square" rtlCol="0">
            <a:spAutoFit/>
          </a:bodyPr>
          <a:lstStyle/>
          <a:p>
            <a:r>
              <a:rPr lang="en-US" dirty="0"/>
              <a:t>Step 3 find Price in year 0</a:t>
            </a:r>
          </a:p>
        </p:txBody>
      </p:sp>
      <mc:AlternateContent xmlns:mc="http://schemas.openxmlformats.org/markup-compatibility/2006" xmlns:a14="http://schemas.microsoft.com/office/drawing/2010/main">
        <mc:Choice Requires="a14">
          <p:sp>
            <p:nvSpPr>
              <p:cNvPr id="11" name="Object 14">
                <a:extLst>
                  <a:ext uri="{FF2B5EF4-FFF2-40B4-BE49-F238E27FC236}">
                    <a16:creationId xmlns:a16="http://schemas.microsoft.com/office/drawing/2014/main" id="{36C83C75-751E-8283-6AC7-4EF6FA29A9DA}"/>
                  </a:ext>
                </a:extLst>
              </p:cNvPr>
              <p:cNvSpPr txBox="1"/>
              <p:nvPr/>
            </p:nvSpPr>
            <p:spPr>
              <a:xfrm>
                <a:off x="1734090" y="774347"/>
                <a:ext cx="2462773" cy="552724"/>
              </a:xfrm>
              <a:prstGeom prst="rect">
                <a:avLst/>
              </a:prstGeom>
            </p:spPr>
            <p:txBody>
              <a:bodyPr>
                <a:normAutofit/>
              </a:bodyPr>
              <a:lstStyle/>
              <a:p>
                <a14:m>
                  <m:oMath xmlns:m="http://schemas.openxmlformats.org/officeDocument/2006/math">
                    <m:sSub>
                      <m:sSubPr>
                        <m:ctrlPr>
                          <a:rPr lang="en-US" i="1" smtClean="0">
                            <a:solidFill>
                              <a:srgbClr val="000000"/>
                            </a:solidFill>
                            <a:latin typeface="Cambria Math" panose="02040503050406030204" pitchFamily="18" charset="0"/>
                          </a:rPr>
                        </m:ctrlPr>
                      </m:sSubPr>
                      <m:e>
                        <m:r>
                          <a:rPr lang="en-US" i="1">
                            <a:solidFill>
                              <a:srgbClr val="000000"/>
                            </a:solidFill>
                            <a:latin typeface="Cambria Math" panose="02040503050406030204" pitchFamily="18" charset="0"/>
                          </a:rPr>
                          <m:t>𝐷</m:t>
                        </m:r>
                      </m:e>
                      <m:sub>
                        <m:r>
                          <a:rPr lang="en-US" b="0" i="1" smtClean="0">
                            <a:solidFill>
                              <a:srgbClr val="000000"/>
                            </a:solidFill>
                            <a:latin typeface="Cambria Math" panose="02040503050406030204" pitchFamily="18" charset="0"/>
                          </a:rPr>
                          <m:t>2</m:t>
                        </m:r>
                      </m:sub>
                    </m:sSub>
                    <m:r>
                      <a:rPr lang="en-US" i="1">
                        <a:solidFill>
                          <a:srgbClr val="000000"/>
                        </a:solidFill>
                        <a:latin typeface="Cambria Math" panose="02040503050406030204" pitchFamily="18" charset="0"/>
                      </a:rPr>
                      <m:t>=</m:t>
                    </m:r>
                    <m:sSub>
                      <m:sSubPr>
                        <m:ctrlPr>
                          <a:rPr lang="en-US" i="1">
                            <a:solidFill>
                              <a:srgbClr val="000000"/>
                            </a:solidFill>
                            <a:latin typeface="Cambria Math" panose="02040503050406030204" pitchFamily="18" charset="0"/>
                          </a:rPr>
                        </m:ctrlPr>
                      </m:sSubPr>
                      <m:e>
                        <m:r>
                          <a:rPr lang="en-US" i="1">
                            <a:solidFill>
                              <a:srgbClr val="000000"/>
                            </a:solidFill>
                            <a:latin typeface="Cambria Math" panose="02040503050406030204" pitchFamily="18" charset="0"/>
                          </a:rPr>
                          <m:t>𝐷</m:t>
                        </m:r>
                      </m:e>
                      <m:sub>
                        <m:r>
                          <a:rPr lang="en-US" b="0" i="1" smtClean="0">
                            <a:solidFill>
                              <a:srgbClr val="000000"/>
                            </a:solidFill>
                            <a:latin typeface="Cambria Math" panose="02040503050406030204" pitchFamily="18" charset="0"/>
                          </a:rPr>
                          <m:t>1</m:t>
                        </m:r>
                      </m:sub>
                    </m:sSub>
                    <m:r>
                      <a:rPr lang="en-US" i="1">
                        <a:solidFill>
                          <a:srgbClr val="000000"/>
                        </a:solidFill>
                        <a:latin typeface="Cambria Math" panose="02040503050406030204" pitchFamily="18" charset="0"/>
                      </a:rPr>
                      <m:t>×</m:t>
                    </m:r>
                    <m:d>
                      <m:dPr>
                        <m:ctrlPr>
                          <a:rPr lang="en-US" i="1">
                            <a:solidFill>
                              <a:srgbClr val="000000"/>
                            </a:solidFill>
                            <a:latin typeface="Cambria Math" panose="02040503050406030204" pitchFamily="18" charset="0"/>
                          </a:rPr>
                        </m:ctrlPr>
                      </m:dPr>
                      <m:e>
                        <m:r>
                          <a:rPr lang="en-US" i="1">
                            <a:solidFill>
                              <a:srgbClr val="000000"/>
                            </a:solidFill>
                            <a:latin typeface="Cambria Math" panose="02040503050406030204" pitchFamily="18" charset="0"/>
                          </a:rPr>
                          <m:t>1+</m:t>
                        </m:r>
                        <m:r>
                          <a:rPr lang="en-US" i="1">
                            <a:solidFill>
                              <a:srgbClr val="000000"/>
                            </a:solidFill>
                            <a:latin typeface="Cambria Math" panose="02040503050406030204" pitchFamily="18" charset="0"/>
                          </a:rPr>
                          <m:t>𝑔</m:t>
                        </m:r>
                        <m:r>
                          <a:rPr lang="en-US" b="0" i="1" smtClean="0">
                            <a:solidFill>
                              <a:srgbClr val="000000"/>
                            </a:solidFill>
                            <a:latin typeface="Cambria Math" panose="02040503050406030204" pitchFamily="18" charset="0"/>
                          </a:rPr>
                          <m:t>1</m:t>
                        </m:r>
                      </m:e>
                    </m:d>
                  </m:oMath>
                </a14:m>
                <a:r>
                  <a:rPr lang="en-US" baseline="30000" dirty="0"/>
                  <a:t>     </a:t>
                </a:r>
                <a:endParaRPr lang="en-US" dirty="0"/>
              </a:p>
            </p:txBody>
          </p:sp>
        </mc:Choice>
        <mc:Fallback xmlns="">
          <p:sp>
            <p:nvSpPr>
              <p:cNvPr id="11" name="Object 14">
                <a:extLst>
                  <a:ext uri="{FF2B5EF4-FFF2-40B4-BE49-F238E27FC236}">
                    <a16:creationId xmlns:a16="http://schemas.microsoft.com/office/drawing/2014/main" id="{36C83C75-751E-8283-6AC7-4EF6FA29A9DA}"/>
                  </a:ext>
                </a:extLst>
              </p:cNvPr>
              <p:cNvSpPr txBox="1">
                <a:spLocks noRot="1" noChangeAspect="1" noMove="1" noResize="1" noEditPoints="1" noAdjustHandles="1" noChangeArrowheads="1" noChangeShapeType="1" noTextEdit="1"/>
              </p:cNvSpPr>
              <p:nvPr/>
            </p:nvSpPr>
            <p:spPr>
              <a:xfrm>
                <a:off x="1734090" y="774347"/>
                <a:ext cx="2462773" cy="552724"/>
              </a:xfrm>
              <a:prstGeom prst="rect">
                <a:avLst/>
              </a:prstGeom>
              <a:blipFill>
                <a:blip r:embed="rId5"/>
                <a:stretch>
                  <a:fillRect/>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12" name="Object 14">
                <a:extLst>
                  <a:ext uri="{FF2B5EF4-FFF2-40B4-BE49-F238E27FC236}">
                    <a16:creationId xmlns:a16="http://schemas.microsoft.com/office/drawing/2014/main" id="{4303BDCC-B211-59A5-F5BF-8689F7906610}"/>
                  </a:ext>
                </a:extLst>
              </p:cNvPr>
              <p:cNvSpPr txBox="1"/>
              <p:nvPr/>
            </p:nvSpPr>
            <p:spPr>
              <a:xfrm>
                <a:off x="1723292" y="1138357"/>
                <a:ext cx="2191289" cy="552724"/>
              </a:xfrm>
              <a:prstGeom prst="rect">
                <a:avLst/>
              </a:prstGeom>
            </p:spPr>
            <p:txBody>
              <a:bodyPr>
                <a:normAutofit/>
              </a:bodyPr>
              <a:lstStyle/>
              <a:p>
                <a:pPr/>
                <a14:m>
                  <m:oMathPara xmlns:m="http://schemas.openxmlformats.org/officeDocument/2006/math">
                    <m:oMathParaPr>
                      <m:jc m:val="left"/>
                    </m:oMathParaPr>
                    <m:oMath xmlns:m="http://schemas.openxmlformats.org/officeDocument/2006/math">
                      <m:sSub>
                        <m:sSubPr>
                          <m:ctrlPr>
                            <a:rPr lang="en-US" i="1" smtClean="0">
                              <a:solidFill>
                                <a:srgbClr val="000000"/>
                              </a:solidFill>
                              <a:latin typeface="Cambria Math" panose="02040503050406030204" pitchFamily="18" charset="0"/>
                            </a:rPr>
                          </m:ctrlPr>
                        </m:sSubPr>
                        <m:e>
                          <m:r>
                            <a:rPr lang="en-US" i="1">
                              <a:solidFill>
                                <a:srgbClr val="000000"/>
                              </a:solidFill>
                              <a:latin typeface="Cambria Math" panose="02040503050406030204" pitchFamily="18" charset="0"/>
                            </a:rPr>
                            <m:t>𝐷</m:t>
                          </m:r>
                        </m:e>
                        <m:sub>
                          <m:r>
                            <a:rPr lang="en-US" b="0" i="1" smtClean="0">
                              <a:solidFill>
                                <a:srgbClr val="000000"/>
                              </a:solidFill>
                              <a:latin typeface="Cambria Math" panose="02040503050406030204" pitchFamily="18" charset="0"/>
                            </a:rPr>
                            <m:t>3</m:t>
                          </m:r>
                        </m:sub>
                      </m:sSub>
                      <m:r>
                        <a:rPr lang="en-US" i="1">
                          <a:solidFill>
                            <a:srgbClr val="000000"/>
                          </a:solidFill>
                          <a:latin typeface="Cambria Math" panose="02040503050406030204" pitchFamily="18" charset="0"/>
                        </a:rPr>
                        <m:t>=</m:t>
                      </m:r>
                      <m:sSub>
                        <m:sSubPr>
                          <m:ctrlPr>
                            <a:rPr lang="en-US" i="1">
                              <a:solidFill>
                                <a:srgbClr val="000000"/>
                              </a:solidFill>
                              <a:latin typeface="Cambria Math" panose="02040503050406030204" pitchFamily="18" charset="0"/>
                            </a:rPr>
                          </m:ctrlPr>
                        </m:sSubPr>
                        <m:e>
                          <m:r>
                            <a:rPr lang="en-US" i="1">
                              <a:solidFill>
                                <a:srgbClr val="000000"/>
                              </a:solidFill>
                              <a:latin typeface="Cambria Math" panose="02040503050406030204" pitchFamily="18" charset="0"/>
                            </a:rPr>
                            <m:t>𝐷</m:t>
                          </m:r>
                        </m:e>
                        <m:sub>
                          <m:r>
                            <a:rPr lang="en-US" b="0" i="1" smtClean="0">
                              <a:solidFill>
                                <a:srgbClr val="000000"/>
                              </a:solidFill>
                              <a:latin typeface="Cambria Math" panose="02040503050406030204" pitchFamily="18" charset="0"/>
                            </a:rPr>
                            <m:t>2</m:t>
                          </m:r>
                        </m:sub>
                      </m:sSub>
                      <m:r>
                        <a:rPr lang="en-US" i="1">
                          <a:solidFill>
                            <a:srgbClr val="000000"/>
                          </a:solidFill>
                          <a:latin typeface="Cambria Math" panose="02040503050406030204" pitchFamily="18" charset="0"/>
                        </a:rPr>
                        <m:t>×</m:t>
                      </m:r>
                      <m:d>
                        <m:dPr>
                          <m:ctrlPr>
                            <a:rPr lang="en-US" i="1">
                              <a:solidFill>
                                <a:srgbClr val="000000"/>
                              </a:solidFill>
                              <a:latin typeface="Cambria Math" panose="02040503050406030204" pitchFamily="18" charset="0"/>
                            </a:rPr>
                          </m:ctrlPr>
                        </m:dPr>
                        <m:e>
                          <m:r>
                            <a:rPr lang="en-US" i="1">
                              <a:solidFill>
                                <a:srgbClr val="000000"/>
                              </a:solidFill>
                              <a:latin typeface="Cambria Math" panose="02040503050406030204" pitchFamily="18" charset="0"/>
                            </a:rPr>
                            <m:t>1+</m:t>
                          </m:r>
                          <m:r>
                            <a:rPr lang="en-US" i="1">
                              <a:solidFill>
                                <a:srgbClr val="000000"/>
                              </a:solidFill>
                              <a:latin typeface="Cambria Math" panose="02040503050406030204" pitchFamily="18" charset="0"/>
                            </a:rPr>
                            <m:t>𝑔</m:t>
                          </m:r>
                          <m:r>
                            <a:rPr lang="en-US" b="0" i="1" smtClean="0">
                              <a:solidFill>
                                <a:srgbClr val="000000"/>
                              </a:solidFill>
                              <a:latin typeface="Cambria Math" panose="02040503050406030204" pitchFamily="18" charset="0"/>
                            </a:rPr>
                            <m:t>1</m:t>
                          </m:r>
                        </m:e>
                      </m:d>
                    </m:oMath>
                  </m:oMathPara>
                </a14:m>
                <a:endParaRPr lang="en-US" dirty="0"/>
              </a:p>
            </p:txBody>
          </p:sp>
        </mc:Choice>
        <mc:Fallback xmlns="">
          <p:sp>
            <p:nvSpPr>
              <p:cNvPr id="12" name="Object 14">
                <a:extLst>
                  <a:ext uri="{FF2B5EF4-FFF2-40B4-BE49-F238E27FC236}">
                    <a16:creationId xmlns:a16="http://schemas.microsoft.com/office/drawing/2014/main" id="{4303BDCC-B211-59A5-F5BF-8689F7906610}"/>
                  </a:ext>
                </a:extLst>
              </p:cNvPr>
              <p:cNvSpPr txBox="1">
                <a:spLocks noRot="1" noChangeAspect="1" noMove="1" noResize="1" noEditPoints="1" noAdjustHandles="1" noChangeArrowheads="1" noChangeShapeType="1" noTextEdit="1"/>
              </p:cNvSpPr>
              <p:nvPr/>
            </p:nvSpPr>
            <p:spPr>
              <a:xfrm>
                <a:off x="1723292" y="1138357"/>
                <a:ext cx="2191289" cy="552724"/>
              </a:xfrm>
              <a:prstGeom prst="rect">
                <a:avLst/>
              </a:prstGeom>
              <a:blipFill>
                <a:blip r:embed="rId6"/>
                <a:stretch>
                  <a:fillRect/>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13" name="Object 14">
                <a:extLst>
                  <a:ext uri="{FF2B5EF4-FFF2-40B4-BE49-F238E27FC236}">
                    <a16:creationId xmlns:a16="http://schemas.microsoft.com/office/drawing/2014/main" id="{B3F8B7F8-B880-C714-8D8C-9C632F239B0B}"/>
                  </a:ext>
                </a:extLst>
              </p:cNvPr>
              <p:cNvSpPr txBox="1"/>
              <p:nvPr/>
            </p:nvSpPr>
            <p:spPr>
              <a:xfrm>
                <a:off x="1723292" y="1617158"/>
                <a:ext cx="2191289" cy="552724"/>
              </a:xfrm>
              <a:prstGeom prst="rect">
                <a:avLst/>
              </a:prstGeom>
            </p:spPr>
            <p:txBody>
              <a:bodyPr>
                <a:normAutofit/>
              </a:bodyPr>
              <a:lstStyle/>
              <a:p>
                <a:pPr/>
                <a14:m>
                  <m:oMathPara xmlns:m="http://schemas.openxmlformats.org/officeDocument/2006/math">
                    <m:oMathParaPr>
                      <m:jc m:val="left"/>
                    </m:oMathParaPr>
                    <m:oMath xmlns:m="http://schemas.openxmlformats.org/officeDocument/2006/math">
                      <m:sSub>
                        <m:sSubPr>
                          <m:ctrlPr>
                            <a:rPr lang="en-US" i="1" smtClean="0">
                              <a:solidFill>
                                <a:srgbClr val="000000"/>
                              </a:solidFill>
                              <a:latin typeface="Cambria Math" panose="02040503050406030204" pitchFamily="18" charset="0"/>
                            </a:rPr>
                          </m:ctrlPr>
                        </m:sSubPr>
                        <m:e>
                          <m:r>
                            <a:rPr lang="en-US" i="1">
                              <a:solidFill>
                                <a:srgbClr val="000000"/>
                              </a:solidFill>
                              <a:latin typeface="Cambria Math" panose="02040503050406030204" pitchFamily="18" charset="0"/>
                            </a:rPr>
                            <m:t>𝐷</m:t>
                          </m:r>
                        </m:e>
                        <m:sub>
                          <m:r>
                            <a:rPr lang="en-US" b="0" i="1" smtClean="0">
                              <a:solidFill>
                                <a:srgbClr val="000000"/>
                              </a:solidFill>
                              <a:latin typeface="Cambria Math" panose="02040503050406030204" pitchFamily="18" charset="0"/>
                            </a:rPr>
                            <m:t>4</m:t>
                          </m:r>
                        </m:sub>
                      </m:sSub>
                      <m:r>
                        <a:rPr lang="en-US" i="1">
                          <a:solidFill>
                            <a:srgbClr val="000000"/>
                          </a:solidFill>
                          <a:latin typeface="Cambria Math" panose="02040503050406030204" pitchFamily="18" charset="0"/>
                        </a:rPr>
                        <m:t>=</m:t>
                      </m:r>
                      <m:sSub>
                        <m:sSubPr>
                          <m:ctrlPr>
                            <a:rPr lang="en-US" i="1">
                              <a:solidFill>
                                <a:srgbClr val="000000"/>
                              </a:solidFill>
                              <a:latin typeface="Cambria Math" panose="02040503050406030204" pitchFamily="18" charset="0"/>
                            </a:rPr>
                          </m:ctrlPr>
                        </m:sSubPr>
                        <m:e>
                          <m:r>
                            <a:rPr lang="en-US" i="1">
                              <a:solidFill>
                                <a:srgbClr val="000000"/>
                              </a:solidFill>
                              <a:latin typeface="Cambria Math" panose="02040503050406030204" pitchFamily="18" charset="0"/>
                            </a:rPr>
                            <m:t>𝐷</m:t>
                          </m:r>
                        </m:e>
                        <m:sub>
                          <m:r>
                            <a:rPr lang="en-US" b="0" i="1" smtClean="0">
                              <a:solidFill>
                                <a:srgbClr val="000000"/>
                              </a:solidFill>
                              <a:latin typeface="Cambria Math" panose="02040503050406030204" pitchFamily="18" charset="0"/>
                            </a:rPr>
                            <m:t>3</m:t>
                          </m:r>
                        </m:sub>
                      </m:sSub>
                      <m:r>
                        <a:rPr lang="en-US" i="1">
                          <a:solidFill>
                            <a:srgbClr val="000000"/>
                          </a:solidFill>
                          <a:latin typeface="Cambria Math" panose="02040503050406030204" pitchFamily="18" charset="0"/>
                        </a:rPr>
                        <m:t>×</m:t>
                      </m:r>
                      <m:d>
                        <m:dPr>
                          <m:ctrlPr>
                            <a:rPr lang="en-US" i="1">
                              <a:solidFill>
                                <a:srgbClr val="000000"/>
                              </a:solidFill>
                              <a:latin typeface="Cambria Math" panose="02040503050406030204" pitchFamily="18" charset="0"/>
                            </a:rPr>
                          </m:ctrlPr>
                        </m:dPr>
                        <m:e>
                          <m:r>
                            <a:rPr lang="en-US" i="1">
                              <a:solidFill>
                                <a:srgbClr val="000000"/>
                              </a:solidFill>
                              <a:latin typeface="Cambria Math" panose="02040503050406030204" pitchFamily="18" charset="0"/>
                            </a:rPr>
                            <m:t>1+</m:t>
                          </m:r>
                          <m:r>
                            <a:rPr lang="en-US" i="1">
                              <a:solidFill>
                                <a:srgbClr val="000000"/>
                              </a:solidFill>
                              <a:latin typeface="Cambria Math" panose="02040503050406030204" pitchFamily="18" charset="0"/>
                            </a:rPr>
                            <m:t>𝑔</m:t>
                          </m:r>
                          <m:r>
                            <a:rPr lang="en-US" b="0" i="1" smtClean="0">
                              <a:solidFill>
                                <a:srgbClr val="000000"/>
                              </a:solidFill>
                              <a:latin typeface="Cambria Math" panose="02040503050406030204" pitchFamily="18" charset="0"/>
                            </a:rPr>
                            <m:t>1</m:t>
                          </m:r>
                        </m:e>
                      </m:d>
                    </m:oMath>
                  </m:oMathPara>
                </a14:m>
                <a:endParaRPr lang="en-US" dirty="0"/>
              </a:p>
            </p:txBody>
          </p:sp>
        </mc:Choice>
        <mc:Fallback xmlns="">
          <p:sp>
            <p:nvSpPr>
              <p:cNvPr id="13" name="Object 14">
                <a:extLst>
                  <a:ext uri="{FF2B5EF4-FFF2-40B4-BE49-F238E27FC236}">
                    <a16:creationId xmlns:a16="http://schemas.microsoft.com/office/drawing/2014/main" id="{B3F8B7F8-B880-C714-8D8C-9C632F239B0B}"/>
                  </a:ext>
                </a:extLst>
              </p:cNvPr>
              <p:cNvSpPr txBox="1">
                <a:spLocks noRot="1" noChangeAspect="1" noMove="1" noResize="1" noEditPoints="1" noAdjustHandles="1" noChangeArrowheads="1" noChangeShapeType="1" noTextEdit="1"/>
              </p:cNvSpPr>
              <p:nvPr/>
            </p:nvSpPr>
            <p:spPr>
              <a:xfrm>
                <a:off x="1723292" y="1617158"/>
                <a:ext cx="2191289" cy="552724"/>
              </a:xfrm>
              <a:prstGeom prst="rect">
                <a:avLst/>
              </a:prstGeom>
              <a:blipFill>
                <a:blip r:embed="rId7"/>
                <a:stretch>
                  <a:fillRect/>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14" name="Object 14">
                <a:extLst>
                  <a:ext uri="{FF2B5EF4-FFF2-40B4-BE49-F238E27FC236}">
                    <a16:creationId xmlns:a16="http://schemas.microsoft.com/office/drawing/2014/main" id="{D862F76B-EFE6-D475-FA8A-79D0BFF401A2}"/>
                  </a:ext>
                </a:extLst>
              </p:cNvPr>
              <p:cNvSpPr txBox="1"/>
              <p:nvPr/>
            </p:nvSpPr>
            <p:spPr>
              <a:xfrm>
                <a:off x="1723292" y="2114284"/>
                <a:ext cx="2191289" cy="552724"/>
              </a:xfrm>
              <a:prstGeom prst="rect">
                <a:avLst/>
              </a:prstGeom>
            </p:spPr>
            <p:txBody>
              <a:bodyPr>
                <a:normAutofit/>
              </a:bodyPr>
              <a:lstStyle/>
              <a:p>
                <a:pPr/>
                <a14:m>
                  <m:oMathPara xmlns:m="http://schemas.openxmlformats.org/officeDocument/2006/math">
                    <m:oMathParaPr>
                      <m:jc m:val="left"/>
                    </m:oMathParaPr>
                    <m:oMath xmlns:m="http://schemas.openxmlformats.org/officeDocument/2006/math">
                      <m:sSub>
                        <m:sSubPr>
                          <m:ctrlPr>
                            <a:rPr lang="en-US" i="1" smtClean="0">
                              <a:solidFill>
                                <a:srgbClr val="000000"/>
                              </a:solidFill>
                              <a:latin typeface="Cambria Math" panose="02040503050406030204" pitchFamily="18" charset="0"/>
                            </a:rPr>
                          </m:ctrlPr>
                        </m:sSubPr>
                        <m:e>
                          <m:r>
                            <a:rPr lang="en-US" i="1">
                              <a:solidFill>
                                <a:srgbClr val="000000"/>
                              </a:solidFill>
                              <a:latin typeface="Cambria Math" panose="02040503050406030204" pitchFamily="18" charset="0"/>
                            </a:rPr>
                            <m:t>𝐷</m:t>
                          </m:r>
                        </m:e>
                        <m:sub>
                          <m:r>
                            <a:rPr lang="en-US" b="0" i="1" smtClean="0">
                              <a:solidFill>
                                <a:srgbClr val="000000"/>
                              </a:solidFill>
                              <a:latin typeface="Cambria Math" panose="02040503050406030204" pitchFamily="18" charset="0"/>
                            </a:rPr>
                            <m:t>5</m:t>
                          </m:r>
                        </m:sub>
                      </m:sSub>
                      <m:r>
                        <a:rPr lang="en-US" i="1">
                          <a:solidFill>
                            <a:srgbClr val="000000"/>
                          </a:solidFill>
                          <a:latin typeface="Cambria Math" panose="02040503050406030204" pitchFamily="18" charset="0"/>
                        </a:rPr>
                        <m:t>=</m:t>
                      </m:r>
                      <m:sSub>
                        <m:sSubPr>
                          <m:ctrlPr>
                            <a:rPr lang="en-US" i="1">
                              <a:solidFill>
                                <a:srgbClr val="000000"/>
                              </a:solidFill>
                              <a:latin typeface="Cambria Math" panose="02040503050406030204" pitchFamily="18" charset="0"/>
                            </a:rPr>
                          </m:ctrlPr>
                        </m:sSubPr>
                        <m:e>
                          <m:r>
                            <a:rPr lang="en-US" i="1">
                              <a:solidFill>
                                <a:srgbClr val="000000"/>
                              </a:solidFill>
                              <a:latin typeface="Cambria Math" panose="02040503050406030204" pitchFamily="18" charset="0"/>
                            </a:rPr>
                            <m:t>𝐷</m:t>
                          </m:r>
                        </m:e>
                        <m:sub>
                          <m:r>
                            <a:rPr lang="en-US" i="1">
                              <a:solidFill>
                                <a:srgbClr val="000000"/>
                              </a:solidFill>
                              <a:latin typeface="Cambria Math" panose="02040503050406030204" pitchFamily="18" charset="0"/>
                            </a:rPr>
                            <m:t>0</m:t>
                          </m:r>
                        </m:sub>
                      </m:sSub>
                      <m:r>
                        <a:rPr lang="en-US" i="1">
                          <a:solidFill>
                            <a:srgbClr val="000000"/>
                          </a:solidFill>
                          <a:latin typeface="Cambria Math" panose="02040503050406030204" pitchFamily="18" charset="0"/>
                        </a:rPr>
                        <m:t>×</m:t>
                      </m:r>
                      <m:d>
                        <m:dPr>
                          <m:ctrlPr>
                            <a:rPr lang="en-US" i="1">
                              <a:solidFill>
                                <a:srgbClr val="000000"/>
                              </a:solidFill>
                              <a:latin typeface="Cambria Math" panose="02040503050406030204" pitchFamily="18" charset="0"/>
                            </a:rPr>
                          </m:ctrlPr>
                        </m:dPr>
                        <m:e>
                          <m:r>
                            <a:rPr lang="en-US" i="1">
                              <a:solidFill>
                                <a:srgbClr val="000000"/>
                              </a:solidFill>
                              <a:latin typeface="Cambria Math" panose="02040503050406030204" pitchFamily="18" charset="0"/>
                            </a:rPr>
                            <m:t>1+</m:t>
                          </m:r>
                          <m:r>
                            <a:rPr lang="en-US" i="1">
                              <a:solidFill>
                                <a:srgbClr val="000000"/>
                              </a:solidFill>
                              <a:latin typeface="Cambria Math" panose="02040503050406030204" pitchFamily="18" charset="0"/>
                            </a:rPr>
                            <m:t>𝑔</m:t>
                          </m:r>
                          <m:r>
                            <a:rPr lang="en-US" b="0" i="1" smtClean="0">
                              <a:solidFill>
                                <a:srgbClr val="000000"/>
                              </a:solidFill>
                              <a:latin typeface="Cambria Math" panose="02040503050406030204" pitchFamily="18" charset="0"/>
                            </a:rPr>
                            <m:t>1</m:t>
                          </m:r>
                        </m:e>
                      </m:d>
                    </m:oMath>
                  </m:oMathPara>
                </a14:m>
                <a:endParaRPr lang="en-US" dirty="0"/>
              </a:p>
            </p:txBody>
          </p:sp>
        </mc:Choice>
        <mc:Fallback xmlns="">
          <p:sp>
            <p:nvSpPr>
              <p:cNvPr id="14" name="Object 14">
                <a:extLst>
                  <a:ext uri="{FF2B5EF4-FFF2-40B4-BE49-F238E27FC236}">
                    <a16:creationId xmlns:a16="http://schemas.microsoft.com/office/drawing/2014/main" id="{D862F76B-EFE6-D475-FA8A-79D0BFF401A2}"/>
                  </a:ext>
                </a:extLst>
              </p:cNvPr>
              <p:cNvSpPr txBox="1">
                <a:spLocks noRot="1" noChangeAspect="1" noMove="1" noResize="1" noEditPoints="1" noAdjustHandles="1" noChangeArrowheads="1" noChangeShapeType="1" noTextEdit="1"/>
              </p:cNvSpPr>
              <p:nvPr/>
            </p:nvSpPr>
            <p:spPr>
              <a:xfrm>
                <a:off x="1723292" y="2114284"/>
                <a:ext cx="2191289" cy="552724"/>
              </a:xfrm>
              <a:prstGeom prst="rect">
                <a:avLst/>
              </a:prstGeom>
              <a:blipFill>
                <a:blip r:embed="rId8"/>
                <a:stretch>
                  <a:fillRect/>
                </a:stretch>
              </a:blipFill>
            </p:spPr>
            <p:txBody>
              <a:bodyPr/>
              <a:lstStyle/>
              <a:p>
                <a:r>
                  <a:rPr lang="en-US">
                    <a:noFill/>
                  </a:rPr>
                  <a:t> </a:t>
                </a:r>
              </a:p>
            </p:txBody>
          </p:sp>
        </mc:Fallback>
      </mc:AlternateContent>
      <p:sp>
        <p:nvSpPr>
          <p:cNvPr id="15" name="TextBox 14">
            <a:extLst>
              <a:ext uri="{FF2B5EF4-FFF2-40B4-BE49-F238E27FC236}">
                <a16:creationId xmlns:a16="http://schemas.microsoft.com/office/drawing/2014/main" id="{62CCCAFB-641E-4927-A2DA-5FC0BFA1660D}"/>
              </a:ext>
            </a:extLst>
          </p:cNvPr>
          <p:cNvSpPr txBox="1"/>
          <p:nvPr/>
        </p:nvSpPr>
        <p:spPr>
          <a:xfrm>
            <a:off x="3914581" y="812661"/>
            <a:ext cx="2814465" cy="369332"/>
          </a:xfrm>
          <a:prstGeom prst="rect">
            <a:avLst/>
          </a:prstGeom>
          <a:noFill/>
        </p:spPr>
        <p:txBody>
          <a:bodyPr wrap="square" rtlCol="0">
            <a:spAutoFit/>
          </a:bodyPr>
          <a:lstStyle/>
          <a:p>
            <a:r>
              <a:rPr lang="en-US" dirty="0"/>
              <a:t>= 1.15 x (1+.15)= 1.3225</a:t>
            </a:r>
          </a:p>
        </p:txBody>
      </p:sp>
      <mc:AlternateContent xmlns:mc="http://schemas.openxmlformats.org/markup-compatibility/2006" xmlns:a14="http://schemas.microsoft.com/office/drawing/2010/main">
        <mc:Choice Requires="a14">
          <p:sp>
            <p:nvSpPr>
              <p:cNvPr id="16" name="TextBox 15">
                <a:extLst>
                  <a:ext uri="{FF2B5EF4-FFF2-40B4-BE49-F238E27FC236}">
                    <a16:creationId xmlns:a16="http://schemas.microsoft.com/office/drawing/2014/main" id="{A82D5631-6B75-9ACF-3D99-E0B88846EE25}"/>
                  </a:ext>
                </a:extLst>
              </p:cNvPr>
              <p:cNvSpPr txBox="1"/>
              <p:nvPr/>
            </p:nvSpPr>
            <p:spPr>
              <a:xfrm>
                <a:off x="3914581" y="1208928"/>
                <a:ext cx="3154434" cy="369332"/>
              </a:xfrm>
              <a:prstGeom prst="rect">
                <a:avLst/>
              </a:prstGeom>
              <a:noFill/>
            </p:spPr>
            <p:txBody>
              <a:bodyPr wrap="square" rtlCol="0">
                <a:spAutoFit/>
              </a:bodyPr>
              <a:lstStyle/>
              <a:p>
                <a:r>
                  <a:rPr lang="en-US" dirty="0"/>
                  <a:t>= 1.3225 x</a:t>
                </a:r>
                <a:r>
                  <a:rPr lang="en-US" dirty="0">
                    <a:solidFill>
                      <a:srgbClr val="000000"/>
                    </a:solidFill>
                  </a:rPr>
                  <a:t> </a:t>
                </a:r>
                <a14:m>
                  <m:oMath xmlns:m="http://schemas.openxmlformats.org/officeDocument/2006/math">
                    <m:d>
                      <m:dPr>
                        <m:ctrlPr>
                          <a:rPr lang="en-US" i="1">
                            <a:solidFill>
                              <a:srgbClr val="000000"/>
                            </a:solidFill>
                            <a:latin typeface="Cambria Math" panose="02040503050406030204" pitchFamily="18" charset="0"/>
                          </a:rPr>
                        </m:ctrlPr>
                      </m:dPr>
                      <m:e>
                        <m:r>
                          <a:rPr lang="en-US" i="1">
                            <a:solidFill>
                              <a:srgbClr val="000000"/>
                            </a:solidFill>
                            <a:latin typeface="Cambria Math" panose="02040503050406030204" pitchFamily="18" charset="0"/>
                          </a:rPr>
                          <m:t>1+</m:t>
                        </m:r>
                        <m:r>
                          <a:rPr lang="en-US" b="0" i="1" smtClean="0">
                            <a:solidFill>
                              <a:srgbClr val="000000"/>
                            </a:solidFill>
                            <a:latin typeface="Cambria Math" panose="02040503050406030204" pitchFamily="18" charset="0"/>
                          </a:rPr>
                          <m:t>.15</m:t>
                        </m:r>
                      </m:e>
                    </m:d>
                  </m:oMath>
                </a14:m>
                <a:r>
                  <a:rPr lang="en-US" baseline="30000" dirty="0"/>
                  <a:t> </a:t>
                </a:r>
                <a:r>
                  <a:rPr lang="en-US" dirty="0"/>
                  <a:t> =</a:t>
                </a:r>
                <a:r>
                  <a:rPr lang="en-US" baseline="30000" dirty="0"/>
                  <a:t> </a:t>
                </a:r>
                <a:r>
                  <a:rPr lang="en-US" dirty="0"/>
                  <a:t>1.5209</a:t>
                </a:r>
              </a:p>
            </p:txBody>
          </p:sp>
        </mc:Choice>
        <mc:Fallback xmlns="">
          <p:sp>
            <p:nvSpPr>
              <p:cNvPr id="16" name="TextBox 15">
                <a:extLst>
                  <a:ext uri="{FF2B5EF4-FFF2-40B4-BE49-F238E27FC236}">
                    <a16:creationId xmlns:a16="http://schemas.microsoft.com/office/drawing/2014/main" id="{A82D5631-6B75-9ACF-3D99-E0B88846EE25}"/>
                  </a:ext>
                </a:extLst>
              </p:cNvPr>
              <p:cNvSpPr txBox="1">
                <a:spLocks noRot="1" noChangeAspect="1" noMove="1" noResize="1" noEditPoints="1" noAdjustHandles="1" noChangeArrowheads="1" noChangeShapeType="1" noTextEdit="1"/>
              </p:cNvSpPr>
              <p:nvPr/>
            </p:nvSpPr>
            <p:spPr>
              <a:xfrm>
                <a:off x="3914581" y="1208928"/>
                <a:ext cx="3154434" cy="369332"/>
              </a:xfrm>
              <a:prstGeom prst="rect">
                <a:avLst/>
              </a:prstGeom>
              <a:blipFill>
                <a:blip r:embed="rId9"/>
                <a:stretch>
                  <a:fillRect l="-1544" t="-6557" b="-26230"/>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17" name="TextBox 16">
                <a:extLst>
                  <a:ext uri="{FF2B5EF4-FFF2-40B4-BE49-F238E27FC236}">
                    <a16:creationId xmlns:a16="http://schemas.microsoft.com/office/drawing/2014/main" id="{7D5E9EF1-882A-6F55-DDEB-C212159A1C14}"/>
                  </a:ext>
                </a:extLst>
              </p:cNvPr>
              <p:cNvSpPr txBox="1"/>
              <p:nvPr/>
            </p:nvSpPr>
            <p:spPr>
              <a:xfrm>
                <a:off x="3901931" y="1690218"/>
                <a:ext cx="3154434" cy="369332"/>
              </a:xfrm>
              <a:prstGeom prst="rect">
                <a:avLst/>
              </a:prstGeom>
              <a:noFill/>
            </p:spPr>
            <p:txBody>
              <a:bodyPr wrap="square" rtlCol="0">
                <a:spAutoFit/>
              </a:bodyPr>
              <a:lstStyle/>
              <a:p>
                <a:r>
                  <a:rPr lang="en-US" dirty="0"/>
                  <a:t>= 1.5209 x</a:t>
                </a:r>
                <a:r>
                  <a:rPr lang="en-US" dirty="0">
                    <a:solidFill>
                      <a:srgbClr val="000000"/>
                    </a:solidFill>
                  </a:rPr>
                  <a:t> </a:t>
                </a:r>
                <a14:m>
                  <m:oMath xmlns:m="http://schemas.openxmlformats.org/officeDocument/2006/math">
                    <m:d>
                      <m:dPr>
                        <m:ctrlPr>
                          <a:rPr lang="en-US" i="1">
                            <a:solidFill>
                              <a:srgbClr val="000000"/>
                            </a:solidFill>
                            <a:latin typeface="Cambria Math" panose="02040503050406030204" pitchFamily="18" charset="0"/>
                          </a:rPr>
                        </m:ctrlPr>
                      </m:dPr>
                      <m:e>
                        <m:r>
                          <a:rPr lang="en-US" i="1">
                            <a:solidFill>
                              <a:srgbClr val="000000"/>
                            </a:solidFill>
                            <a:latin typeface="Cambria Math" panose="02040503050406030204" pitchFamily="18" charset="0"/>
                          </a:rPr>
                          <m:t>1+</m:t>
                        </m:r>
                        <m:r>
                          <a:rPr lang="en-US" b="0" i="1" smtClean="0">
                            <a:solidFill>
                              <a:srgbClr val="000000"/>
                            </a:solidFill>
                            <a:latin typeface="Cambria Math" panose="02040503050406030204" pitchFamily="18" charset="0"/>
                          </a:rPr>
                          <m:t>.15</m:t>
                        </m:r>
                      </m:e>
                    </m:d>
                  </m:oMath>
                </a14:m>
                <a:r>
                  <a:rPr lang="en-US" baseline="30000" dirty="0"/>
                  <a:t> </a:t>
                </a:r>
                <a:r>
                  <a:rPr lang="en-US" dirty="0"/>
                  <a:t> =</a:t>
                </a:r>
                <a:r>
                  <a:rPr lang="en-US" baseline="30000" dirty="0"/>
                  <a:t> </a:t>
                </a:r>
                <a:r>
                  <a:rPr lang="en-US" dirty="0"/>
                  <a:t>1.749</a:t>
                </a:r>
              </a:p>
            </p:txBody>
          </p:sp>
        </mc:Choice>
        <mc:Fallback xmlns="">
          <p:sp>
            <p:nvSpPr>
              <p:cNvPr id="17" name="TextBox 16">
                <a:extLst>
                  <a:ext uri="{FF2B5EF4-FFF2-40B4-BE49-F238E27FC236}">
                    <a16:creationId xmlns:a16="http://schemas.microsoft.com/office/drawing/2014/main" id="{7D5E9EF1-882A-6F55-DDEB-C212159A1C14}"/>
                  </a:ext>
                </a:extLst>
              </p:cNvPr>
              <p:cNvSpPr txBox="1">
                <a:spLocks noRot="1" noChangeAspect="1" noMove="1" noResize="1" noEditPoints="1" noAdjustHandles="1" noChangeArrowheads="1" noChangeShapeType="1" noTextEdit="1"/>
              </p:cNvSpPr>
              <p:nvPr/>
            </p:nvSpPr>
            <p:spPr>
              <a:xfrm>
                <a:off x="3901931" y="1690218"/>
                <a:ext cx="3154434" cy="369332"/>
              </a:xfrm>
              <a:prstGeom prst="rect">
                <a:avLst/>
              </a:prstGeom>
              <a:blipFill>
                <a:blip r:embed="rId10"/>
                <a:stretch>
                  <a:fillRect l="-1544" t="-6557" b="-26230"/>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18" name="TextBox 17">
                <a:extLst>
                  <a:ext uri="{FF2B5EF4-FFF2-40B4-BE49-F238E27FC236}">
                    <a16:creationId xmlns:a16="http://schemas.microsoft.com/office/drawing/2014/main" id="{C9B950A8-A019-5852-AA06-4FC5712017C6}"/>
                  </a:ext>
                </a:extLst>
              </p:cNvPr>
              <p:cNvSpPr txBox="1"/>
              <p:nvPr/>
            </p:nvSpPr>
            <p:spPr>
              <a:xfrm>
                <a:off x="3914581" y="2229097"/>
                <a:ext cx="3154434" cy="369332"/>
              </a:xfrm>
              <a:prstGeom prst="rect">
                <a:avLst/>
              </a:prstGeom>
              <a:noFill/>
            </p:spPr>
            <p:txBody>
              <a:bodyPr wrap="square" rtlCol="0">
                <a:spAutoFit/>
              </a:bodyPr>
              <a:lstStyle/>
              <a:p>
                <a:r>
                  <a:rPr lang="en-US" dirty="0"/>
                  <a:t>= 1.749 x</a:t>
                </a:r>
                <a:r>
                  <a:rPr lang="en-US" dirty="0">
                    <a:solidFill>
                      <a:srgbClr val="000000"/>
                    </a:solidFill>
                  </a:rPr>
                  <a:t> </a:t>
                </a:r>
                <a14:m>
                  <m:oMath xmlns:m="http://schemas.openxmlformats.org/officeDocument/2006/math">
                    <m:d>
                      <m:dPr>
                        <m:ctrlPr>
                          <a:rPr lang="en-US" i="1">
                            <a:solidFill>
                              <a:srgbClr val="000000"/>
                            </a:solidFill>
                            <a:latin typeface="Cambria Math" panose="02040503050406030204" pitchFamily="18" charset="0"/>
                          </a:rPr>
                        </m:ctrlPr>
                      </m:dPr>
                      <m:e>
                        <m:r>
                          <a:rPr lang="en-US" i="1">
                            <a:solidFill>
                              <a:srgbClr val="000000"/>
                            </a:solidFill>
                            <a:latin typeface="Cambria Math" panose="02040503050406030204" pitchFamily="18" charset="0"/>
                          </a:rPr>
                          <m:t>1+</m:t>
                        </m:r>
                        <m:r>
                          <a:rPr lang="en-US" b="0" i="1" smtClean="0">
                            <a:solidFill>
                              <a:srgbClr val="000000"/>
                            </a:solidFill>
                            <a:latin typeface="Cambria Math" panose="02040503050406030204" pitchFamily="18" charset="0"/>
                          </a:rPr>
                          <m:t>.15</m:t>
                        </m:r>
                      </m:e>
                    </m:d>
                  </m:oMath>
                </a14:m>
                <a:r>
                  <a:rPr lang="en-US" baseline="30000" dirty="0"/>
                  <a:t> </a:t>
                </a:r>
                <a:r>
                  <a:rPr lang="en-US" dirty="0"/>
                  <a:t> =</a:t>
                </a:r>
                <a:r>
                  <a:rPr lang="en-US" baseline="30000" dirty="0"/>
                  <a:t> </a:t>
                </a:r>
                <a:r>
                  <a:rPr lang="en-US" dirty="0"/>
                  <a:t>2.0114</a:t>
                </a:r>
              </a:p>
            </p:txBody>
          </p:sp>
        </mc:Choice>
        <mc:Fallback xmlns="">
          <p:sp>
            <p:nvSpPr>
              <p:cNvPr id="18" name="TextBox 17">
                <a:extLst>
                  <a:ext uri="{FF2B5EF4-FFF2-40B4-BE49-F238E27FC236}">
                    <a16:creationId xmlns:a16="http://schemas.microsoft.com/office/drawing/2014/main" id="{C9B950A8-A019-5852-AA06-4FC5712017C6}"/>
                  </a:ext>
                </a:extLst>
              </p:cNvPr>
              <p:cNvSpPr txBox="1">
                <a:spLocks noRot="1" noChangeAspect="1" noMove="1" noResize="1" noEditPoints="1" noAdjustHandles="1" noChangeArrowheads="1" noChangeShapeType="1" noTextEdit="1"/>
              </p:cNvSpPr>
              <p:nvPr/>
            </p:nvSpPr>
            <p:spPr>
              <a:xfrm>
                <a:off x="3914581" y="2229097"/>
                <a:ext cx="3154434" cy="369332"/>
              </a:xfrm>
              <a:prstGeom prst="rect">
                <a:avLst/>
              </a:prstGeom>
              <a:blipFill>
                <a:blip r:embed="rId11"/>
                <a:stretch>
                  <a:fillRect l="-1544" t="-8333" b="-28333"/>
                </a:stretch>
              </a:blipFill>
            </p:spPr>
            <p:txBody>
              <a:bodyPr/>
              <a:lstStyle/>
              <a:p>
                <a:r>
                  <a:rPr lang="en-US">
                    <a:noFill/>
                  </a:rPr>
                  <a:t> </a:t>
                </a:r>
              </a:p>
            </p:txBody>
          </p:sp>
        </mc:Fallback>
      </mc:AlternateContent>
      <p:cxnSp>
        <p:nvCxnSpPr>
          <p:cNvPr id="20" name="Straight Arrow Connector 19">
            <a:extLst>
              <a:ext uri="{FF2B5EF4-FFF2-40B4-BE49-F238E27FC236}">
                <a16:creationId xmlns:a16="http://schemas.microsoft.com/office/drawing/2014/main" id="{47FBE13F-6533-BCE0-BE83-30E81C002B25}"/>
              </a:ext>
            </a:extLst>
          </p:cNvPr>
          <p:cNvCxnSpPr/>
          <p:nvPr/>
        </p:nvCxnSpPr>
        <p:spPr>
          <a:xfrm flipH="1">
            <a:off x="3914581" y="1050709"/>
            <a:ext cx="1935234" cy="4490279"/>
          </a:xfrm>
          <a:prstGeom prst="straightConnector1">
            <a:avLst/>
          </a:prstGeom>
          <a:ln>
            <a:tailEnd type="triangle"/>
          </a:ln>
        </p:spPr>
        <p:style>
          <a:lnRef idx="2">
            <a:schemeClr val="accent1"/>
          </a:lnRef>
          <a:fillRef idx="0">
            <a:schemeClr val="accent1"/>
          </a:fillRef>
          <a:effectRef idx="1">
            <a:schemeClr val="accent1"/>
          </a:effectRef>
          <a:fontRef idx="minor">
            <a:schemeClr val="tx1"/>
          </a:fontRef>
        </p:style>
      </p:cxnSp>
      <p:cxnSp>
        <p:nvCxnSpPr>
          <p:cNvPr id="21" name="Straight Arrow Connector 20">
            <a:extLst>
              <a:ext uri="{FF2B5EF4-FFF2-40B4-BE49-F238E27FC236}">
                <a16:creationId xmlns:a16="http://schemas.microsoft.com/office/drawing/2014/main" id="{49EF6BFD-7FF4-ACEF-37BD-4064FFB7A858}"/>
              </a:ext>
            </a:extLst>
          </p:cNvPr>
          <p:cNvCxnSpPr>
            <a:cxnSpLocks/>
          </p:cNvCxnSpPr>
          <p:nvPr/>
        </p:nvCxnSpPr>
        <p:spPr>
          <a:xfrm flipH="1">
            <a:off x="5316256" y="1510016"/>
            <a:ext cx="1112610" cy="4057907"/>
          </a:xfrm>
          <a:prstGeom prst="straightConnector1">
            <a:avLst/>
          </a:prstGeom>
          <a:ln>
            <a:tailEnd type="triangle"/>
          </a:ln>
        </p:spPr>
        <p:style>
          <a:lnRef idx="2">
            <a:schemeClr val="accent1"/>
          </a:lnRef>
          <a:fillRef idx="0">
            <a:schemeClr val="accent1"/>
          </a:fillRef>
          <a:effectRef idx="1">
            <a:schemeClr val="accent1"/>
          </a:effectRef>
          <a:fontRef idx="minor">
            <a:schemeClr val="tx1"/>
          </a:fontRef>
        </p:style>
      </p:cxnSp>
      <p:cxnSp>
        <p:nvCxnSpPr>
          <p:cNvPr id="23" name="Straight Arrow Connector 22">
            <a:extLst>
              <a:ext uri="{FF2B5EF4-FFF2-40B4-BE49-F238E27FC236}">
                <a16:creationId xmlns:a16="http://schemas.microsoft.com/office/drawing/2014/main" id="{B6437E32-D185-862D-D454-C56492FAF4D4}"/>
              </a:ext>
            </a:extLst>
          </p:cNvPr>
          <p:cNvCxnSpPr>
            <a:cxnSpLocks/>
          </p:cNvCxnSpPr>
          <p:nvPr/>
        </p:nvCxnSpPr>
        <p:spPr>
          <a:xfrm>
            <a:off x="6432338" y="1992926"/>
            <a:ext cx="287057" cy="3594627"/>
          </a:xfrm>
          <a:prstGeom prst="straightConnector1">
            <a:avLst/>
          </a:prstGeom>
          <a:ln>
            <a:tailEnd type="triangle"/>
          </a:ln>
        </p:spPr>
        <p:style>
          <a:lnRef idx="2">
            <a:schemeClr val="accent1"/>
          </a:lnRef>
          <a:fillRef idx="0">
            <a:schemeClr val="accent1"/>
          </a:fillRef>
          <a:effectRef idx="1">
            <a:schemeClr val="accent1"/>
          </a:effectRef>
          <a:fontRef idx="minor">
            <a:schemeClr val="tx1"/>
          </a:fontRef>
        </p:style>
      </p:cxnSp>
      <p:cxnSp>
        <p:nvCxnSpPr>
          <p:cNvPr id="25" name="Straight Arrow Connector 24">
            <a:extLst>
              <a:ext uri="{FF2B5EF4-FFF2-40B4-BE49-F238E27FC236}">
                <a16:creationId xmlns:a16="http://schemas.microsoft.com/office/drawing/2014/main" id="{60CBB274-3544-441D-38A9-CD2C6DA56F93}"/>
              </a:ext>
            </a:extLst>
          </p:cNvPr>
          <p:cNvCxnSpPr>
            <a:cxnSpLocks/>
          </p:cNvCxnSpPr>
          <p:nvPr/>
        </p:nvCxnSpPr>
        <p:spPr>
          <a:xfrm>
            <a:off x="6522806" y="2413763"/>
            <a:ext cx="2105379" cy="3154160"/>
          </a:xfrm>
          <a:prstGeom prst="straightConnector1">
            <a:avLst/>
          </a:prstGeom>
          <a:ln>
            <a:tailEnd type="triangle"/>
          </a:ln>
        </p:spPr>
        <p:style>
          <a:lnRef idx="2">
            <a:schemeClr val="accent1"/>
          </a:lnRef>
          <a:fillRef idx="0">
            <a:schemeClr val="accent1"/>
          </a:fillRef>
          <a:effectRef idx="1">
            <a:schemeClr val="accent1"/>
          </a:effectRef>
          <a:fontRef idx="minor">
            <a:schemeClr val="tx1"/>
          </a:fontRef>
        </p:style>
      </p:cxnSp>
      <p:cxnSp>
        <p:nvCxnSpPr>
          <p:cNvPr id="28" name="Straight Arrow Connector 27">
            <a:extLst>
              <a:ext uri="{FF2B5EF4-FFF2-40B4-BE49-F238E27FC236}">
                <a16:creationId xmlns:a16="http://schemas.microsoft.com/office/drawing/2014/main" id="{F804DCEB-E595-CC62-2DA6-F3DD3C505814}"/>
              </a:ext>
            </a:extLst>
          </p:cNvPr>
          <p:cNvCxnSpPr>
            <a:cxnSpLocks/>
          </p:cNvCxnSpPr>
          <p:nvPr/>
        </p:nvCxnSpPr>
        <p:spPr>
          <a:xfrm>
            <a:off x="8335108" y="4650088"/>
            <a:ext cx="1331798" cy="890900"/>
          </a:xfrm>
          <a:prstGeom prst="straightConnector1">
            <a:avLst/>
          </a:prstGeom>
          <a:ln>
            <a:tailEnd type="triangle"/>
          </a:ln>
        </p:spPr>
        <p:style>
          <a:lnRef idx="2">
            <a:schemeClr val="accent1"/>
          </a:lnRef>
          <a:fillRef idx="0">
            <a:schemeClr val="accent1"/>
          </a:fillRef>
          <a:effectRef idx="1">
            <a:schemeClr val="accent1"/>
          </a:effectRef>
          <a:fontRef idx="minor">
            <a:schemeClr val="tx1"/>
          </a:fontRef>
        </p:style>
      </p:cxnSp>
      <p:sp>
        <p:nvSpPr>
          <p:cNvPr id="2" name="Slide Number Placeholder 1">
            <a:extLst>
              <a:ext uri="{FF2B5EF4-FFF2-40B4-BE49-F238E27FC236}">
                <a16:creationId xmlns:a16="http://schemas.microsoft.com/office/drawing/2014/main" id="{B67BCEFE-14EC-E2D3-5332-FB759DDC71CD}"/>
              </a:ext>
            </a:extLst>
          </p:cNvPr>
          <p:cNvSpPr>
            <a:spLocks noGrp="1"/>
          </p:cNvSpPr>
          <p:nvPr>
            <p:ph type="sldNum" sz="quarter" idx="12"/>
          </p:nvPr>
        </p:nvSpPr>
        <p:spPr/>
        <p:txBody>
          <a:bodyPr/>
          <a:lstStyle/>
          <a:p>
            <a:fld id="{E4C8B196-E779-4281-872A-ADBCCF88CE5D}" type="slidenum">
              <a:rPr lang="en-US" smtClean="0"/>
              <a:t>22</a:t>
            </a:fld>
            <a:endParaRPr lang="en-US"/>
          </a:p>
        </p:txBody>
      </p:sp>
    </p:spTree>
    <p:extLst>
      <p:ext uri="{BB962C8B-B14F-4D97-AF65-F5344CB8AC3E}">
        <p14:creationId xmlns:p14="http://schemas.microsoft.com/office/powerpoint/2010/main" val="3260997049"/>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7457DDF-4055-958E-B344-8EC9F1E71444}"/>
              </a:ext>
            </a:extLst>
          </p:cNvPr>
          <p:cNvSpPr>
            <a:spLocks noGrp="1"/>
          </p:cNvSpPr>
          <p:nvPr>
            <p:ph type="title"/>
          </p:nvPr>
        </p:nvSpPr>
        <p:spPr>
          <a:xfrm>
            <a:off x="838200" y="365125"/>
            <a:ext cx="10515600" cy="525829"/>
          </a:xfrm>
          <a:ln>
            <a:solidFill>
              <a:schemeClr val="tx1"/>
            </a:solidFill>
          </a:ln>
        </p:spPr>
        <p:txBody>
          <a:bodyPr>
            <a:normAutofit/>
          </a:bodyPr>
          <a:lstStyle/>
          <a:p>
            <a:r>
              <a:rPr lang="en-US" sz="2800" dirty="0"/>
              <a:t>Timeline</a:t>
            </a:r>
          </a:p>
        </p:txBody>
      </p:sp>
      <p:sp>
        <p:nvSpPr>
          <p:cNvPr id="5" name="TextBox 1">
            <a:extLst>
              <a:ext uri="{FF2B5EF4-FFF2-40B4-BE49-F238E27FC236}">
                <a16:creationId xmlns:a16="http://schemas.microsoft.com/office/drawing/2014/main" id="{194D34D2-8E5D-1BFD-9CA7-2CA38EB83FFC}"/>
              </a:ext>
            </a:extLst>
          </p:cNvPr>
          <p:cNvSpPr txBox="1"/>
          <p:nvPr/>
        </p:nvSpPr>
        <p:spPr>
          <a:xfrm>
            <a:off x="15293975" y="10340975"/>
            <a:ext cx="3343275" cy="244475"/>
          </a:xfrm>
          <a:prstGeom prst="rect">
            <a:avLst/>
          </a:prstGeom>
          <a:solidFill>
            <a:schemeClr val="lt1"/>
          </a:solidFill>
          <a:ln w="9525" cmpd="sng">
            <a:solidFill>
              <a:schemeClr val="lt1">
                <a:shade val="50000"/>
              </a:schemeClr>
            </a:solidFill>
          </a:ln>
        </p:spPr>
        <p:style>
          <a:lnRef idx="0">
            <a:scrgbClr r="0" g="0" b="0"/>
          </a:lnRef>
          <a:fillRef idx="0">
            <a:scrgbClr r="0" g="0" b="0"/>
          </a:fillRef>
          <a:effectRef idx="0">
            <a:scrgbClr r="0" g="0" b="0"/>
          </a:effectRef>
          <a:fontRef idx="minor">
            <a:schemeClr val="dk1"/>
          </a:fontRef>
        </p:style>
        <p:txBody>
          <a:bodyPr wrap="square" rtlCol="0" anchor="t"/>
          <a:lstStyle>
            <a:lvl1pPr marL="0" indent="0">
              <a:defRPr sz="1100">
                <a:solidFill>
                  <a:schemeClr val="dk1"/>
                </a:solidFill>
                <a:latin typeface="+mn-lt"/>
                <a:ea typeface="+mn-ea"/>
                <a:cs typeface="+mn-cs"/>
              </a:defRPr>
            </a:lvl1pPr>
            <a:lvl2pPr marL="457200" indent="0">
              <a:defRPr sz="1100">
                <a:solidFill>
                  <a:schemeClr val="dk1"/>
                </a:solidFill>
                <a:latin typeface="+mn-lt"/>
                <a:ea typeface="+mn-ea"/>
                <a:cs typeface="+mn-cs"/>
              </a:defRPr>
            </a:lvl2pPr>
            <a:lvl3pPr marL="914400" indent="0">
              <a:defRPr sz="1100">
                <a:solidFill>
                  <a:schemeClr val="dk1"/>
                </a:solidFill>
                <a:latin typeface="+mn-lt"/>
                <a:ea typeface="+mn-ea"/>
                <a:cs typeface="+mn-cs"/>
              </a:defRPr>
            </a:lvl3pPr>
            <a:lvl4pPr marL="1371600" indent="0">
              <a:defRPr sz="1100">
                <a:solidFill>
                  <a:schemeClr val="dk1"/>
                </a:solidFill>
                <a:latin typeface="+mn-lt"/>
                <a:ea typeface="+mn-ea"/>
                <a:cs typeface="+mn-cs"/>
              </a:defRPr>
            </a:lvl4pPr>
            <a:lvl5pPr marL="1828800" indent="0">
              <a:defRPr sz="1100">
                <a:solidFill>
                  <a:schemeClr val="dk1"/>
                </a:solidFill>
                <a:latin typeface="+mn-lt"/>
                <a:ea typeface="+mn-ea"/>
                <a:cs typeface="+mn-cs"/>
              </a:defRPr>
            </a:lvl5pPr>
            <a:lvl6pPr marL="2286000" indent="0">
              <a:defRPr sz="1100">
                <a:solidFill>
                  <a:schemeClr val="dk1"/>
                </a:solidFill>
                <a:latin typeface="+mn-lt"/>
                <a:ea typeface="+mn-ea"/>
                <a:cs typeface="+mn-cs"/>
              </a:defRPr>
            </a:lvl6pPr>
            <a:lvl7pPr marL="2743200" indent="0">
              <a:defRPr sz="1100">
                <a:solidFill>
                  <a:schemeClr val="dk1"/>
                </a:solidFill>
                <a:latin typeface="+mn-lt"/>
                <a:ea typeface="+mn-ea"/>
                <a:cs typeface="+mn-cs"/>
              </a:defRPr>
            </a:lvl7pPr>
            <a:lvl8pPr marL="3200400" indent="0">
              <a:defRPr sz="1100">
                <a:solidFill>
                  <a:schemeClr val="dk1"/>
                </a:solidFill>
                <a:latin typeface="+mn-lt"/>
                <a:ea typeface="+mn-ea"/>
                <a:cs typeface="+mn-cs"/>
              </a:defRPr>
            </a:lvl8pPr>
            <a:lvl9pPr marL="3657600" indent="0">
              <a:defRPr sz="1100">
                <a:solidFill>
                  <a:schemeClr val="dk1"/>
                </a:solidFill>
                <a:latin typeface="+mn-lt"/>
                <a:ea typeface="+mn-ea"/>
                <a:cs typeface="+mn-cs"/>
              </a:defRPr>
            </a:lvl9pPr>
          </a:lstStyle>
          <a:p>
            <a:r>
              <a:rPr lang="en-US" sz="1100">
                <a:ln>
                  <a:noFill/>
                </a:ln>
              </a:rPr>
              <a:t>0                      1                   2                      3                    4                   5</a:t>
            </a:r>
          </a:p>
        </p:txBody>
      </p:sp>
      <p:sp>
        <p:nvSpPr>
          <p:cNvPr id="6" name="TextBox 2">
            <a:extLst>
              <a:ext uri="{FF2B5EF4-FFF2-40B4-BE49-F238E27FC236}">
                <a16:creationId xmlns:a16="http://schemas.microsoft.com/office/drawing/2014/main" id="{FAF5648D-DDD2-B85A-D227-EDCD7AA5B146}"/>
              </a:ext>
            </a:extLst>
          </p:cNvPr>
          <p:cNvSpPr txBox="1"/>
          <p:nvPr/>
        </p:nvSpPr>
        <p:spPr>
          <a:xfrm>
            <a:off x="15217775" y="9791700"/>
            <a:ext cx="4219575" cy="265113"/>
          </a:xfrm>
          <a:prstGeom prst="rect">
            <a:avLst/>
          </a:prstGeom>
          <a:noFill/>
        </p:spPr>
        <p:style>
          <a:lnRef idx="0">
            <a:scrgbClr r="0" g="0" b="0"/>
          </a:lnRef>
          <a:fillRef idx="0">
            <a:scrgbClr r="0" g="0" b="0"/>
          </a:fillRef>
          <a:effectRef idx="0">
            <a:scrgbClr r="0" g="0" b="0"/>
          </a:effectRef>
          <a:fontRef idx="minor">
            <a:schemeClr val="tx1"/>
          </a:fontRef>
        </p:style>
        <p:txBody>
          <a:bodyPr wrap="square" rtlCol="0" anchor="t">
            <a:spAutoFit/>
          </a:bodyPr>
          <a:lstStyle>
            <a:lvl1pPr marL="0" indent="0">
              <a:defRPr sz="1100">
                <a:solidFill>
                  <a:schemeClr val="tx1"/>
                </a:solidFill>
                <a:latin typeface="+mn-lt"/>
                <a:ea typeface="+mn-ea"/>
                <a:cs typeface="+mn-cs"/>
              </a:defRPr>
            </a:lvl1pPr>
            <a:lvl2pPr marL="457200" indent="0">
              <a:defRPr sz="1100">
                <a:solidFill>
                  <a:schemeClr val="tx1"/>
                </a:solidFill>
                <a:latin typeface="+mn-lt"/>
                <a:ea typeface="+mn-ea"/>
                <a:cs typeface="+mn-cs"/>
              </a:defRPr>
            </a:lvl2pPr>
            <a:lvl3pPr marL="914400" indent="0">
              <a:defRPr sz="1100">
                <a:solidFill>
                  <a:schemeClr val="tx1"/>
                </a:solidFill>
                <a:latin typeface="+mn-lt"/>
                <a:ea typeface="+mn-ea"/>
                <a:cs typeface="+mn-cs"/>
              </a:defRPr>
            </a:lvl3pPr>
            <a:lvl4pPr marL="1371600" indent="0">
              <a:defRPr sz="1100">
                <a:solidFill>
                  <a:schemeClr val="tx1"/>
                </a:solidFill>
                <a:latin typeface="+mn-lt"/>
                <a:ea typeface="+mn-ea"/>
                <a:cs typeface="+mn-cs"/>
              </a:defRPr>
            </a:lvl4pPr>
            <a:lvl5pPr marL="1828800" indent="0">
              <a:defRPr sz="1100">
                <a:solidFill>
                  <a:schemeClr val="tx1"/>
                </a:solidFill>
                <a:latin typeface="+mn-lt"/>
                <a:ea typeface="+mn-ea"/>
                <a:cs typeface="+mn-cs"/>
              </a:defRPr>
            </a:lvl5pPr>
            <a:lvl6pPr marL="2286000" indent="0">
              <a:defRPr sz="1100">
                <a:solidFill>
                  <a:schemeClr val="tx1"/>
                </a:solidFill>
                <a:latin typeface="+mn-lt"/>
                <a:ea typeface="+mn-ea"/>
                <a:cs typeface="+mn-cs"/>
              </a:defRPr>
            </a:lvl6pPr>
            <a:lvl7pPr marL="2743200" indent="0">
              <a:defRPr sz="1100">
                <a:solidFill>
                  <a:schemeClr val="tx1"/>
                </a:solidFill>
                <a:latin typeface="+mn-lt"/>
                <a:ea typeface="+mn-ea"/>
                <a:cs typeface="+mn-cs"/>
              </a:defRPr>
            </a:lvl7pPr>
            <a:lvl8pPr marL="3200400" indent="0">
              <a:defRPr sz="1100">
                <a:solidFill>
                  <a:schemeClr val="tx1"/>
                </a:solidFill>
                <a:latin typeface="+mn-lt"/>
                <a:ea typeface="+mn-ea"/>
                <a:cs typeface="+mn-cs"/>
              </a:defRPr>
            </a:lvl8pPr>
            <a:lvl9pPr marL="3657600" indent="0">
              <a:defRPr sz="1100">
                <a:solidFill>
                  <a:schemeClr val="tx1"/>
                </a:solidFill>
                <a:latin typeface="+mn-lt"/>
                <a:ea typeface="+mn-ea"/>
                <a:cs typeface="+mn-cs"/>
              </a:defRPr>
            </a:lvl9pPr>
          </a:lstStyle>
          <a:p>
            <a:r>
              <a:rPr lang="en-US" sz="1100"/>
              <a:t>                        1.15           1.3225       1.5209         1.749       2.0114</a:t>
            </a:r>
          </a:p>
        </p:txBody>
      </p:sp>
      <p:pic>
        <p:nvPicPr>
          <p:cNvPr id="18" name="Content Placeholder 17">
            <a:extLst>
              <a:ext uri="{FF2B5EF4-FFF2-40B4-BE49-F238E27FC236}">
                <a16:creationId xmlns:a16="http://schemas.microsoft.com/office/drawing/2014/main" id="{85574BE0-AE6E-7B95-A7F6-44A1AD0A9323}"/>
              </a:ext>
            </a:extLst>
          </p:cNvPr>
          <p:cNvPicPr>
            <a:picLocks noGrp="1" noChangeAspect="1"/>
          </p:cNvPicPr>
          <p:nvPr>
            <p:ph idx="1"/>
          </p:nvPr>
        </p:nvPicPr>
        <p:blipFill>
          <a:blip r:embed="rId2"/>
          <a:stretch>
            <a:fillRect/>
          </a:stretch>
        </p:blipFill>
        <p:spPr>
          <a:xfrm>
            <a:off x="1407776" y="1143607"/>
            <a:ext cx="9895099" cy="3123593"/>
          </a:xfrm>
        </p:spPr>
      </p:pic>
      <p:sp>
        <p:nvSpPr>
          <p:cNvPr id="3" name="Slide Number Placeholder 2">
            <a:extLst>
              <a:ext uri="{FF2B5EF4-FFF2-40B4-BE49-F238E27FC236}">
                <a16:creationId xmlns:a16="http://schemas.microsoft.com/office/drawing/2014/main" id="{7196A554-D5E3-3991-20B2-C46AA47F2323}"/>
              </a:ext>
            </a:extLst>
          </p:cNvPr>
          <p:cNvSpPr>
            <a:spLocks noGrp="1"/>
          </p:cNvSpPr>
          <p:nvPr>
            <p:ph type="sldNum" sz="quarter" idx="12"/>
          </p:nvPr>
        </p:nvSpPr>
        <p:spPr/>
        <p:txBody>
          <a:bodyPr/>
          <a:lstStyle/>
          <a:p>
            <a:fld id="{E4C8B196-E779-4281-872A-ADBCCF88CE5D}" type="slidenum">
              <a:rPr lang="en-US" smtClean="0"/>
              <a:t>23</a:t>
            </a:fld>
            <a:endParaRPr lang="en-US"/>
          </a:p>
        </p:txBody>
      </p:sp>
    </p:spTree>
    <p:extLst>
      <p:ext uri="{BB962C8B-B14F-4D97-AF65-F5344CB8AC3E}">
        <p14:creationId xmlns:p14="http://schemas.microsoft.com/office/powerpoint/2010/main" val="531958919"/>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10243" name="Slide Number Placeholder 3">
            <a:extLst>
              <a:ext uri="{FF2B5EF4-FFF2-40B4-BE49-F238E27FC236}">
                <a16:creationId xmlns:a16="http://schemas.microsoft.com/office/drawing/2014/main" id="{F0E2338E-D716-5786-F9C1-0834FADF367F}"/>
              </a:ext>
            </a:extLst>
          </p:cNvPr>
          <p:cNvSpPr>
            <a:spLocks noGrp="1"/>
          </p:cNvSpPr>
          <p:nvPr>
            <p:ph type="sldNum" sz="quarter" idx="12"/>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a:solidFill>
                  <a:schemeClr val="tx1"/>
                </a:solidFill>
                <a:latin typeface="Arial" panose="020B0604020202020204" pitchFamily="34" charset="0"/>
              </a:defRPr>
            </a:lvl1pPr>
            <a:lvl2pPr marL="742950" indent="-285750" eaLnBrk="0" hangingPunct="0">
              <a:defRPr>
                <a:solidFill>
                  <a:schemeClr val="tx1"/>
                </a:solidFill>
                <a:latin typeface="Arial" panose="020B0604020202020204" pitchFamily="34" charset="0"/>
              </a:defRPr>
            </a:lvl2pPr>
            <a:lvl3pPr marL="1143000" indent="-228600" eaLnBrk="0" hangingPunct="0">
              <a:defRPr>
                <a:solidFill>
                  <a:schemeClr val="tx1"/>
                </a:solidFill>
                <a:latin typeface="Arial" panose="020B0604020202020204" pitchFamily="34" charset="0"/>
              </a:defRPr>
            </a:lvl3pPr>
            <a:lvl4pPr marL="1600200" indent="-228600" eaLnBrk="0" hangingPunct="0">
              <a:defRPr>
                <a:solidFill>
                  <a:schemeClr val="tx1"/>
                </a:solidFill>
                <a:latin typeface="Arial" panose="020B0604020202020204" pitchFamily="34" charset="0"/>
              </a:defRPr>
            </a:lvl4pPr>
            <a:lvl5pPr marL="2057400" indent="-228600" eaLnBrk="0" hangingPunct="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eaLnBrk="1" hangingPunct="1"/>
            <a:fld id="{B217F34B-C770-457B-B1EE-5B8675901E26}" type="slidenum">
              <a:rPr lang="en-US" altLang="en-US"/>
              <a:pPr eaLnBrk="1" hangingPunct="1"/>
              <a:t>24</a:t>
            </a:fld>
            <a:endParaRPr lang="en-US" altLang="en-US"/>
          </a:p>
        </p:txBody>
      </p:sp>
      <p:sp>
        <p:nvSpPr>
          <p:cNvPr id="10244" name="Rectangle 2">
            <a:extLst>
              <a:ext uri="{FF2B5EF4-FFF2-40B4-BE49-F238E27FC236}">
                <a16:creationId xmlns:a16="http://schemas.microsoft.com/office/drawing/2014/main" id="{319EFBF0-6EF2-7599-8441-3A33EF2AFB08}"/>
              </a:ext>
            </a:extLst>
          </p:cNvPr>
          <p:cNvSpPr>
            <a:spLocks noGrp="1" noChangeArrowheads="1"/>
          </p:cNvSpPr>
          <p:nvPr>
            <p:ph type="title" idx="4294967295"/>
          </p:nvPr>
        </p:nvSpPr>
        <p:spPr>
          <a:xfrm>
            <a:off x="492369" y="274638"/>
            <a:ext cx="9642231" cy="701676"/>
          </a:xfrm>
          <a:ln>
            <a:solidFill>
              <a:schemeClr val="tx1"/>
            </a:solidFill>
            <a:miter lim="800000"/>
            <a:headEnd/>
            <a:tailEnd/>
          </a:ln>
        </p:spPr>
        <p:txBody>
          <a:bodyPr>
            <a:normAutofit fontScale="90000"/>
          </a:bodyPr>
          <a:lstStyle/>
          <a:p>
            <a:r>
              <a:rPr lang="en-US" sz="2800" dirty="0"/>
              <a:t>Using financial calculator to find price in year 0 – Using cash flow function</a:t>
            </a:r>
            <a:endParaRPr lang="en-US" altLang="en-US" sz="2800" dirty="0"/>
          </a:p>
        </p:txBody>
      </p:sp>
      <p:sp>
        <p:nvSpPr>
          <p:cNvPr id="10245" name="Rectangle 3">
            <a:extLst>
              <a:ext uri="{FF2B5EF4-FFF2-40B4-BE49-F238E27FC236}">
                <a16:creationId xmlns:a16="http://schemas.microsoft.com/office/drawing/2014/main" id="{5893FB3A-5A3A-4C0D-4F31-0BFE0A75478B}"/>
              </a:ext>
            </a:extLst>
          </p:cNvPr>
          <p:cNvSpPr>
            <a:spLocks noGrp="1" noChangeArrowheads="1"/>
          </p:cNvSpPr>
          <p:nvPr>
            <p:ph type="body" idx="4294967295"/>
          </p:nvPr>
        </p:nvSpPr>
        <p:spPr>
          <a:xfrm>
            <a:off x="1219200" y="1447800"/>
            <a:ext cx="9296400" cy="914400"/>
          </a:xfrm>
        </p:spPr>
        <p:txBody>
          <a:bodyPr>
            <a:normAutofit/>
          </a:bodyPr>
          <a:lstStyle/>
          <a:p>
            <a:pPr eaLnBrk="1" hangingPunct="1">
              <a:buFontTx/>
              <a:buNone/>
            </a:pPr>
            <a:r>
              <a:rPr lang="en-US" altLang="en-US" sz="1800" dirty="0"/>
              <a:t>Use the cash flow menu: use </a:t>
            </a:r>
            <a:r>
              <a:rPr lang="en-US" altLang="en-US" sz="1800" u="sng" dirty="0"/>
              <a:t>enter</a:t>
            </a:r>
            <a:r>
              <a:rPr lang="en-US" altLang="en-US" sz="1800" dirty="0"/>
              <a:t> and </a:t>
            </a:r>
            <a:r>
              <a:rPr lang="en-US" altLang="en-US" sz="1800" u="sng" dirty="0"/>
              <a:t>down arrow.</a:t>
            </a:r>
          </a:p>
          <a:p>
            <a:pPr eaLnBrk="1" hangingPunct="1">
              <a:buFontTx/>
              <a:buNone/>
            </a:pPr>
            <a:r>
              <a:rPr lang="en-US" altLang="en-US" sz="1800" u="sng" dirty="0"/>
              <a:t>To clear cash flow registry press    CF---</a:t>
            </a:r>
            <a:r>
              <a:rPr lang="en-US" altLang="en-US" sz="1800" u="sng" dirty="0">
                <a:sym typeface="Wingdings" panose="05000000000000000000" pitchFamily="2" charset="2"/>
              </a:rPr>
              <a:t> 2</a:t>
            </a:r>
            <a:r>
              <a:rPr lang="en-US" altLang="en-US" sz="1800" u="sng" baseline="30000" dirty="0">
                <a:sym typeface="Wingdings" panose="05000000000000000000" pitchFamily="2" charset="2"/>
              </a:rPr>
              <a:t>nd</a:t>
            </a:r>
            <a:r>
              <a:rPr lang="en-US" altLang="en-US" sz="1800" u="sng" dirty="0">
                <a:sym typeface="Wingdings" panose="05000000000000000000" pitchFamily="2" charset="2"/>
              </a:rPr>
              <a:t>--- CER Work</a:t>
            </a:r>
            <a:endParaRPr lang="en-US" altLang="en-US" sz="1800" u="sng" dirty="0"/>
          </a:p>
        </p:txBody>
      </p:sp>
      <p:sp>
        <p:nvSpPr>
          <p:cNvPr id="10246" name="Text Box 4">
            <a:extLst>
              <a:ext uri="{FF2B5EF4-FFF2-40B4-BE49-F238E27FC236}">
                <a16:creationId xmlns:a16="http://schemas.microsoft.com/office/drawing/2014/main" id="{1DE90668-658D-C743-8607-E0FB1156EAD2}"/>
              </a:ext>
            </a:extLst>
          </p:cNvPr>
          <p:cNvSpPr txBox="1">
            <a:spLocks noChangeArrowheads="1"/>
          </p:cNvSpPr>
          <p:nvPr/>
        </p:nvSpPr>
        <p:spPr bwMode="auto">
          <a:xfrm>
            <a:off x="2286000" y="4852988"/>
            <a:ext cx="914400" cy="469900"/>
          </a:xfrm>
          <a:prstGeom prst="rect">
            <a:avLst/>
          </a:prstGeom>
          <a:gradFill rotWithShape="1">
            <a:gsLst>
              <a:gs pos="0">
                <a:srgbClr val="993300"/>
              </a:gs>
              <a:gs pos="50000">
                <a:srgbClr val="CC6600"/>
              </a:gs>
              <a:gs pos="100000">
                <a:srgbClr val="993300"/>
              </a:gs>
            </a:gsLst>
            <a:lin ang="5400000" scaled="1"/>
          </a:gradFill>
          <a:ln w="12700" cap="sq">
            <a:solidFill>
              <a:srgbClr val="800000"/>
            </a:solidFill>
            <a:miter lim="800000"/>
            <a:headEnd type="none" w="sm" len="sm"/>
            <a:tailEnd type="none" w="sm" len="sm"/>
          </a:ln>
        </p:spPr>
        <p:txBody>
          <a:bodyPr>
            <a:spAutoFit/>
          </a:bodyPr>
          <a:lstStyle>
            <a:lvl1pPr eaLnBrk="0" hangingPunct="0">
              <a:defRPr>
                <a:solidFill>
                  <a:schemeClr val="tx1"/>
                </a:solidFill>
                <a:latin typeface="Arial" panose="020B0604020202020204" pitchFamily="34" charset="0"/>
              </a:defRPr>
            </a:lvl1pPr>
            <a:lvl2pPr marL="742950" indent="-285750" eaLnBrk="0" hangingPunct="0">
              <a:defRPr>
                <a:solidFill>
                  <a:schemeClr val="tx1"/>
                </a:solidFill>
                <a:latin typeface="Arial" panose="020B0604020202020204" pitchFamily="34" charset="0"/>
              </a:defRPr>
            </a:lvl2pPr>
            <a:lvl3pPr marL="1143000" indent="-228600" eaLnBrk="0" hangingPunct="0">
              <a:defRPr>
                <a:solidFill>
                  <a:schemeClr val="tx1"/>
                </a:solidFill>
                <a:latin typeface="Arial" panose="020B0604020202020204" pitchFamily="34" charset="0"/>
              </a:defRPr>
            </a:lvl3pPr>
            <a:lvl4pPr marL="1600200" indent="-228600" eaLnBrk="0" hangingPunct="0">
              <a:defRPr>
                <a:solidFill>
                  <a:schemeClr val="tx1"/>
                </a:solidFill>
                <a:latin typeface="Arial" panose="020B0604020202020204" pitchFamily="34" charset="0"/>
              </a:defRPr>
            </a:lvl4pPr>
            <a:lvl5pPr marL="2057400" indent="-228600" eaLnBrk="0" hangingPunct="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algn="ctr" eaLnBrk="1" hangingPunct="1">
              <a:spcBef>
                <a:spcPct val="50000"/>
              </a:spcBef>
            </a:pPr>
            <a:r>
              <a:rPr lang="en-US" altLang="en-US" sz="2400">
                <a:latin typeface="Times New Roman" panose="02020603050405020304" pitchFamily="18" charset="0"/>
              </a:rPr>
              <a:t>CF2</a:t>
            </a:r>
          </a:p>
        </p:txBody>
      </p:sp>
      <p:sp>
        <p:nvSpPr>
          <p:cNvPr id="10247" name="Text Box 5">
            <a:extLst>
              <a:ext uri="{FF2B5EF4-FFF2-40B4-BE49-F238E27FC236}">
                <a16:creationId xmlns:a16="http://schemas.microsoft.com/office/drawing/2014/main" id="{265ED59C-40E5-F692-5E76-F950EC1DD6C0}"/>
              </a:ext>
            </a:extLst>
          </p:cNvPr>
          <p:cNvSpPr txBox="1">
            <a:spLocks noChangeArrowheads="1"/>
          </p:cNvSpPr>
          <p:nvPr/>
        </p:nvSpPr>
        <p:spPr bwMode="auto">
          <a:xfrm>
            <a:off x="2286000" y="3252788"/>
            <a:ext cx="914400" cy="469900"/>
          </a:xfrm>
          <a:prstGeom prst="rect">
            <a:avLst/>
          </a:prstGeom>
          <a:gradFill rotWithShape="1">
            <a:gsLst>
              <a:gs pos="0">
                <a:srgbClr val="993300"/>
              </a:gs>
              <a:gs pos="50000">
                <a:srgbClr val="CC6600"/>
              </a:gs>
              <a:gs pos="100000">
                <a:srgbClr val="993300"/>
              </a:gs>
            </a:gsLst>
            <a:lin ang="5400000" scaled="1"/>
          </a:gradFill>
          <a:ln w="12700" cap="sq">
            <a:solidFill>
              <a:srgbClr val="800000"/>
            </a:solidFill>
            <a:miter lim="800000"/>
            <a:headEnd type="none" w="sm" len="sm"/>
            <a:tailEnd type="none" w="sm" len="sm"/>
          </a:ln>
        </p:spPr>
        <p:txBody>
          <a:bodyPr>
            <a:spAutoFit/>
          </a:bodyPr>
          <a:lstStyle>
            <a:lvl1pPr eaLnBrk="0" hangingPunct="0">
              <a:defRPr>
                <a:solidFill>
                  <a:schemeClr val="tx1"/>
                </a:solidFill>
                <a:latin typeface="Arial" panose="020B0604020202020204" pitchFamily="34" charset="0"/>
              </a:defRPr>
            </a:lvl1pPr>
            <a:lvl2pPr marL="742950" indent="-285750" eaLnBrk="0" hangingPunct="0">
              <a:defRPr>
                <a:solidFill>
                  <a:schemeClr val="tx1"/>
                </a:solidFill>
                <a:latin typeface="Arial" panose="020B0604020202020204" pitchFamily="34" charset="0"/>
              </a:defRPr>
            </a:lvl2pPr>
            <a:lvl3pPr marL="1143000" indent="-228600" eaLnBrk="0" hangingPunct="0">
              <a:defRPr>
                <a:solidFill>
                  <a:schemeClr val="tx1"/>
                </a:solidFill>
                <a:latin typeface="Arial" panose="020B0604020202020204" pitchFamily="34" charset="0"/>
              </a:defRPr>
            </a:lvl3pPr>
            <a:lvl4pPr marL="1600200" indent="-228600" eaLnBrk="0" hangingPunct="0">
              <a:defRPr>
                <a:solidFill>
                  <a:schemeClr val="tx1"/>
                </a:solidFill>
                <a:latin typeface="Arial" panose="020B0604020202020204" pitchFamily="34" charset="0"/>
              </a:defRPr>
            </a:lvl4pPr>
            <a:lvl5pPr marL="2057400" indent="-228600" eaLnBrk="0" hangingPunct="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algn="ctr" eaLnBrk="1" hangingPunct="1">
              <a:spcBef>
                <a:spcPct val="50000"/>
              </a:spcBef>
            </a:pPr>
            <a:r>
              <a:rPr lang="en-US" altLang="en-US" sz="2400">
                <a:latin typeface="Times New Roman" panose="02020603050405020304" pitchFamily="18" charset="0"/>
              </a:rPr>
              <a:t>CF1</a:t>
            </a:r>
          </a:p>
        </p:txBody>
      </p:sp>
      <p:sp>
        <p:nvSpPr>
          <p:cNvPr id="10248" name="Text Box 6">
            <a:extLst>
              <a:ext uri="{FF2B5EF4-FFF2-40B4-BE49-F238E27FC236}">
                <a16:creationId xmlns:a16="http://schemas.microsoft.com/office/drawing/2014/main" id="{C2A3AF20-2797-D8B7-DCC1-E5E41FA53ACA}"/>
              </a:ext>
            </a:extLst>
          </p:cNvPr>
          <p:cNvSpPr txBox="1">
            <a:spLocks noChangeArrowheads="1"/>
          </p:cNvSpPr>
          <p:nvPr/>
        </p:nvSpPr>
        <p:spPr bwMode="auto">
          <a:xfrm>
            <a:off x="2286000" y="5653088"/>
            <a:ext cx="914400" cy="469900"/>
          </a:xfrm>
          <a:prstGeom prst="rect">
            <a:avLst/>
          </a:prstGeom>
          <a:gradFill rotWithShape="1">
            <a:gsLst>
              <a:gs pos="0">
                <a:srgbClr val="993300"/>
              </a:gs>
              <a:gs pos="50000">
                <a:srgbClr val="CC6600"/>
              </a:gs>
              <a:gs pos="100000">
                <a:srgbClr val="993300"/>
              </a:gs>
            </a:gsLst>
            <a:lin ang="5400000" scaled="1"/>
          </a:gradFill>
          <a:ln w="12700" cap="sq">
            <a:solidFill>
              <a:srgbClr val="800000"/>
            </a:solidFill>
            <a:miter lim="800000"/>
            <a:headEnd type="none" w="sm" len="sm"/>
            <a:tailEnd type="none" w="sm" len="sm"/>
          </a:ln>
        </p:spPr>
        <p:txBody>
          <a:bodyPr>
            <a:spAutoFit/>
          </a:bodyPr>
          <a:lstStyle>
            <a:lvl1pPr eaLnBrk="0" hangingPunct="0">
              <a:defRPr>
                <a:solidFill>
                  <a:schemeClr val="tx1"/>
                </a:solidFill>
                <a:latin typeface="Arial" panose="020B0604020202020204" pitchFamily="34" charset="0"/>
              </a:defRPr>
            </a:lvl1pPr>
            <a:lvl2pPr marL="742950" indent="-285750" eaLnBrk="0" hangingPunct="0">
              <a:defRPr>
                <a:solidFill>
                  <a:schemeClr val="tx1"/>
                </a:solidFill>
                <a:latin typeface="Arial" panose="020B0604020202020204" pitchFamily="34" charset="0"/>
              </a:defRPr>
            </a:lvl2pPr>
            <a:lvl3pPr marL="1143000" indent="-228600" eaLnBrk="0" hangingPunct="0">
              <a:defRPr>
                <a:solidFill>
                  <a:schemeClr val="tx1"/>
                </a:solidFill>
                <a:latin typeface="Arial" panose="020B0604020202020204" pitchFamily="34" charset="0"/>
              </a:defRPr>
            </a:lvl3pPr>
            <a:lvl4pPr marL="1600200" indent="-228600" eaLnBrk="0" hangingPunct="0">
              <a:defRPr>
                <a:solidFill>
                  <a:schemeClr val="tx1"/>
                </a:solidFill>
                <a:latin typeface="Arial" panose="020B0604020202020204" pitchFamily="34" charset="0"/>
              </a:defRPr>
            </a:lvl4pPr>
            <a:lvl5pPr marL="2057400" indent="-228600" eaLnBrk="0" hangingPunct="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algn="ctr" eaLnBrk="1" hangingPunct="1">
              <a:spcBef>
                <a:spcPct val="50000"/>
              </a:spcBef>
            </a:pPr>
            <a:r>
              <a:rPr lang="en-US" altLang="en-US" sz="2400">
                <a:latin typeface="Times New Roman" panose="02020603050405020304" pitchFamily="18" charset="0"/>
              </a:rPr>
              <a:t>F2</a:t>
            </a:r>
          </a:p>
        </p:txBody>
      </p:sp>
      <p:sp>
        <p:nvSpPr>
          <p:cNvPr id="10249" name="Text Box 7">
            <a:extLst>
              <a:ext uri="{FF2B5EF4-FFF2-40B4-BE49-F238E27FC236}">
                <a16:creationId xmlns:a16="http://schemas.microsoft.com/office/drawing/2014/main" id="{06AD4278-8ADE-5E85-6067-BB16784719C5}"/>
              </a:ext>
            </a:extLst>
          </p:cNvPr>
          <p:cNvSpPr txBox="1">
            <a:spLocks noChangeArrowheads="1"/>
          </p:cNvSpPr>
          <p:nvPr/>
        </p:nvSpPr>
        <p:spPr bwMode="auto">
          <a:xfrm>
            <a:off x="2286000" y="4052888"/>
            <a:ext cx="914400" cy="469900"/>
          </a:xfrm>
          <a:prstGeom prst="rect">
            <a:avLst/>
          </a:prstGeom>
          <a:gradFill rotWithShape="1">
            <a:gsLst>
              <a:gs pos="0">
                <a:srgbClr val="993300"/>
              </a:gs>
              <a:gs pos="50000">
                <a:srgbClr val="CC6600"/>
              </a:gs>
              <a:gs pos="100000">
                <a:srgbClr val="993300"/>
              </a:gs>
            </a:gsLst>
            <a:lin ang="5400000" scaled="1"/>
          </a:gradFill>
          <a:ln w="12700" cap="sq">
            <a:solidFill>
              <a:srgbClr val="800000"/>
            </a:solidFill>
            <a:miter lim="800000"/>
            <a:headEnd type="none" w="sm" len="sm"/>
            <a:tailEnd type="none" w="sm" len="sm"/>
          </a:ln>
        </p:spPr>
        <p:txBody>
          <a:bodyPr>
            <a:spAutoFit/>
          </a:bodyPr>
          <a:lstStyle>
            <a:lvl1pPr eaLnBrk="0" hangingPunct="0">
              <a:defRPr>
                <a:solidFill>
                  <a:schemeClr val="tx1"/>
                </a:solidFill>
                <a:latin typeface="Arial" panose="020B0604020202020204" pitchFamily="34" charset="0"/>
              </a:defRPr>
            </a:lvl1pPr>
            <a:lvl2pPr marL="742950" indent="-285750" eaLnBrk="0" hangingPunct="0">
              <a:defRPr>
                <a:solidFill>
                  <a:schemeClr val="tx1"/>
                </a:solidFill>
                <a:latin typeface="Arial" panose="020B0604020202020204" pitchFamily="34" charset="0"/>
              </a:defRPr>
            </a:lvl2pPr>
            <a:lvl3pPr marL="1143000" indent="-228600" eaLnBrk="0" hangingPunct="0">
              <a:defRPr>
                <a:solidFill>
                  <a:schemeClr val="tx1"/>
                </a:solidFill>
                <a:latin typeface="Arial" panose="020B0604020202020204" pitchFamily="34" charset="0"/>
              </a:defRPr>
            </a:lvl3pPr>
            <a:lvl4pPr marL="1600200" indent="-228600" eaLnBrk="0" hangingPunct="0">
              <a:defRPr>
                <a:solidFill>
                  <a:schemeClr val="tx1"/>
                </a:solidFill>
                <a:latin typeface="Arial" panose="020B0604020202020204" pitchFamily="34" charset="0"/>
              </a:defRPr>
            </a:lvl4pPr>
            <a:lvl5pPr marL="2057400" indent="-228600" eaLnBrk="0" hangingPunct="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algn="ctr" eaLnBrk="1" hangingPunct="1">
              <a:spcBef>
                <a:spcPct val="50000"/>
              </a:spcBef>
            </a:pPr>
            <a:r>
              <a:rPr lang="en-US" altLang="en-US" sz="2400">
                <a:latin typeface="Times New Roman" panose="02020603050405020304" pitchFamily="18" charset="0"/>
              </a:rPr>
              <a:t>F1</a:t>
            </a:r>
          </a:p>
        </p:txBody>
      </p:sp>
      <p:sp>
        <p:nvSpPr>
          <p:cNvPr id="10250" name="Text Box 8">
            <a:extLst>
              <a:ext uri="{FF2B5EF4-FFF2-40B4-BE49-F238E27FC236}">
                <a16:creationId xmlns:a16="http://schemas.microsoft.com/office/drawing/2014/main" id="{F12C5E3E-0D6C-B5C3-7FC4-E03CDFACE3B0}"/>
              </a:ext>
            </a:extLst>
          </p:cNvPr>
          <p:cNvSpPr txBox="1">
            <a:spLocks noChangeArrowheads="1"/>
          </p:cNvSpPr>
          <p:nvPr/>
        </p:nvSpPr>
        <p:spPr bwMode="auto">
          <a:xfrm>
            <a:off x="2286000" y="2452688"/>
            <a:ext cx="914400" cy="469900"/>
          </a:xfrm>
          <a:prstGeom prst="rect">
            <a:avLst/>
          </a:prstGeom>
          <a:gradFill rotWithShape="1">
            <a:gsLst>
              <a:gs pos="0">
                <a:srgbClr val="993300"/>
              </a:gs>
              <a:gs pos="50000">
                <a:srgbClr val="CC6600"/>
              </a:gs>
              <a:gs pos="100000">
                <a:srgbClr val="993300"/>
              </a:gs>
            </a:gsLst>
            <a:lin ang="5400000" scaled="1"/>
          </a:gradFill>
          <a:ln w="12700" cap="sq">
            <a:solidFill>
              <a:srgbClr val="800000"/>
            </a:solidFill>
            <a:miter lim="800000"/>
            <a:headEnd type="none" w="sm" len="sm"/>
            <a:tailEnd type="none" w="sm" len="sm"/>
          </a:ln>
        </p:spPr>
        <p:txBody>
          <a:bodyPr>
            <a:spAutoFit/>
          </a:bodyPr>
          <a:lstStyle>
            <a:lvl1pPr eaLnBrk="0" hangingPunct="0">
              <a:defRPr>
                <a:solidFill>
                  <a:schemeClr val="tx1"/>
                </a:solidFill>
                <a:latin typeface="Arial" panose="020B0604020202020204" pitchFamily="34" charset="0"/>
              </a:defRPr>
            </a:lvl1pPr>
            <a:lvl2pPr marL="742950" indent="-285750" eaLnBrk="0" hangingPunct="0">
              <a:defRPr>
                <a:solidFill>
                  <a:schemeClr val="tx1"/>
                </a:solidFill>
                <a:latin typeface="Arial" panose="020B0604020202020204" pitchFamily="34" charset="0"/>
              </a:defRPr>
            </a:lvl2pPr>
            <a:lvl3pPr marL="1143000" indent="-228600" eaLnBrk="0" hangingPunct="0">
              <a:defRPr>
                <a:solidFill>
                  <a:schemeClr val="tx1"/>
                </a:solidFill>
                <a:latin typeface="Arial" panose="020B0604020202020204" pitchFamily="34" charset="0"/>
              </a:defRPr>
            </a:lvl3pPr>
            <a:lvl4pPr marL="1600200" indent="-228600" eaLnBrk="0" hangingPunct="0">
              <a:defRPr>
                <a:solidFill>
                  <a:schemeClr val="tx1"/>
                </a:solidFill>
                <a:latin typeface="Arial" panose="020B0604020202020204" pitchFamily="34" charset="0"/>
              </a:defRPr>
            </a:lvl4pPr>
            <a:lvl5pPr marL="2057400" indent="-228600" eaLnBrk="0" hangingPunct="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algn="ctr" eaLnBrk="1" hangingPunct="1">
              <a:spcBef>
                <a:spcPct val="50000"/>
              </a:spcBef>
            </a:pPr>
            <a:r>
              <a:rPr lang="en-US" altLang="en-US" sz="2400">
                <a:latin typeface="Times New Roman" panose="02020603050405020304" pitchFamily="18" charset="0"/>
              </a:rPr>
              <a:t>CF0</a:t>
            </a:r>
          </a:p>
        </p:txBody>
      </p:sp>
      <p:sp>
        <p:nvSpPr>
          <p:cNvPr id="10251" name="Text Box 9">
            <a:extLst>
              <a:ext uri="{FF2B5EF4-FFF2-40B4-BE49-F238E27FC236}">
                <a16:creationId xmlns:a16="http://schemas.microsoft.com/office/drawing/2014/main" id="{5E7E7D9A-4683-5BC8-07B0-885F5B5BB604}"/>
              </a:ext>
            </a:extLst>
          </p:cNvPr>
          <p:cNvSpPr txBox="1">
            <a:spLocks noChangeArrowheads="1"/>
          </p:cNvSpPr>
          <p:nvPr/>
        </p:nvSpPr>
        <p:spPr bwMode="auto">
          <a:xfrm>
            <a:off x="3810000" y="4052888"/>
            <a:ext cx="914400" cy="40011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cap="sq">
                <a:solidFill>
                  <a:srgbClr val="000000"/>
                </a:solidFill>
                <a:miter lim="800000"/>
                <a:headEnd type="none" w="sm" len="sm"/>
                <a:tailEnd type="none" w="sm" len="sm"/>
              </a14:hiddenLine>
            </a:ext>
          </a:extLst>
        </p:spPr>
        <p:txBody>
          <a:bodyPr>
            <a:spAutoFit/>
          </a:bodyPr>
          <a:lstStyle>
            <a:lvl1pPr eaLnBrk="0" hangingPunct="0">
              <a:defRPr>
                <a:solidFill>
                  <a:schemeClr val="tx1"/>
                </a:solidFill>
                <a:latin typeface="Arial" panose="020B0604020202020204" pitchFamily="34" charset="0"/>
              </a:defRPr>
            </a:lvl1pPr>
            <a:lvl2pPr marL="742950" indent="-285750" eaLnBrk="0" hangingPunct="0">
              <a:defRPr>
                <a:solidFill>
                  <a:schemeClr val="tx1"/>
                </a:solidFill>
                <a:latin typeface="Arial" panose="020B0604020202020204" pitchFamily="34" charset="0"/>
              </a:defRPr>
            </a:lvl2pPr>
            <a:lvl3pPr marL="1143000" indent="-228600" eaLnBrk="0" hangingPunct="0">
              <a:defRPr>
                <a:solidFill>
                  <a:schemeClr val="tx1"/>
                </a:solidFill>
                <a:latin typeface="Arial" panose="020B0604020202020204" pitchFamily="34" charset="0"/>
              </a:defRPr>
            </a:lvl3pPr>
            <a:lvl4pPr marL="1600200" indent="-228600" eaLnBrk="0" hangingPunct="0">
              <a:defRPr>
                <a:solidFill>
                  <a:schemeClr val="tx1"/>
                </a:solidFill>
                <a:latin typeface="Arial" panose="020B0604020202020204" pitchFamily="34" charset="0"/>
              </a:defRPr>
            </a:lvl4pPr>
            <a:lvl5pPr marL="2057400" indent="-228600" eaLnBrk="0" hangingPunct="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algn="ctr" eaLnBrk="1" hangingPunct="1">
              <a:spcBef>
                <a:spcPct val="50000"/>
              </a:spcBef>
            </a:pPr>
            <a:r>
              <a:rPr lang="en-US" altLang="en-US" sz="2000" dirty="0">
                <a:solidFill>
                  <a:srgbClr val="644A1A"/>
                </a:solidFill>
                <a:latin typeface="Times New Roman" panose="02020603050405020304" pitchFamily="18" charset="0"/>
                <a:cs typeface="Times New Roman" panose="02020603050405020304" pitchFamily="18" charset="0"/>
              </a:rPr>
              <a:t>1</a:t>
            </a:r>
            <a:endParaRPr lang="en-US" altLang="en-US" sz="2000" dirty="0">
              <a:solidFill>
                <a:srgbClr val="644A1A"/>
              </a:solidFill>
              <a:latin typeface="Times New Roman" panose="02020603050405020304" pitchFamily="18" charset="0"/>
            </a:endParaRPr>
          </a:p>
        </p:txBody>
      </p:sp>
      <p:sp>
        <p:nvSpPr>
          <p:cNvPr id="10252" name="Text Box 10">
            <a:extLst>
              <a:ext uri="{FF2B5EF4-FFF2-40B4-BE49-F238E27FC236}">
                <a16:creationId xmlns:a16="http://schemas.microsoft.com/office/drawing/2014/main" id="{C1630331-2F59-6B30-CFE9-C80939A81416}"/>
              </a:ext>
            </a:extLst>
          </p:cNvPr>
          <p:cNvSpPr txBox="1">
            <a:spLocks noChangeArrowheads="1"/>
          </p:cNvSpPr>
          <p:nvPr/>
        </p:nvSpPr>
        <p:spPr bwMode="auto">
          <a:xfrm>
            <a:off x="3810000" y="3252788"/>
            <a:ext cx="914400" cy="40011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cap="sq">
                <a:solidFill>
                  <a:srgbClr val="000000"/>
                </a:solidFill>
                <a:miter lim="800000"/>
                <a:headEnd type="none" w="sm" len="sm"/>
                <a:tailEnd type="none" w="sm" len="sm"/>
              </a14:hiddenLine>
            </a:ext>
          </a:extLst>
        </p:spPr>
        <p:txBody>
          <a:bodyPr>
            <a:spAutoFit/>
          </a:bodyPr>
          <a:lstStyle>
            <a:lvl1pPr eaLnBrk="0" hangingPunct="0">
              <a:defRPr>
                <a:solidFill>
                  <a:schemeClr val="tx1"/>
                </a:solidFill>
                <a:latin typeface="Arial" panose="020B0604020202020204" pitchFamily="34" charset="0"/>
              </a:defRPr>
            </a:lvl1pPr>
            <a:lvl2pPr marL="742950" indent="-285750" eaLnBrk="0" hangingPunct="0">
              <a:defRPr>
                <a:solidFill>
                  <a:schemeClr val="tx1"/>
                </a:solidFill>
                <a:latin typeface="Arial" panose="020B0604020202020204" pitchFamily="34" charset="0"/>
              </a:defRPr>
            </a:lvl2pPr>
            <a:lvl3pPr marL="1143000" indent="-228600" eaLnBrk="0" hangingPunct="0">
              <a:defRPr>
                <a:solidFill>
                  <a:schemeClr val="tx1"/>
                </a:solidFill>
                <a:latin typeface="Arial" panose="020B0604020202020204" pitchFamily="34" charset="0"/>
              </a:defRPr>
            </a:lvl3pPr>
            <a:lvl4pPr marL="1600200" indent="-228600" eaLnBrk="0" hangingPunct="0">
              <a:defRPr>
                <a:solidFill>
                  <a:schemeClr val="tx1"/>
                </a:solidFill>
                <a:latin typeface="Arial" panose="020B0604020202020204" pitchFamily="34" charset="0"/>
              </a:defRPr>
            </a:lvl4pPr>
            <a:lvl5pPr marL="2057400" indent="-228600" eaLnBrk="0" hangingPunct="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algn="ctr" eaLnBrk="1" hangingPunct="1">
              <a:spcBef>
                <a:spcPct val="50000"/>
              </a:spcBef>
            </a:pPr>
            <a:r>
              <a:rPr lang="en-US" altLang="en-US" sz="2000" dirty="0">
                <a:solidFill>
                  <a:srgbClr val="644A1A"/>
                </a:solidFill>
                <a:latin typeface="Times New Roman" panose="02020603050405020304" pitchFamily="18" charset="0"/>
              </a:rPr>
              <a:t>1.15</a:t>
            </a:r>
          </a:p>
        </p:txBody>
      </p:sp>
      <p:sp>
        <p:nvSpPr>
          <p:cNvPr id="10253" name="Text Box 11">
            <a:extLst>
              <a:ext uri="{FF2B5EF4-FFF2-40B4-BE49-F238E27FC236}">
                <a16:creationId xmlns:a16="http://schemas.microsoft.com/office/drawing/2014/main" id="{FBE437DA-10B3-1DA2-52ED-F6D572510613}"/>
              </a:ext>
            </a:extLst>
          </p:cNvPr>
          <p:cNvSpPr txBox="1">
            <a:spLocks noChangeArrowheads="1"/>
          </p:cNvSpPr>
          <p:nvPr/>
        </p:nvSpPr>
        <p:spPr bwMode="auto">
          <a:xfrm>
            <a:off x="3810000" y="5653088"/>
            <a:ext cx="914400" cy="40011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cap="sq">
                <a:solidFill>
                  <a:srgbClr val="000000"/>
                </a:solidFill>
                <a:miter lim="800000"/>
                <a:headEnd type="none" w="sm" len="sm"/>
                <a:tailEnd type="none" w="sm" len="sm"/>
              </a14:hiddenLine>
            </a:ext>
          </a:extLst>
        </p:spPr>
        <p:txBody>
          <a:bodyPr>
            <a:spAutoFit/>
          </a:bodyPr>
          <a:lstStyle>
            <a:lvl1pPr eaLnBrk="0" hangingPunct="0">
              <a:defRPr>
                <a:solidFill>
                  <a:schemeClr val="tx1"/>
                </a:solidFill>
                <a:latin typeface="Arial" panose="020B0604020202020204" pitchFamily="34" charset="0"/>
              </a:defRPr>
            </a:lvl1pPr>
            <a:lvl2pPr marL="742950" indent="-285750" eaLnBrk="0" hangingPunct="0">
              <a:defRPr>
                <a:solidFill>
                  <a:schemeClr val="tx1"/>
                </a:solidFill>
                <a:latin typeface="Arial" panose="020B0604020202020204" pitchFamily="34" charset="0"/>
              </a:defRPr>
            </a:lvl2pPr>
            <a:lvl3pPr marL="1143000" indent="-228600" eaLnBrk="0" hangingPunct="0">
              <a:defRPr>
                <a:solidFill>
                  <a:schemeClr val="tx1"/>
                </a:solidFill>
                <a:latin typeface="Arial" panose="020B0604020202020204" pitchFamily="34" charset="0"/>
              </a:defRPr>
            </a:lvl3pPr>
            <a:lvl4pPr marL="1600200" indent="-228600" eaLnBrk="0" hangingPunct="0">
              <a:defRPr>
                <a:solidFill>
                  <a:schemeClr val="tx1"/>
                </a:solidFill>
                <a:latin typeface="Arial" panose="020B0604020202020204" pitchFamily="34" charset="0"/>
              </a:defRPr>
            </a:lvl4pPr>
            <a:lvl5pPr marL="2057400" indent="-228600" eaLnBrk="0" hangingPunct="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algn="ctr" eaLnBrk="1" hangingPunct="1">
              <a:spcBef>
                <a:spcPct val="50000"/>
              </a:spcBef>
            </a:pPr>
            <a:r>
              <a:rPr lang="en-US" altLang="en-US" sz="2000" dirty="0">
                <a:solidFill>
                  <a:srgbClr val="644A1A"/>
                </a:solidFill>
                <a:latin typeface="Times New Roman" panose="02020603050405020304" pitchFamily="18" charset="0"/>
              </a:rPr>
              <a:t>1</a:t>
            </a:r>
          </a:p>
        </p:txBody>
      </p:sp>
      <p:sp>
        <p:nvSpPr>
          <p:cNvPr id="10254" name="Text Box 12">
            <a:extLst>
              <a:ext uri="{FF2B5EF4-FFF2-40B4-BE49-F238E27FC236}">
                <a16:creationId xmlns:a16="http://schemas.microsoft.com/office/drawing/2014/main" id="{D49D1DC6-01D6-2B52-B87B-8086CD2A5129}"/>
              </a:ext>
            </a:extLst>
          </p:cNvPr>
          <p:cNvSpPr txBox="1">
            <a:spLocks noChangeArrowheads="1"/>
          </p:cNvSpPr>
          <p:nvPr/>
        </p:nvSpPr>
        <p:spPr bwMode="auto">
          <a:xfrm>
            <a:off x="9302260" y="5010090"/>
            <a:ext cx="1828800" cy="40011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cap="sq">
                <a:solidFill>
                  <a:srgbClr val="000000"/>
                </a:solidFill>
                <a:miter lim="800000"/>
                <a:headEnd type="none" w="sm" len="sm"/>
                <a:tailEnd type="none" w="sm" len="sm"/>
              </a14:hiddenLine>
            </a:ext>
          </a:extLst>
        </p:spPr>
        <p:txBody>
          <a:bodyPr>
            <a:spAutoFit/>
          </a:bodyPr>
          <a:lstStyle>
            <a:lvl1pPr eaLnBrk="0" hangingPunct="0">
              <a:defRPr>
                <a:solidFill>
                  <a:schemeClr val="tx1"/>
                </a:solidFill>
                <a:latin typeface="Arial" panose="020B0604020202020204" pitchFamily="34" charset="0"/>
              </a:defRPr>
            </a:lvl1pPr>
            <a:lvl2pPr marL="742950" indent="-285750" eaLnBrk="0" hangingPunct="0">
              <a:defRPr>
                <a:solidFill>
                  <a:schemeClr val="tx1"/>
                </a:solidFill>
                <a:latin typeface="Arial" panose="020B0604020202020204" pitchFamily="34" charset="0"/>
              </a:defRPr>
            </a:lvl2pPr>
            <a:lvl3pPr marL="1143000" indent="-228600" eaLnBrk="0" hangingPunct="0">
              <a:defRPr>
                <a:solidFill>
                  <a:schemeClr val="tx1"/>
                </a:solidFill>
                <a:latin typeface="Arial" panose="020B0604020202020204" pitchFamily="34" charset="0"/>
              </a:defRPr>
            </a:lvl3pPr>
            <a:lvl4pPr marL="1600200" indent="-228600" eaLnBrk="0" hangingPunct="0">
              <a:defRPr>
                <a:solidFill>
                  <a:schemeClr val="tx1"/>
                </a:solidFill>
                <a:latin typeface="Arial" panose="020B0604020202020204" pitchFamily="34" charset="0"/>
              </a:defRPr>
            </a:lvl4pPr>
            <a:lvl5pPr marL="2057400" indent="-228600" eaLnBrk="0" hangingPunct="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r>
              <a:rPr lang="en-US" altLang="en-US" sz="2000" dirty="0">
                <a:solidFill>
                  <a:srgbClr val="FF0000"/>
                </a:solidFill>
                <a:latin typeface="Times New Roman" panose="02020603050405020304" pitchFamily="18" charset="0"/>
              </a:rPr>
              <a:t>45.20</a:t>
            </a:r>
          </a:p>
        </p:txBody>
      </p:sp>
      <p:sp>
        <p:nvSpPr>
          <p:cNvPr id="10255" name="Text Box 13">
            <a:extLst>
              <a:ext uri="{FF2B5EF4-FFF2-40B4-BE49-F238E27FC236}">
                <a16:creationId xmlns:a16="http://schemas.microsoft.com/office/drawing/2014/main" id="{5274403C-4432-86C6-710A-F24B0ACAEAFD}"/>
              </a:ext>
            </a:extLst>
          </p:cNvPr>
          <p:cNvSpPr txBox="1">
            <a:spLocks noChangeArrowheads="1"/>
          </p:cNvSpPr>
          <p:nvPr/>
        </p:nvSpPr>
        <p:spPr bwMode="auto">
          <a:xfrm>
            <a:off x="3810000" y="2452688"/>
            <a:ext cx="914400" cy="40011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cap="sq">
                <a:solidFill>
                  <a:srgbClr val="000000"/>
                </a:solidFill>
                <a:miter lim="800000"/>
                <a:headEnd type="none" w="sm" len="sm"/>
                <a:tailEnd type="none" w="sm" len="sm"/>
              </a14:hiddenLine>
            </a:ext>
          </a:extLst>
        </p:spPr>
        <p:txBody>
          <a:bodyPr>
            <a:spAutoFit/>
          </a:bodyPr>
          <a:lstStyle>
            <a:lvl1pPr eaLnBrk="0" hangingPunct="0">
              <a:defRPr>
                <a:solidFill>
                  <a:schemeClr val="tx1"/>
                </a:solidFill>
                <a:latin typeface="Arial" panose="020B0604020202020204" pitchFamily="34" charset="0"/>
              </a:defRPr>
            </a:lvl1pPr>
            <a:lvl2pPr marL="742950" indent="-285750" eaLnBrk="0" hangingPunct="0">
              <a:defRPr>
                <a:solidFill>
                  <a:schemeClr val="tx1"/>
                </a:solidFill>
                <a:latin typeface="Arial" panose="020B0604020202020204" pitchFamily="34" charset="0"/>
              </a:defRPr>
            </a:lvl2pPr>
            <a:lvl3pPr marL="1143000" indent="-228600" eaLnBrk="0" hangingPunct="0">
              <a:defRPr>
                <a:solidFill>
                  <a:schemeClr val="tx1"/>
                </a:solidFill>
                <a:latin typeface="Arial" panose="020B0604020202020204" pitchFamily="34" charset="0"/>
              </a:defRPr>
            </a:lvl3pPr>
            <a:lvl4pPr marL="1600200" indent="-228600" eaLnBrk="0" hangingPunct="0">
              <a:defRPr>
                <a:solidFill>
                  <a:schemeClr val="tx1"/>
                </a:solidFill>
                <a:latin typeface="Arial" panose="020B0604020202020204" pitchFamily="34" charset="0"/>
              </a:defRPr>
            </a:lvl4pPr>
            <a:lvl5pPr marL="2057400" indent="-228600" eaLnBrk="0" hangingPunct="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algn="ctr" eaLnBrk="1" hangingPunct="1">
              <a:spcBef>
                <a:spcPct val="50000"/>
              </a:spcBef>
            </a:pPr>
            <a:r>
              <a:rPr lang="en-US" altLang="en-US" sz="2000" dirty="0">
                <a:solidFill>
                  <a:srgbClr val="644A1A"/>
                </a:solidFill>
                <a:latin typeface="Times New Roman" panose="02020603050405020304" pitchFamily="18" charset="0"/>
              </a:rPr>
              <a:t>0</a:t>
            </a:r>
          </a:p>
        </p:txBody>
      </p:sp>
      <p:sp>
        <p:nvSpPr>
          <p:cNvPr id="10256" name="Text Box 14">
            <a:extLst>
              <a:ext uri="{FF2B5EF4-FFF2-40B4-BE49-F238E27FC236}">
                <a16:creationId xmlns:a16="http://schemas.microsoft.com/office/drawing/2014/main" id="{22710EA6-96D6-07DB-3577-86CD4AAE0E67}"/>
              </a:ext>
            </a:extLst>
          </p:cNvPr>
          <p:cNvSpPr txBox="1">
            <a:spLocks noChangeArrowheads="1"/>
          </p:cNvSpPr>
          <p:nvPr/>
        </p:nvSpPr>
        <p:spPr bwMode="auto">
          <a:xfrm>
            <a:off x="3581400" y="4752976"/>
            <a:ext cx="1143000" cy="40011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cap="sq">
                <a:solidFill>
                  <a:srgbClr val="000000"/>
                </a:solidFill>
                <a:miter lim="800000"/>
                <a:headEnd type="none" w="sm" len="sm"/>
                <a:tailEnd type="none" w="sm" len="sm"/>
              </a14:hiddenLine>
            </a:ext>
          </a:extLst>
        </p:spPr>
        <p:txBody>
          <a:bodyPr wrap="square">
            <a:spAutoFit/>
          </a:bodyPr>
          <a:lstStyle>
            <a:lvl1pPr eaLnBrk="0" hangingPunct="0">
              <a:defRPr>
                <a:solidFill>
                  <a:schemeClr val="tx1"/>
                </a:solidFill>
                <a:latin typeface="Arial" panose="020B0604020202020204" pitchFamily="34" charset="0"/>
              </a:defRPr>
            </a:lvl1pPr>
            <a:lvl2pPr marL="742950" indent="-285750" eaLnBrk="0" hangingPunct="0">
              <a:defRPr>
                <a:solidFill>
                  <a:schemeClr val="tx1"/>
                </a:solidFill>
                <a:latin typeface="Arial" panose="020B0604020202020204" pitchFamily="34" charset="0"/>
              </a:defRPr>
            </a:lvl2pPr>
            <a:lvl3pPr marL="1143000" indent="-228600" eaLnBrk="0" hangingPunct="0">
              <a:defRPr>
                <a:solidFill>
                  <a:schemeClr val="tx1"/>
                </a:solidFill>
                <a:latin typeface="Arial" panose="020B0604020202020204" pitchFamily="34" charset="0"/>
              </a:defRPr>
            </a:lvl3pPr>
            <a:lvl4pPr marL="1600200" indent="-228600" eaLnBrk="0" hangingPunct="0">
              <a:defRPr>
                <a:solidFill>
                  <a:schemeClr val="tx1"/>
                </a:solidFill>
                <a:latin typeface="Arial" panose="020B0604020202020204" pitchFamily="34" charset="0"/>
              </a:defRPr>
            </a:lvl4pPr>
            <a:lvl5pPr marL="2057400" indent="-228600" eaLnBrk="0" hangingPunct="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algn="ctr" eaLnBrk="1" hangingPunct="1">
              <a:spcBef>
                <a:spcPct val="50000"/>
              </a:spcBef>
            </a:pPr>
            <a:r>
              <a:rPr lang="en-US" altLang="en-US" sz="2000" dirty="0">
                <a:solidFill>
                  <a:srgbClr val="644A1A"/>
                </a:solidFill>
                <a:latin typeface="Times New Roman" panose="02020603050405020304" pitchFamily="18" charset="0"/>
                <a:cs typeface="Times New Roman" panose="02020603050405020304" pitchFamily="18" charset="0"/>
              </a:rPr>
              <a:t>1.3225</a:t>
            </a:r>
            <a:endParaRPr lang="en-US" altLang="en-US" sz="2000" dirty="0">
              <a:solidFill>
                <a:srgbClr val="644A1A"/>
              </a:solidFill>
              <a:latin typeface="Times New Roman" panose="02020603050405020304" pitchFamily="18" charset="0"/>
            </a:endParaRPr>
          </a:p>
        </p:txBody>
      </p:sp>
      <p:sp>
        <p:nvSpPr>
          <p:cNvPr id="10257" name="Text Box 15">
            <a:extLst>
              <a:ext uri="{FF2B5EF4-FFF2-40B4-BE49-F238E27FC236}">
                <a16:creationId xmlns:a16="http://schemas.microsoft.com/office/drawing/2014/main" id="{F3537F14-BAC4-9D65-9157-574989364486}"/>
              </a:ext>
            </a:extLst>
          </p:cNvPr>
          <p:cNvSpPr txBox="1">
            <a:spLocks noChangeArrowheads="1"/>
          </p:cNvSpPr>
          <p:nvPr/>
        </p:nvSpPr>
        <p:spPr bwMode="auto">
          <a:xfrm>
            <a:off x="7737230" y="3563131"/>
            <a:ext cx="914400" cy="469900"/>
          </a:xfrm>
          <a:prstGeom prst="rect">
            <a:avLst/>
          </a:prstGeom>
          <a:gradFill rotWithShape="1">
            <a:gsLst>
              <a:gs pos="0">
                <a:srgbClr val="993300"/>
              </a:gs>
              <a:gs pos="50000">
                <a:srgbClr val="CC6600"/>
              </a:gs>
              <a:gs pos="100000">
                <a:srgbClr val="993300"/>
              </a:gs>
            </a:gsLst>
            <a:lin ang="5400000" scaled="1"/>
          </a:gradFill>
          <a:ln w="12700" cap="sq">
            <a:solidFill>
              <a:srgbClr val="800000"/>
            </a:solidFill>
            <a:miter lim="800000"/>
            <a:headEnd type="none" w="sm" len="sm"/>
            <a:tailEnd type="none" w="sm" len="sm"/>
          </a:ln>
        </p:spPr>
        <p:txBody>
          <a:bodyPr>
            <a:spAutoFit/>
          </a:bodyPr>
          <a:lstStyle>
            <a:lvl1pPr eaLnBrk="0" hangingPunct="0">
              <a:defRPr>
                <a:solidFill>
                  <a:schemeClr val="tx1"/>
                </a:solidFill>
                <a:latin typeface="Arial" panose="020B0604020202020204" pitchFamily="34" charset="0"/>
              </a:defRPr>
            </a:lvl1pPr>
            <a:lvl2pPr marL="742950" indent="-285750" eaLnBrk="0" hangingPunct="0">
              <a:defRPr>
                <a:solidFill>
                  <a:schemeClr val="tx1"/>
                </a:solidFill>
                <a:latin typeface="Arial" panose="020B0604020202020204" pitchFamily="34" charset="0"/>
              </a:defRPr>
            </a:lvl2pPr>
            <a:lvl3pPr marL="1143000" indent="-228600" eaLnBrk="0" hangingPunct="0">
              <a:defRPr>
                <a:solidFill>
                  <a:schemeClr val="tx1"/>
                </a:solidFill>
                <a:latin typeface="Arial" panose="020B0604020202020204" pitchFamily="34" charset="0"/>
              </a:defRPr>
            </a:lvl3pPr>
            <a:lvl4pPr marL="1600200" indent="-228600" eaLnBrk="0" hangingPunct="0">
              <a:defRPr>
                <a:solidFill>
                  <a:schemeClr val="tx1"/>
                </a:solidFill>
                <a:latin typeface="Arial" panose="020B0604020202020204" pitchFamily="34" charset="0"/>
              </a:defRPr>
            </a:lvl4pPr>
            <a:lvl5pPr marL="2057400" indent="-228600" eaLnBrk="0" hangingPunct="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algn="ctr" eaLnBrk="1" hangingPunct="1">
              <a:spcBef>
                <a:spcPct val="50000"/>
              </a:spcBef>
            </a:pPr>
            <a:r>
              <a:rPr lang="en-US" altLang="en-US" sz="2400">
                <a:latin typeface="Times New Roman" panose="02020603050405020304" pitchFamily="18" charset="0"/>
              </a:rPr>
              <a:t>I</a:t>
            </a:r>
          </a:p>
        </p:txBody>
      </p:sp>
      <p:sp>
        <p:nvSpPr>
          <p:cNvPr id="10259" name="Text Box 18">
            <a:extLst>
              <a:ext uri="{FF2B5EF4-FFF2-40B4-BE49-F238E27FC236}">
                <a16:creationId xmlns:a16="http://schemas.microsoft.com/office/drawing/2014/main" id="{EEE63916-DE17-9E2C-4309-435519A78DF4}"/>
              </a:ext>
            </a:extLst>
          </p:cNvPr>
          <p:cNvSpPr txBox="1">
            <a:spLocks noChangeArrowheads="1"/>
          </p:cNvSpPr>
          <p:nvPr/>
        </p:nvSpPr>
        <p:spPr bwMode="auto">
          <a:xfrm>
            <a:off x="4800600" y="4062413"/>
            <a:ext cx="914400" cy="469900"/>
          </a:xfrm>
          <a:prstGeom prst="rect">
            <a:avLst/>
          </a:prstGeom>
          <a:gradFill rotWithShape="1">
            <a:gsLst>
              <a:gs pos="0">
                <a:srgbClr val="993300"/>
              </a:gs>
              <a:gs pos="50000">
                <a:srgbClr val="CC6600"/>
              </a:gs>
              <a:gs pos="100000">
                <a:srgbClr val="993300"/>
              </a:gs>
            </a:gsLst>
            <a:lin ang="5400000" scaled="1"/>
          </a:gradFill>
          <a:ln w="12700" cap="sq">
            <a:solidFill>
              <a:srgbClr val="800000"/>
            </a:solidFill>
            <a:miter lim="800000"/>
            <a:headEnd type="none" w="sm" len="sm"/>
            <a:tailEnd type="none" w="sm" len="sm"/>
          </a:ln>
        </p:spPr>
        <p:txBody>
          <a:bodyPr>
            <a:spAutoFit/>
          </a:bodyPr>
          <a:lstStyle>
            <a:lvl1pPr eaLnBrk="0" hangingPunct="0">
              <a:defRPr>
                <a:solidFill>
                  <a:schemeClr val="tx1"/>
                </a:solidFill>
                <a:latin typeface="Arial" panose="020B0604020202020204" pitchFamily="34" charset="0"/>
              </a:defRPr>
            </a:lvl1pPr>
            <a:lvl2pPr marL="742950" indent="-285750" eaLnBrk="0" hangingPunct="0">
              <a:defRPr>
                <a:solidFill>
                  <a:schemeClr val="tx1"/>
                </a:solidFill>
                <a:latin typeface="Arial" panose="020B0604020202020204" pitchFamily="34" charset="0"/>
              </a:defRPr>
            </a:lvl2pPr>
            <a:lvl3pPr marL="1143000" indent="-228600" eaLnBrk="0" hangingPunct="0">
              <a:defRPr>
                <a:solidFill>
                  <a:schemeClr val="tx1"/>
                </a:solidFill>
                <a:latin typeface="Arial" panose="020B0604020202020204" pitchFamily="34" charset="0"/>
              </a:defRPr>
            </a:lvl3pPr>
            <a:lvl4pPr marL="1600200" indent="-228600" eaLnBrk="0" hangingPunct="0">
              <a:defRPr>
                <a:solidFill>
                  <a:schemeClr val="tx1"/>
                </a:solidFill>
                <a:latin typeface="Arial" panose="020B0604020202020204" pitchFamily="34" charset="0"/>
              </a:defRPr>
            </a:lvl4pPr>
            <a:lvl5pPr marL="2057400" indent="-228600" eaLnBrk="0" hangingPunct="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algn="ctr" eaLnBrk="1" hangingPunct="1">
              <a:spcBef>
                <a:spcPct val="50000"/>
              </a:spcBef>
            </a:pPr>
            <a:r>
              <a:rPr lang="en-US" altLang="en-US" sz="2400" dirty="0">
                <a:latin typeface="Times New Roman" panose="02020603050405020304" pitchFamily="18" charset="0"/>
              </a:rPr>
              <a:t>CF4</a:t>
            </a:r>
          </a:p>
        </p:txBody>
      </p:sp>
      <p:sp>
        <p:nvSpPr>
          <p:cNvPr id="10260" name="Text Box 19">
            <a:extLst>
              <a:ext uri="{FF2B5EF4-FFF2-40B4-BE49-F238E27FC236}">
                <a16:creationId xmlns:a16="http://schemas.microsoft.com/office/drawing/2014/main" id="{2A9655A6-74AB-B228-5852-0C90E14CB420}"/>
              </a:ext>
            </a:extLst>
          </p:cNvPr>
          <p:cNvSpPr txBox="1">
            <a:spLocks noChangeArrowheads="1"/>
          </p:cNvSpPr>
          <p:nvPr/>
        </p:nvSpPr>
        <p:spPr bwMode="auto">
          <a:xfrm>
            <a:off x="4800600" y="2462213"/>
            <a:ext cx="914400" cy="469900"/>
          </a:xfrm>
          <a:prstGeom prst="rect">
            <a:avLst/>
          </a:prstGeom>
          <a:gradFill rotWithShape="1">
            <a:gsLst>
              <a:gs pos="0">
                <a:srgbClr val="993300"/>
              </a:gs>
              <a:gs pos="50000">
                <a:srgbClr val="CC6600"/>
              </a:gs>
              <a:gs pos="100000">
                <a:srgbClr val="993300"/>
              </a:gs>
            </a:gsLst>
            <a:lin ang="5400000" scaled="1"/>
          </a:gradFill>
          <a:ln w="12700" cap="sq">
            <a:solidFill>
              <a:srgbClr val="800000"/>
            </a:solidFill>
            <a:miter lim="800000"/>
            <a:headEnd type="none" w="sm" len="sm"/>
            <a:tailEnd type="none" w="sm" len="sm"/>
          </a:ln>
        </p:spPr>
        <p:txBody>
          <a:bodyPr>
            <a:spAutoFit/>
          </a:bodyPr>
          <a:lstStyle>
            <a:lvl1pPr eaLnBrk="0" hangingPunct="0">
              <a:defRPr>
                <a:solidFill>
                  <a:schemeClr val="tx1"/>
                </a:solidFill>
                <a:latin typeface="Arial" panose="020B0604020202020204" pitchFamily="34" charset="0"/>
              </a:defRPr>
            </a:lvl1pPr>
            <a:lvl2pPr marL="742950" indent="-285750" eaLnBrk="0" hangingPunct="0">
              <a:defRPr>
                <a:solidFill>
                  <a:schemeClr val="tx1"/>
                </a:solidFill>
                <a:latin typeface="Arial" panose="020B0604020202020204" pitchFamily="34" charset="0"/>
              </a:defRPr>
            </a:lvl2pPr>
            <a:lvl3pPr marL="1143000" indent="-228600" eaLnBrk="0" hangingPunct="0">
              <a:defRPr>
                <a:solidFill>
                  <a:schemeClr val="tx1"/>
                </a:solidFill>
                <a:latin typeface="Arial" panose="020B0604020202020204" pitchFamily="34" charset="0"/>
              </a:defRPr>
            </a:lvl3pPr>
            <a:lvl4pPr marL="1600200" indent="-228600" eaLnBrk="0" hangingPunct="0">
              <a:defRPr>
                <a:solidFill>
                  <a:schemeClr val="tx1"/>
                </a:solidFill>
                <a:latin typeface="Arial" panose="020B0604020202020204" pitchFamily="34" charset="0"/>
              </a:defRPr>
            </a:lvl4pPr>
            <a:lvl5pPr marL="2057400" indent="-228600" eaLnBrk="0" hangingPunct="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algn="ctr" eaLnBrk="1" hangingPunct="1">
              <a:spcBef>
                <a:spcPct val="50000"/>
              </a:spcBef>
            </a:pPr>
            <a:r>
              <a:rPr lang="en-US" altLang="en-US" sz="2400">
                <a:latin typeface="Times New Roman" panose="02020603050405020304" pitchFamily="18" charset="0"/>
              </a:rPr>
              <a:t>CF3</a:t>
            </a:r>
          </a:p>
        </p:txBody>
      </p:sp>
      <p:sp>
        <p:nvSpPr>
          <p:cNvPr id="10261" name="Text Box 20">
            <a:extLst>
              <a:ext uri="{FF2B5EF4-FFF2-40B4-BE49-F238E27FC236}">
                <a16:creationId xmlns:a16="http://schemas.microsoft.com/office/drawing/2014/main" id="{7D9E72C9-9743-174C-FD4B-01FF8235C8F8}"/>
              </a:ext>
            </a:extLst>
          </p:cNvPr>
          <p:cNvSpPr txBox="1">
            <a:spLocks noChangeArrowheads="1"/>
          </p:cNvSpPr>
          <p:nvPr/>
        </p:nvSpPr>
        <p:spPr bwMode="auto">
          <a:xfrm>
            <a:off x="4800600" y="4862513"/>
            <a:ext cx="914400" cy="469900"/>
          </a:xfrm>
          <a:prstGeom prst="rect">
            <a:avLst/>
          </a:prstGeom>
          <a:gradFill rotWithShape="1">
            <a:gsLst>
              <a:gs pos="0">
                <a:srgbClr val="993300"/>
              </a:gs>
              <a:gs pos="50000">
                <a:srgbClr val="CC6600"/>
              </a:gs>
              <a:gs pos="100000">
                <a:srgbClr val="993300"/>
              </a:gs>
            </a:gsLst>
            <a:lin ang="5400000" scaled="1"/>
          </a:gradFill>
          <a:ln w="12700" cap="sq">
            <a:solidFill>
              <a:srgbClr val="800000"/>
            </a:solidFill>
            <a:miter lim="800000"/>
            <a:headEnd type="none" w="sm" len="sm"/>
            <a:tailEnd type="none" w="sm" len="sm"/>
          </a:ln>
        </p:spPr>
        <p:txBody>
          <a:bodyPr>
            <a:spAutoFit/>
          </a:bodyPr>
          <a:lstStyle>
            <a:lvl1pPr eaLnBrk="0" hangingPunct="0">
              <a:defRPr>
                <a:solidFill>
                  <a:schemeClr val="tx1"/>
                </a:solidFill>
                <a:latin typeface="Arial" panose="020B0604020202020204" pitchFamily="34" charset="0"/>
              </a:defRPr>
            </a:lvl1pPr>
            <a:lvl2pPr marL="742950" indent="-285750" eaLnBrk="0" hangingPunct="0">
              <a:defRPr>
                <a:solidFill>
                  <a:schemeClr val="tx1"/>
                </a:solidFill>
                <a:latin typeface="Arial" panose="020B0604020202020204" pitchFamily="34" charset="0"/>
              </a:defRPr>
            </a:lvl2pPr>
            <a:lvl3pPr marL="1143000" indent="-228600" eaLnBrk="0" hangingPunct="0">
              <a:defRPr>
                <a:solidFill>
                  <a:schemeClr val="tx1"/>
                </a:solidFill>
                <a:latin typeface="Arial" panose="020B0604020202020204" pitchFamily="34" charset="0"/>
              </a:defRPr>
            </a:lvl3pPr>
            <a:lvl4pPr marL="1600200" indent="-228600" eaLnBrk="0" hangingPunct="0">
              <a:defRPr>
                <a:solidFill>
                  <a:schemeClr val="tx1"/>
                </a:solidFill>
                <a:latin typeface="Arial" panose="020B0604020202020204" pitchFamily="34" charset="0"/>
              </a:defRPr>
            </a:lvl4pPr>
            <a:lvl5pPr marL="2057400" indent="-228600" eaLnBrk="0" hangingPunct="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algn="ctr" eaLnBrk="1" hangingPunct="1">
              <a:spcBef>
                <a:spcPct val="50000"/>
              </a:spcBef>
            </a:pPr>
            <a:r>
              <a:rPr lang="en-US" altLang="en-US" sz="2400" dirty="0">
                <a:latin typeface="Times New Roman" panose="02020603050405020304" pitchFamily="18" charset="0"/>
              </a:rPr>
              <a:t>F4</a:t>
            </a:r>
          </a:p>
        </p:txBody>
      </p:sp>
      <p:sp>
        <p:nvSpPr>
          <p:cNvPr id="10262" name="Text Box 21">
            <a:extLst>
              <a:ext uri="{FF2B5EF4-FFF2-40B4-BE49-F238E27FC236}">
                <a16:creationId xmlns:a16="http://schemas.microsoft.com/office/drawing/2014/main" id="{1C332FB2-DC9A-F0C3-0CE1-791F42687942}"/>
              </a:ext>
            </a:extLst>
          </p:cNvPr>
          <p:cNvSpPr txBox="1">
            <a:spLocks noChangeArrowheads="1"/>
          </p:cNvSpPr>
          <p:nvPr/>
        </p:nvSpPr>
        <p:spPr bwMode="auto">
          <a:xfrm>
            <a:off x="4800600" y="3262313"/>
            <a:ext cx="914400" cy="469900"/>
          </a:xfrm>
          <a:prstGeom prst="rect">
            <a:avLst/>
          </a:prstGeom>
          <a:gradFill rotWithShape="1">
            <a:gsLst>
              <a:gs pos="0">
                <a:srgbClr val="993300"/>
              </a:gs>
              <a:gs pos="50000">
                <a:srgbClr val="CC6600"/>
              </a:gs>
              <a:gs pos="100000">
                <a:srgbClr val="993300"/>
              </a:gs>
            </a:gsLst>
            <a:lin ang="5400000" scaled="1"/>
          </a:gradFill>
          <a:ln w="12700" cap="sq">
            <a:solidFill>
              <a:srgbClr val="800000"/>
            </a:solidFill>
            <a:miter lim="800000"/>
            <a:headEnd type="none" w="sm" len="sm"/>
            <a:tailEnd type="none" w="sm" len="sm"/>
          </a:ln>
        </p:spPr>
        <p:txBody>
          <a:bodyPr>
            <a:spAutoFit/>
          </a:bodyPr>
          <a:lstStyle>
            <a:lvl1pPr eaLnBrk="0" hangingPunct="0">
              <a:defRPr>
                <a:solidFill>
                  <a:schemeClr val="tx1"/>
                </a:solidFill>
                <a:latin typeface="Arial" panose="020B0604020202020204" pitchFamily="34" charset="0"/>
              </a:defRPr>
            </a:lvl1pPr>
            <a:lvl2pPr marL="742950" indent="-285750" eaLnBrk="0" hangingPunct="0">
              <a:defRPr>
                <a:solidFill>
                  <a:schemeClr val="tx1"/>
                </a:solidFill>
                <a:latin typeface="Arial" panose="020B0604020202020204" pitchFamily="34" charset="0"/>
              </a:defRPr>
            </a:lvl2pPr>
            <a:lvl3pPr marL="1143000" indent="-228600" eaLnBrk="0" hangingPunct="0">
              <a:defRPr>
                <a:solidFill>
                  <a:schemeClr val="tx1"/>
                </a:solidFill>
                <a:latin typeface="Arial" panose="020B0604020202020204" pitchFamily="34" charset="0"/>
              </a:defRPr>
            </a:lvl3pPr>
            <a:lvl4pPr marL="1600200" indent="-228600" eaLnBrk="0" hangingPunct="0">
              <a:defRPr>
                <a:solidFill>
                  <a:schemeClr val="tx1"/>
                </a:solidFill>
                <a:latin typeface="Arial" panose="020B0604020202020204" pitchFamily="34" charset="0"/>
              </a:defRPr>
            </a:lvl4pPr>
            <a:lvl5pPr marL="2057400" indent="-228600" eaLnBrk="0" hangingPunct="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algn="ctr" eaLnBrk="1" hangingPunct="1">
              <a:spcBef>
                <a:spcPct val="50000"/>
              </a:spcBef>
            </a:pPr>
            <a:r>
              <a:rPr lang="en-US" altLang="en-US" sz="2400">
                <a:latin typeface="Times New Roman" panose="02020603050405020304" pitchFamily="18" charset="0"/>
              </a:rPr>
              <a:t>F3</a:t>
            </a:r>
          </a:p>
        </p:txBody>
      </p:sp>
      <p:sp>
        <p:nvSpPr>
          <p:cNvPr id="10263" name="Text Box 22">
            <a:extLst>
              <a:ext uri="{FF2B5EF4-FFF2-40B4-BE49-F238E27FC236}">
                <a16:creationId xmlns:a16="http://schemas.microsoft.com/office/drawing/2014/main" id="{DC9B3D12-2DAD-9291-4E76-09D2686596D3}"/>
              </a:ext>
            </a:extLst>
          </p:cNvPr>
          <p:cNvSpPr txBox="1">
            <a:spLocks noChangeArrowheads="1"/>
          </p:cNvSpPr>
          <p:nvPr/>
        </p:nvSpPr>
        <p:spPr bwMode="auto">
          <a:xfrm>
            <a:off x="6324600" y="3262313"/>
            <a:ext cx="914400" cy="40011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cap="sq">
                <a:solidFill>
                  <a:srgbClr val="000000"/>
                </a:solidFill>
                <a:miter lim="800000"/>
                <a:headEnd type="none" w="sm" len="sm"/>
                <a:tailEnd type="none" w="sm" len="sm"/>
              </a14:hiddenLine>
            </a:ext>
          </a:extLst>
        </p:spPr>
        <p:txBody>
          <a:bodyPr>
            <a:spAutoFit/>
          </a:bodyPr>
          <a:lstStyle>
            <a:lvl1pPr eaLnBrk="0" hangingPunct="0">
              <a:defRPr>
                <a:solidFill>
                  <a:schemeClr val="tx1"/>
                </a:solidFill>
                <a:latin typeface="Arial" panose="020B0604020202020204" pitchFamily="34" charset="0"/>
              </a:defRPr>
            </a:lvl1pPr>
            <a:lvl2pPr marL="742950" indent="-285750" eaLnBrk="0" hangingPunct="0">
              <a:defRPr>
                <a:solidFill>
                  <a:schemeClr val="tx1"/>
                </a:solidFill>
                <a:latin typeface="Arial" panose="020B0604020202020204" pitchFamily="34" charset="0"/>
              </a:defRPr>
            </a:lvl2pPr>
            <a:lvl3pPr marL="1143000" indent="-228600" eaLnBrk="0" hangingPunct="0">
              <a:defRPr>
                <a:solidFill>
                  <a:schemeClr val="tx1"/>
                </a:solidFill>
                <a:latin typeface="Arial" panose="020B0604020202020204" pitchFamily="34" charset="0"/>
              </a:defRPr>
            </a:lvl3pPr>
            <a:lvl4pPr marL="1600200" indent="-228600" eaLnBrk="0" hangingPunct="0">
              <a:defRPr>
                <a:solidFill>
                  <a:schemeClr val="tx1"/>
                </a:solidFill>
                <a:latin typeface="Arial" panose="020B0604020202020204" pitchFamily="34" charset="0"/>
              </a:defRPr>
            </a:lvl4pPr>
            <a:lvl5pPr marL="2057400" indent="-228600" eaLnBrk="0" hangingPunct="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algn="ctr" eaLnBrk="1" hangingPunct="1">
              <a:spcBef>
                <a:spcPct val="50000"/>
              </a:spcBef>
            </a:pPr>
            <a:r>
              <a:rPr lang="en-US" altLang="en-US" sz="2000" dirty="0">
                <a:solidFill>
                  <a:srgbClr val="644A1A"/>
                </a:solidFill>
                <a:latin typeface="Times New Roman" panose="02020603050405020304" pitchFamily="18" charset="0"/>
                <a:cs typeface="Times New Roman" panose="02020603050405020304" pitchFamily="18" charset="0"/>
              </a:rPr>
              <a:t>1</a:t>
            </a:r>
            <a:endParaRPr lang="en-US" altLang="en-US" sz="2000" dirty="0">
              <a:solidFill>
                <a:srgbClr val="644A1A"/>
              </a:solidFill>
              <a:latin typeface="Times New Roman" panose="02020603050405020304" pitchFamily="18" charset="0"/>
            </a:endParaRPr>
          </a:p>
        </p:txBody>
      </p:sp>
      <p:sp>
        <p:nvSpPr>
          <p:cNvPr id="10264" name="Text Box 23">
            <a:extLst>
              <a:ext uri="{FF2B5EF4-FFF2-40B4-BE49-F238E27FC236}">
                <a16:creationId xmlns:a16="http://schemas.microsoft.com/office/drawing/2014/main" id="{4E996DEF-6A9D-3073-4AD7-74D1D4733DB7}"/>
              </a:ext>
            </a:extLst>
          </p:cNvPr>
          <p:cNvSpPr txBox="1">
            <a:spLocks noChangeArrowheads="1"/>
          </p:cNvSpPr>
          <p:nvPr/>
        </p:nvSpPr>
        <p:spPr bwMode="auto">
          <a:xfrm>
            <a:off x="6324600" y="2462213"/>
            <a:ext cx="914400" cy="40011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cap="sq">
                <a:solidFill>
                  <a:srgbClr val="000000"/>
                </a:solidFill>
                <a:miter lim="800000"/>
                <a:headEnd type="none" w="sm" len="sm"/>
                <a:tailEnd type="none" w="sm" len="sm"/>
              </a14:hiddenLine>
            </a:ext>
          </a:extLst>
        </p:spPr>
        <p:txBody>
          <a:bodyPr>
            <a:spAutoFit/>
          </a:bodyPr>
          <a:lstStyle>
            <a:lvl1pPr eaLnBrk="0" hangingPunct="0">
              <a:defRPr>
                <a:solidFill>
                  <a:schemeClr val="tx1"/>
                </a:solidFill>
                <a:latin typeface="Arial" panose="020B0604020202020204" pitchFamily="34" charset="0"/>
              </a:defRPr>
            </a:lvl1pPr>
            <a:lvl2pPr marL="742950" indent="-285750" eaLnBrk="0" hangingPunct="0">
              <a:defRPr>
                <a:solidFill>
                  <a:schemeClr val="tx1"/>
                </a:solidFill>
                <a:latin typeface="Arial" panose="020B0604020202020204" pitchFamily="34" charset="0"/>
              </a:defRPr>
            </a:lvl2pPr>
            <a:lvl3pPr marL="1143000" indent="-228600" eaLnBrk="0" hangingPunct="0">
              <a:defRPr>
                <a:solidFill>
                  <a:schemeClr val="tx1"/>
                </a:solidFill>
                <a:latin typeface="Arial" panose="020B0604020202020204" pitchFamily="34" charset="0"/>
              </a:defRPr>
            </a:lvl3pPr>
            <a:lvl4pPr marL="1600200" indent="-228600" eaLnBrk="0" hangingPunct="0">
              <a:defRPr>
                <a:solidFill>
                  <a:schemeClr val="tx1"/>
                </a:solidFill>
                <a:latin typeface="Arial" panose="020B0604020202020204" pitchFamily="34" charset="0"/>
              </a:defRPr>
            </a:lvl4pPr>
            <a:lvl5pPr marL="2057400" indent="-228600" eaLnBrk="0" hangingPunct="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algn="ctr" eaLnBrk="1" hangingPunct="1">
              <a:spcBef>
                <a:spcPct val="50000"/>
              </a:spcBef>
            </a:pPr>
            <a:r>
              <a:rPr lang="en-US" altLang="en-US" sz="2000" dirty="0">
                <a:solidFill>
                  <a:srgbClr val="644A1A"/>
                </a:solidFill>
                <a:latin typeface="Times New Roman" panose="02020603050405020304" pitchFamily="18" charset="0"/>
              </a:rPr>
              <a:t>1.5209</a:t>
            </a:r>
          </a:p>
        </p:txBody>
      </p:sp>
      <p:sp>
        <p:nvSpPr>
          <p:cNvPr id="10265" name="Text Box 24">
            <a:extLst>
              <a:ext uri="{FF2B5EF4-FFF2-40B4-BE49-F238E27FC236}">
                <a16:creationId xmlns:a16="http://schemas.microsoft.com/office/drawing/2014/main" id="{C542388E-A2F7-6041-4C03-E4EF0411443B}"/>
              </a:ext>
            </a:extLst>
          </p:cNvPr>
          <p:cNvSpPr txBox="1">
            <a:spLocks noChangeArrowheads="1"/>
          </p:cNvSpPr>
          <p:nvPr/>
        </p:nvSpPr>
        <p:spPr bwMode="auto">
          <a:xfrm>
            <a:off x="6359770" y="4959411"/>
            <a:ext cx="914400" cy="40011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cap="sq">
                <a:solidFill>
                  <a:srgbClr val="000000"/>
                </a:solidFill>
                <a:miter lim="800000"/>
                <a:headEnd type="none" w="sm" len="sm"/>
                <a:tailEnd type="none" w="sm" len="sm"/>
              </a14:hiddenLine>
            </a:ext>
          </a:extLst>
        </p:spPr>
        <p:txBody>
          <a:bodyPr>
            <a:spAutoFit/>
          </a:bodyPr>
          <a:lstStyle>
            <a:lvl1pPr eaLnBrk="0" hangingPunct="0">
              <a:defRPr>
                <a:solidFill>
                  <a:schemeClr val="tx1"/>
                </a:solidFill>
                <a:latin typeface="Arial" panose="020B0604020202020204" pitchFamily="34" charset="0"/>
              </a:defRPr>
            </a:lvl1pPr>
            <a:lvl2pPr marL="742950" indent="-285750" eaLnBrk="0" hangingPunct="0">
              <a:defRPr>
                <a:solidFill>
                  <a:schemeClr val="tx1"/>
                </a:solidFill>
                <a:latin typeface="Arial" panose="020B0604020202020204" pitchFamily="34" charset="0"/>
              </a:defRPr>
            </a:lvl2pPr>
            <a:lvl3pPr marL="1143000" indent="-228600" eaLnBrk="0" hangingPunct="0">
              <a:defRPr>
                <a:solidFill>
                  <a:schemeClr val="tx1"/>
                </a:solidFill>
                <a:latin typeface="Arial" panose="020B0604020202020204" pitchFamily="34" charset="0"/>
              </a:defRPr>
            </a:lvl3pPr>
            <a:lvl4pPr marL="1600200" indent="-228600" eaLnBrk="0" hangingPunct="0">
              <a:defRPr>
                <a:solidFill>
                  <a:schemeClr val="tx1"/>
                </a:solidFill>
                <a:latin typeface="Arial" panose="020B0604020202020204" pitchFamily="34" charset="0"/>
              </a:defRPr>
            </a:lvl4pPr>
            <a:lvl5pPr marL="2057400" indent="-228600" eaLnBrk="0" hangingPunct="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algn="ctr" eaLnBrk="1" hangingPunct="1">
              <a:spcBef>
                <a:spcPct val="50000"/>
              </a:spcBef>
            </a:pPr>
            <a:r>
              <a:rPr lang="en-US" altLang="en-US" sz="2000" dirty="0">
                <a:solidFill>
                  <a:srgbClr val="644A1A"/>
                </a:solidFill>
                <a:latin typeface="Times New Roman" panose="02020603050405020304" pitchFamily="18" charset="0"/>
              </a:rPr>
              <a:t>1</a:t>
            </a:r>
          </a:p>
        </p:txBody>
      </p:sp>
      <p:sp>
        <p:nvSpPr>
          <p:cNvPr id="10266" name="Text Box 25">
            <a:extLst>
              <a:ext uri="{FF2B5EF4-FFF2-40B4-BE49-F238E27FC236}">
                <a16:creationId xmlns:a16="http://schemas.microsoft.com/office/drawing/2014/main" id="{CA0C4B23-50D6-124A-C331-420F31A77A46}"/>
              </a:ext>
            </a:extLst>
          </p:cNvPr>
          <p:cNvSpPr txBox="1">
            <a:spLocks noChangeArrowheads="1"/>
          </p:cNvSpPr>
          <p:nvPr/>
        </p:nvSpPr>
        <p:spPr bwMode="auto">
          <a:xfrm>
            <a:off x="6324600" y="3962401"/>
            <a:ext cx="914400" cy="40011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cap="sq">
                <a:solidFill>
                  <a:srgbClr val="000000"/>
                </a:solidFill>
                <a:miter lim="800000"/>
                <a:headEnd type="none" w="sm" len="sm"/>
                <a:tailEnd type="none" w="sm" len="sm"/>
              </a14:hiddenLine>
            </a:ext>
          </a:extLst>
        </p:spPr>
        <p:txBody>
          <a:bodyPr>
            <a:spAutoFit/>
          </a:bodyPr>
          <a:lstStyle>
            <a:lvl1pPr eaLnBrk="0" hangingPunct="0">
              <a:defRPr>
                <a:solidFill>
                  <a:schemeClr val="tx1"/>
                </a:solidFill>
                <a:latin typeface="Arial" panose="020B0604020202020204" pitchFamily="34" charset="0"/>
              </a:defRPr>
            </a:lvl1pPr>
            <a:lvl2pPr marL="742950" indent="-285750" eaLnBrk="0" hangingPunct="0">
              <a:defRPr>
                <a:solidFill>
                  <a:schemeClr val="tx1"/>
                </a:solidFill>
                <a:latin typeface="Arial" panose="020B0604020202020204" pitchFamily="34" charset="0"/>
              </a:defRPr>
            </a:lvl2pPr>
            <a:lvl3pPr marL="1143000" indent="-228600" eaLnBrk="0" hangingPunct="0">
              <a:defRPr>
                <a:solidFill>
                  <a:schemeClr val="tx1"/>
                </a:solidFill>
                <a:latin typeface="Arial" panose="020B0604020202020204" pitchFamily="34" charset="0"/>
              </a:defRPr>
            </a:lvl3pPr>
            <a:lvl4pPr marL="1600200" indent="-228600" eaLnBrk="0" hangingPunct="0">
              <a:defRPr>
                <a:solidFill>
                  <a:schemeClr val="tx1"/>
                </a:solidFill>
                <a:latin typeface="Arial" panose="020B0604020202020204" pitchFamily="34" charset="0"/>
              </a:defRPr>
            </a:lvl4pPr>
            <a:lvl5pPr marL="2057400" indent="-228600" eaLnBrk="0" hangingPunct="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algn="ctr" eaLnBrk="1" hangingPunct="1">
              <a:spcBef>
                <a:spcPct val="50000"/>
              </a:spcBef>
            </a:pPr>
            <a:r>
              <a:rPr lang="en-US" altLang="en-US" sz="2000" dirty="0">
                <a:solidFill>
                  <a:srgbClr val="644A1A"/>
                </a:solidFill>
                <a:latin typeface="Times New Roman" panose="02020603050405020304" pitchFamily="18" charset="0"/>
                <a:cs typeface="Times New Roman" panose="02020603050405020304" pitchFamily="18" charset="0"/>
              </a:rPr>
              <a:t>1.7490</a:t>
            </a:r>
            <a:endParaRPr lang="en-US" altLang="en-US" sz="2000" dirty="0">
              <a:solidFill>
                <a:srgbClr val="644A1A"/>
              </a:solidFill>
              <a:latin typeface="Times New Roman" panose="02020603050405020304" pitchFamily="18" charset="0"/>
            </a:endParaRPr>
          </a:p>
        </p:txBody>
      </p:sp>
      <p:sp>
        <p:nvSpPr>
          <p:cNvPr id="10267" name="Text Box 26">
            <a:extLst>
              <a:ext uri="{FF2B5EF4-FFF2-40B4-BE49-F238E27FC236}">
                <a16:creationId xmlns:a16="http://schemas.microsoft.com/office/drawing/2014/main" id="{E0692BB6-907D-664A-1417-CEE993F3122B}"/>
              </a:ext>
            </a:extLst>
          </p:cNvPr>
          <p:cNvSpPr txBox="1">
            <a:spLocks noChangeArrowheads="1"/>
          </p:cNvSpPr>
          <p:nvPr/>
        </p:nvSpPr>
        <p:spPr bwMode="auto">
          <a:xfrm>
            <a:off x="7696200" y="4333112"/>
            <a:ext cx="914400" cy="469900"/>
          </a:xfrm>
          <a:prstGeom prst="rect">
            <a:avLst/>
          </a:prstGeom>
          <a:gradFill rotWithShape="1">
            <a:gsLst>
              <a:gs pos="0">
                <a:srgbClr val="993300"/>
              </a:gs>
              <a:gs pos="50000">
                <a:srgbClr val="CC6600"/>
              </a:gs>
              <a:gs pos="100000">
                <a:srgbClr val="993300"/>
              </a:gs>
            </a:gsLst>
            <a:lin ang="5400000" scaled="1"/>
          </a:gradFill>
          <a:ln w="12700" cap="sq">
            <a:solidFill>
              <a:srgbClr val="800000"/>
            </a:solidFill>
            <a:miter lim="800000"/>
            <a:headEnd type="none" w="sm" len="sm"/>
            <a:tailEnd type="none" w="sm" len="sm"/>
          </a:ln>
        </p:spPr>
        <p:txBody>
          <a:bodyPr>
            <a:spAutoFit/>
          </a:bodyPr>
          <a:lstStyle>
            <a:lvl1pPr eaLnBrk="0" hangingPunct="0">
              <a:defRPr>
                <a:solidFill>
                  <a:schemeClr val="tx1"/>
                </a:solidFill>
                <a:latin typeface="Arial" panose="020B0604020202020204" pitchFamily="34" charset="0"/>
              </a:defRPr>
            </a:lvl1pPr>
            <a:lvl2pPr marL="742950" indent="-285750" eaLnBrk="0" hangingPunct="0">
              <a:defRPr>
                <a:solidFill>
                  <a:schemeClr val="tx1"/>
                </a:solidFill>
                <a:latin typeface="Arial" panose="020B0604020202020204" pitchFamily="34" charset="0"/>
              </a:defRPr>
            </a:lvl2pPr>
            <a:lvl3pPr marL="1143000" indent="-228600" eaLnBrk="0" hangingPunct="0">
              <a:defRPr>
                <a:solidFill>
                  <a:schemeClr val="tx1"/>
                </a:solidFill>
                <a:latin typeface="Arial" panose="020B0604020202020204" pitchFamily="34" charset="0"/>
              </a:defRPr>
            </a:lvl3pPr>
            <a:lvl4pPr marL="1600200" indent="-228600" eaLnBrk="0" hangingPunct="0">
              <a:defRPr>
                <a:solidFill>
                  <a:schemeClr val="tx1"/>
                </a:solidFill>
                <a:latin typeface="Arial" panose="020B0604020202020204" pitchFamily="34" charset="0"/>
              </a:defRPr>
            </a:lvl4pPr>
            <a:lvl5pPr marL="2057400" indent="-228600" eaLnBrk="0" hangingPunct="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algn="ctr" eaLnBrk="1" hangingPunct="1">
              <a:spcBef>
                <a:spcPct val="50000"/>
              </a:spcBef>
            </a:pPr>
            <a:r>
              <a:rPr lang="en-US" altLang="en-US" sz="2400" dirty="0">
                <a:latin typeface="Times New Roman" panose="02020603050405020304" pitchFamily="18" charset="0"/>
              </a:rPr>
              <a:t>NPV</a:t>
            </a:r>
          </a:p>
        </p:txBody>
      </p:sp>
      <p:sp>
        <p:nvSpPr>
          <p:cNvPr id="10268" name="Text Box 27">
            <a:extLst>
              <a:ext uri="{FF2B5EF4-FFF2-40B4-BE49-F238E27FC236}">
                <a16:creationId xmlns:a16="http://schemas.microsoft.com/office/drawing/2014/main" id="{F71E19C8-DE45-D198-96B4-B7009245228A}"/>
              </a:ext>
            </a:extLst>
          </p:cNvPr>
          <p:cNvSpPr txBox="1">
            <a:spLocks noChangeArrowheads="1"/>
          </p:cNvSpPr>
          <p:nvPr/>
        </p:nvSpPr>
        <p:spPr bwMode="auto">
          <a:xfrm>
            <a:off x="7737230" y="2752587"/>
            <a:ext cx="914400" cy="469900"/>
          </a:xfrm>
          <a:prstGeom prst="rect">
            <a:avLst/>
          </a:prstGeom>
          <a:gradFill rotWithShape="1">
            <a:gsLst>
              <a:gs pos="0">
                <a:srgbClr val="993300"/>
              </a:gs>
              <a:gs pos="50000">
                <a:srgbClr val="CC6600"/>
              </a:gs>
              <a:gs pos="100000">
                <a:srgbClr val="993300"/>
              </a:gs>
            </a:gsLst>
            <a:lin ang="5400000" scaled="1"/>
          </a:gradFill>
          <a:ln w="12700" cap="sq">
            <a:solidFill>
              <a:srgbClr val="800000"/>
            </a:solidFill>
            <a:miter lim="800000"/>
            <a:headEnd type="none" w="sm" len="sm"/>
            <a:tailEnd type="none" w="sm" len="sm"/>
          </a:ln>
        </p:spPr>
        <p:txBody>
          <a:bodyPr>
            <a:spAutoFit/>
          </a:bodyPr>
          <a:lstStyle>
            <a:lvl1pPr eaLnBrk="0" hangingPunct="0">
              <a:defRPr>
                <a:solidFill>
                  <a:schemeClr val="tx1"/>
                </a:solidFill>
                <a:latin typeface="Arial" panose="020B0604020202020204" pitchFamily="34" charset="0"/>
              </a:defRPr>
            </a:lvl1pPr>
            <a:lvl2pPr marL="742950" indent="-285750" eaLnBrk="0" hangingPunct="0">
              <a:defRPr>
                <a:solidFill>
                  <a:schemeClr val="tx1"/>
                </a:solidFill>
                <a:latin typeface="Arial" panose="020B0604020202020204" pitchFamily="34" charset="0"/>
              </a:defRPr>
            </a:lvl2pPr>
            <a:lvl3pPr marL="1143000" indent="-228600" eaLnBrk="0" hangingPunct="0">
              <a:defRPr>
                <a:solidFill>
                  <a:schemeClr val="tx1"/>
                </a:solidFill>
                <a:latin typeface="Arial" panose="020B0604020202020204" pitchFamily="34" charset="0"/>
              </a:defRPr>
            </a:lvl3pPr>
            <a:lvl4pPr marL="1600200" indent="-228600" eaLnBrk="0" hangingPunct="0">
              <a:defRPr>
                <a:solidFill>
                  <a:schemeClr val="tx1"/>
                </a:solidFill>
                <a:latin typeface="Arial" panose="020B0604020202020204" pitchFamily="34" charset="0"/>
              </a:defRPr>
            </a:lvl4pPr>
            <a:lvl5pPr marL="2057400" indent="-228600" eaLnBrk="0" hangingPunct="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algn="ctr" eaLnBrk="1" hangingPunct="1">
              <a:spcBef>
                <a:spcPct val="50000"/>
              </a:spcBef>
            </a:pPr>
            <a:r>
              <a:rPr lang="en-US" altLang="en-US" sz="2400" dirty="0">
                <a:latin typeface="Times New Roman" panose="02020603050405020304" pitchFamily="18" charset="0"/>
              </a:rPr>
              <a:t>NPV</a:t>
            </a:r>
          </a:p>
        </p:txBody>
      </p:sp>
      <p:sp>
        <p:nvSpPr>
          <p:cNvPr id="10269" name="Text Box 28">
            <a:extLst>
              <a:ext uri="{FF2B5EF4-FFF2-40B4-BE49-F238E27FC236}">
                <a16:creationId xmlns:a16="http://schemas.microsoft.com/office/drawing/2014/main" id="{A7CB6442-48FB-379A-95D8-347447F496A0}"/>
              </a:ext>
            </a:extLst>
          </p:cNvPr>
          <p:cNvSpPr txBox="1">
            <a:spLocks noChangeArrowheads="1"/>
          </p:cNvSpPr>
          <p:nvPr/>
        </p:nvSpPr>
        <p:spPr bwMode="auto">
          <a:xfrm>
            <a:off x="7696200" y="5053014"/>
            <a:ext cx="762000" cy="376238"/>
          </a:xfrm>
          <a:prstGeom prst="rect">
            <a:avLst/>
          </a:prstGeom>
          <a:noFill/>
          <a:ln w="9525">
            <a:solidFill>
              <a:schemeClr val="tx1"/>
            </a:solidFill>
            <a:miter lim="800000"/>
            <a:headEnd/>
            <a:tailEnd/>
          </a:ln>
          <a:extLst>
            <a:ext uri="{909E8E84-426E-40DD-AFC4-6F175D3DCCD1}">
              <a14:hiddenFill xmlns:a14="http://schemas.microsoft.com/office/drawing/2010/main">
                <a:solidFill>
                  <a:srgbClr val="FFFFFF"/>
                </a:solidFill>
              </a14:hiddenFill>
            </a:ext>
          </a:extLst>
        </p:spPr>
        <p:txBody>
          <a:bodyPr>
            <a:spAutoFit/>
          </a:bodyPr>
          <a:lstStyle>
            <a:lvl1pPr eaLnBrk="0" hangingPunct="0">
              <a:defRPr>
                <a:solidFill>
                  <a:schemeClr val="tx1"/>
                </a:solidFill>
                <a:latin typeface="Arial" panose="020B0604020202020204" pitchFamily="34" charset="0"/>
              </a:defRPr>
            </a:lvl1pPr>
            <a:lvl2pPr marL="742950" indent="-285750" eaLnBrk="0" hangingPunct="0">
              <a:defRPr>
                <a:solidFill>
                  <a:schemeClr val="tx1"/>
                </a:solidFill>
                <a:latin typeface="Arial" panose="020B0604020202020204" pitchFamily="34" charset="0"/>
              </a:defRPr>
            </a:lvl2pPr>
            <a:lvl3pPr marL="1143000" indent="-228600" eaLnBrk="0" hangingPunct="0">
              <a:defRPr>
                <a:solidFill>
                  <a:schemeClr val="tx1"/>
                </a:solidFill>
                <a:latin typeface="Arial" panose="020B0604020202020204" pitchFamily="34" charset="0"/>
              </a:defRPr>
            </a:lvl3pPr>
            <a:lvl4pPr marL="1600200" indent="-228600" eaLnBrk="0" hangingPunct="0">
              <a:defRPr>
                <a:solidFill>
                  <a:schemeClr val="tx1"/>
                </a:solidFill>
                <a:latin typeface="Arial" panose="020B0604020202020204" pitchFamily="34" charset="0"/>
              </a:defRPr>
            </a:lvl4pPr>
            <a:lvl5pPr marL="2057400" indent="-228600" eaLnBrk="0" hangingPunct="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eaLnBrk="1" hangingPunct="1">
              <a:spcBef>
                <a:spcPct val="50000"/>
              </a:spcBef>
            </a:pPr>
            <a:r>
              <a:rPr lang="en-US" altLang="en-US" dirty="0"/>
              <a:t>CPT</a:t>
            </a:r>
          </a:p>
        </p:txBody>
      </p:sp>
      <p:sp>
        <p:nvSpPr>
          <p:cNvPr id="3" name="TextBox 2">
            <a:extLst>
              <a:ext uri="{FF2B5EF4-FFF2-40B4-BE49-F238E27FC236}">
                <a16:creationId xmlns:a16="http://schemas.microsoft.com/office/drawing/2014/main" id="{FFD60866-C40F-BE4C-69AD-619DDDC3A2DA}"/>
              </a:ext>
            </a:extLst>
          </p:cNvPr>
          <p:cNvSpPr txBox="1"/>
          <p:nvPr/>
        </p:nvSpPr>
        <p:spPr>
          <a:xfrm>
            <a:off x="2286000" y="6438900"/>
            <a:ext cx="6096000" cy="369332"/>
          </a:xfrm>
          <a:prstGeom prst="rect">
            <a:avLst/>
          </a:prstGeom>
          <a:noFill/>
        </p:spPr>
        <p:txBody>
          <a:bodyPr wrap="square">
            <a:spAutoFit/>
          </a:bodyPr>
          <a:lstStyle/>
          <a:p>
            <a:r>
              <a:rPr lang="en-US" dirty="0"/>
              <a:t>https://www.youtube.com/watch?v=yW1BTmxQeDc</a:t>
            </a:r>
          </a:p>
        </p:txBody>
      </p:sp>
      <p:sp>
        <p:nvSpPr>
          <p:cNvPr id="2" name="Text Box 18">
            <a:extLst>
              <a:ext uri="{FF2B5EF4-FFF2-40B4-BE49-F238E27FC236}">
                <a16:creationId xmlns:a16="http://schemas.microsoft.com/office/drawing/2014/main" id="{F240DBDB-E8E5-B402-703D-002064224B37}"/>
              </a:ext>
            </a:extLst>
          </p:cNvPr>
          <p:cNvSpPr txBox="1">
            <a:spLocks noChangeArrowheads="1"/>
          </p:cNvSpPr>
          <p:nvPr/>
        </p:nvSpPr>
        <p:spPr bwMode="auto">
          <a:xfrm>
            <a:off x="4856284" y="5655775"/>
            <a:ext cx="914400" cy="469900"/>
          </a:xfrm>
          <a:prstGeom prst="rect">
            <a:avLst/>
          </a:prstGeom>
          <a:gradFill rotWithShape="1">
            <a:gsLst>
              <a:gs pos="0">
                <a:srgbClr val="993300"/>
              </a:gs>
              <a:gs pos="50000">
                <a:srgbClr val="CC6600"/>
              </a:gs>
              <a:gs pos="100000">
                <a:srgbClr val="993300"/>
              </a:gs>
            </a:gsLst>
            <a:lin ang="5400000" scaled="1"/>
          </a:gradFill>
          <a:ln w="12700" cap="sq">
            <a:solidFill>
              <a:srgbClr val="800000"/>
            </a:solidFill>
            <a:miter lim="800000"/>
            <a:headEnd type="none" w="sm" len="sm"/>
            <a:tailEnd type="none" w="sm" len="sm"/>
          </a:ln>
        </p:spPr>
        <p:txBody>
          <a:bodyPr>
            <a:spAutoFit/>
          </a:bodyPr>
          <a:lstStyle>
            <a:lvl1pPr eaLnBrk="0" hangingPunct="0">
              <a:defRPr>
                <a:solidFill>
                  <a:schemeClr val="tx1"/>
                </a:solidFill>
                <a:latin typeface="Arial" panose="020B0604020202020204" pitchFamily="34" charset="0"/>
              </a:defRPr>
            </a:lvl1pPr>
            <a:lvl2pPr marL="742950" indent="-285750" eaLnBrk="0" hangingPunct="0">
              <a:defRPr>
                <a:solidFill>
                  <a:schemeClr val="tx1"/>
                </a:solidFill>
                <a:latin typeface="Arial" panose="020B0604020202020204" pitchFamily="34" charset="0"/>
              </a:defRPr>
            </a:lvl2pPr>
            <a:lvl3pPr marL="1143000" indent="-228600" eaLnBrk="0" hangingPunct="0">
              <a:defRPr>
                <a:solidFill>
                  <a:schemeClr val="tx1"/>
                </a:solidFill>
                <a:latin typeface="Arial" panose="020B0604020202020204" pitchFamily="34" charset="0"/>
              </a:defRPr>
            </a:lvl3pPr>
            <a:lvl4pPr marL="1600200" indent="-228600" eaLnBrk="0" hangingPunct="0">
              <a:defRPr>
                <a:solidFill>
                  <a:schemeClr val="tx1"/>
                </a:solidFill>
                <a:latin typeface="Arial" panose="020B0604020202020204" pitchFamily="34" charset="0"/>
              </a:defRPr>
            </a:lvl4pPr>
            <a:lvl5pPr marL="2057400" indent="-228600" eaLnBrk="0" hangingPunct="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algn="ctr" eaLnBrk="1" hangingPunct="1">
              <a:spcBef>
                <a:spcPct val="50000"/>
              </a:spcBef>
            </a:pPr>
            <a:r>
              <a:rPr lang="en-US" altLang="en-US" sz="2400" dirty="0">
                <a:latin typeface="Times New Roman" panose="02020603050405020304" pitchFamily="18" charset="0"/>
              </a:rPr>
              <a:t>CF5</a:t>
            </a:r>
          </a:p>
        </p:txBody>
      </p:sp>
      <p:sp>
        <p:nvSpPr>
          <p:cNvPr id="4" name="Text Box 25">
            <a:extLst>
              <a:ext uri="{FF2B5EF4-FFF2-40B4-BE49-F238E27FC236}">
                <a16:creationId xmlns:a16="http://schemas.microsoft.com/office/drawing/2014/main" id="{D9A4CA11-85F1-5847-2D35-EC5EDC5123A9}"/>
              </a:ext>
            </a:extLst>
          </p:cNvPr>
          <p:cNvSpPr txBox="1">
            <a:spLocks noChangeArrowheads="1"/>
          </p:cNvSpPr>
          <p:nvPr/>
        </p:nvSpPr>
        <p:spPr bwMode="auto">
          <a:xfrm>
            <a:off x="6324599" y="5698146"/>
            <a:ext cx="1869831" cy="40011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cap="sq">
                <a:solidFill>
                  <a:srgbClr val="000000"/>
                </a:solidFill>
                <a:miter lim="800000"/>
                <a:headEnd type="none" w="sm" len="sm"/>
                <a:tailEnd type="none" w="sm" len="sm"/>
              </a14:hiddenLine>
            </a:ext>
          </a:extLst>
        </p:spPr>
        <p:txBody>
          <a:bodyPr wrap="square">
            <a:spAutoFit/>
          </a:bodyPr>
          <a:lstStyle>
            <a:lvl1pPr eaLnBrk="0" hangingPunct="0">
              <a:defRPr>
                <a:solidFill>
                  <a:schemeClr val="tx1"/>
                </a:solidFill>
                <a:latin typeface="Arial" panose="020B0604020202020204" pitchFamily="34" charset="0"/>
              </a:defRPr>
            </a:lvl1pPr>
            <a:lvl2pPr marL="742950" indent="-285750" eaLnBrk="0" hangingPunct="0">
              <a:defRPr>
                <a:solidFill>
                  <a:schemeClr val="tx1"/>
                </a:solidFill>
                <a:latin typeface="Arial" panose="020B0604020202020204" pitchFamily="34" charset="0"/>
              </a:defRPr>
            </a:lvl2pPr>
            <a:lvl3pPr marL="1143000" indent="-228600" eaLnBrk="0" hangingPunct="0">
              <a:defRPr>
                <a:solidFill>
                  <a:schemeClr val="tx1"/>
                </a:solidFill>
                <a:latin typeface="Arial" panose="020B0604020202020204" pitchFamily="34" charset="0"/>
              </a:defRPr>
            </a:lvl3pPr>
            <a:lvl4pPr marL="1600200" indent="-228600" eaLnBrk="0" hangingPunct="0">
              <a:defRPr>
                <a:solidFill>
                  <a:schemeClr val="tx1"/>
                </a:solidFill>
                <a:latin typeface="Arial" panose="020B0604020202020204" pitchFamily="34" charset="0"/>
              </a:defRPr>
            </a:lvl4pPr>
            <a:lvl5pPr marL="2057400" indent="-228600" eaLnBrk="0" hangingPunct="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algn="ctr" eaLnBrk="1" hangingPunct="1">
              <a:spcBef>
                <a:spcPct val="50000"/>
              </a:spcBef>
            </a:pPr>
            <a:r>
              <a:rPr lang="en-US" altLang="en-US" sz="2000" dirty="0">
                <a:solidFill>
                  <a:srgbClr val="644A1A"/>
                </a:solidFill>
                <a:latin typeface="Times New Roman" panose="02020603050405020304" pitchFamily="18" charset="0"/>
                <a:cs typeface="Times New Roman" panose="02020603050405020304" pitchFamily="18" charset="0"/>
              </a:rPr>
              <a:t>2.0114+73.571</a:t>
            </a:r>
            <a:endParaRPr lang="en-US" altLang="en-US" sz="2000" dirty="0">
              <a:solidFill>
                <a:srgbClr val="644A1A"/>
              </a:solidFill>
              <a:latin typeface="Times New Roman" panose="02020603050405020304" pitchFamily="18" charset="0"/>
            </a:endParaRPr>
          </a:p>
        </p:txBody>
      </p:sp>
      <p:sp>
        <p:nvSpPr>
          <p:cNvPr id="5" name="Text Box 20">
            <a:extLst>
              <a:ext uri="{FF2B5EF4-FFF2-40B4-BE49-F238E27FC236}">
                <a16:creationId xmlns:a16="http://schemas.microsoft.com/office/drawing/2014/main" id="{54CA1855-07BE-3441-572A-70A7EDD481C1}"/>
              </a:ext>
            </a:extLst>
          </p:cNvPr>
          <p:cNvSpPr txBox="1">
            <a:spLocks noChangeArrowheads="1"/>
          </p:cNvSpPr>
          <p:nvPr/>
        </p:nvSpPr>
        <p:spPr bwMode="auto">
          <a:xfrm>
            <a:off x="7743092" y="1969462"/>
            <a:ext cx="914400" cy="469900"/>
          </a:xfrm>
          <a:prstGeom prst="rect">
            <a:avLst/>
          </a:prstGeom>
          <a:gradFill rotWithShape="1">
            <a:gsLst>
              <a:gs pos="0">
                <a:srgbClr val="993300"/>
              </a:gs>
              <a:gs pos="50000">
                <a:srgbClr val="CC6600"/>
              </a:gs>
              <a:gs pos="100000">
                <a:srgbClr val="993300"/>
              </a:gs>
            </a:gsLst>
            <a:lin ang="5400000" scaled="1"/>
          </a:gradFill>
          <a:ln w="12700" cap="sq">
            <a:solidFill>
              <a:srgbClr val="800000"/>
            </a:solidFill>
            <a:miter lim="800000"/>
            <a:headEnd type="none" w="sm" len="sm"/>
            <a:tailEnd type="none" w="sm" len="sm"/>
          </a:ln>
        </p:spPr>
        <p:txBody>
          <a:bodyPr>
            <a:spAutoFit/>
          </a:bodyPr>
          <a:lstStyle>
            <a:lvl1pPr eaLnBrk="0" hangingPunct="0">
              <a:defRPr>
                <a:solidFill>
                  <a:schemeClr val="tx1"/>
                </a:solidFill>
                <a:latin typeface="Arial" panose="020B0604020202020204" pitchFamily="34" charset="0"/>
              </a:defRPr>
            </a:lvl1pPr>
            <a:lvl2pPr marL="742950" indent="-285750" eaLnBrk="0" hangingPunct="0">
              <a:defRPr>
                <a:solidFill>
                  <a:schemeClr val="tx1"/>
                </a:solidFill>
                <a:latin typeface="Arial" panose="020B0604020202020204" pitchFamily="34" charset="0"/>
              </a:defRPr>
            </a:lvl2pPr>
            <a:lvl3pPr marL="1143000" indent="-228600" eaLnBrk="0" hangingPunct="0">
              <a:defRPr>
                <a:solidFill>
                  <a:schemeClr val="tx1"/>
                </a:solidFill>
                <a:latin typeface="Arial" panose="020B0604020202020204" pitchFamily="34" charset="0"/>
              </a:defRPr>
            </a:lvl3pPr>
            <a:lvl4pPr marL="1600200" indent="-228600" eaLnBrk="0" hangingPunct="0">
              <a:defRPr>
                <a:solidFill>
                  <a:schemeClr val="tx1"/>
                </a:solidFill>
                <a:latin typeface="Arial" panose="020B0604020202020204" pitchFamily="34" charset="0"/>
              </a:defRPr>
            </a:lvl4pPr>
            <a:lvl5pPr marL="2057400" indent="-228600" eaLnBrk="0" hangingPunct="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algn="ctr" eaLnBrk="1" hangingPunct="1">
              <a:spcBef>
                <a:spcPct val="50000"/>
              </a:spcBef>
            </a:pPr>
            <a:r>
              <a:rPr lang="en-US" altLang="en-US" sz="2400" dirty="0">
                <a:latin typeface="Times New Roman" panose="02020603050405020304" pitchFamily="18" charset="0"/>
              </a:rPr>
              <a:t>F5</a:t>
            </a:r>
          </a:p>
        </p:txBody>
      </p:sp>
      <p:sp>
        <p:nvSpPr>
          <p:cNvPr id="6" name="Text Box 17">
            <a:extLst>
              <a:ext uri="{FF2B5EF4-FFF2-40B4-BE49-F238E27FC236}">
                <a16:creationId xmlns:a16="http://schemas.microsoft.com/office/drawing/2014/main" id="{B0D1EDD0-F805-A875-A675-E09B9F56BA69}"/>
              </a:ext>
            </a:extLst>
          </p:cNvPr>
          <p:cNvSpPr txBox="1">
            <a:spLocks noChangeArrowheads="1"/>
          </p:cNvSpPr>
          <p:nvPr/>
        </p:nvSpPr>
        <p:spPr bwMode="auto">
          <a:xfrm>
            <a:off x="9302260" y="3700645"/>
            <a:ext cx="914400" cy="40011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cap="sq">
                <a:solidFill>
                  <a:srgbClr val="000000"/>
                </a:solidFill>
                <a:miter lim="800000"/>
                <a:headEnd type="none" w="sm" len="sm"/>
                <a:tailEnd type="none" w="sm" len="sm"/>
              </a14:hiddenLine>
            </a:ext>
          </a:extLst>
        </p:spPr>
        <p:txBody>
          <a:bodyPr>
            <a:spAutoFit/>
          </a:bodyPr>
          <a:lstStyle>
            <a:lvl1pPr eaLnBrk="0" hangingPunct="0">
              <a:defRPr>
                <a:solidFill>
                  <a:schemeClr val="tx1"/>
                </a:solidFill>
                <a:latin typeface="Arial" panose="020B0604020202020204" pitchFamily="34" charset="0"/>
              </a:defRPr>
            </a:lvl1pPr>
            <a:lvl2pPr marL="742950" indent="-285750" eaLnBrk="0" hangingPunct="0">
              <a:defRPr>
                <a:solidFill>
                  <a:schemeClr val="tx1"/>
                </a:solidFill>
                <a:latin typeface="Arial" panose="020B0604020202020204" pitchFamily="34" charset="0"/>
              </a:defRPr>
            </a:lvl2pPr>
            <a:lvl3pPr marL="1143000" indent="-228600" eaLnBrk="0" hangingPunct="0">
              <a:defRPr>
                <a:solidFill>
                  <a:schemeClr val="tx1"/>
                </a:solidFill>
                <a:latin typeface="Arial" panose="020B0604020202020204" pitchFamily="34" charset="0"/>
              </a:defRPr>
            </a:lvl3pPr>
            <a:lvl4pPr marL="1600200" indent="-228600" eaLnBrk="0" hangingPunct="0">
              <a:defRPr>
                <a:solidFill>
                  <a:schemeClr val="tx1"/>
                </a:solidFill>
                <a:latin typeface="Arial" panose="020B0604020202020204" pitchFamily="34" charset="0"/>
              </a:defRPr>
            </a:lvl4pPr>
            <a:lvl5pPr marL="2057400" indent="-228600" eaLnBrk="0" hangingPunct="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algn="ctr" eaLnBrk="1" hangingPunct="1">
              <a:spcBef>
                <a:spcPct val="50000"/>
              </a:spcBef>
            </a:pPr>
            <a:r>
              <a:rPr lang="en-US" altLang="en-US" sz="2000" dirty="0">
                <a:solidFill>
                  <a:srgbClr val="644A1A"/>
                </a:solidFill>
                <a:latin typeface="Times New Roman" panose="02020603050405020304" pitchFamily="18" charset="0"/>
                <a:cs typeface="Times New Roman" panose="02020603050405020304" pitchFamily="18" charset="0"/>
              </a:rPr>
              <a:t>13</a:t>
            </a:r>
            <a:endParaRPr lang="en-US" altLang="en-US" sz="2000" dirty="0">
              <a:solidFill>
                <a:srgbClr val="644A1A"/>
              </a:solidFill>
              <a:latin typeface="Times New Roman" panose="02020603050405020304" pitchFamily="18" charset="0"/>
            </a:endParaRPr>
          </a:p>
        </p:txBody>
      </p:sp>
      <p:sp>
        <p:nvSpPr>
          <p:cNvPr id="7" name="TextBox 6">
            <a:extLst>
              <a:ext uri="{FF2B5EF4-FFF2-40B4-BE49-F238E27FC236}">
                <a16:creationId xmlns:a16="http://schemas.microsoft.com/office/drawing/2014/main" id="{856DD331-EB24-2A06-2712-C5177707580E}"/>
              </a:ext>
            </a:extLst>
          </p:cNvPr>
          <p:cNvSpPr txBox="1"/>
          <p:nvPr/>
        </p:nvSpPr>
        <p:spPr>
          <a:xfrm>
            <a:off x="9437078" y="2017043"/>
            <a:ext cx="697522" cy="369332"/>
          </a:xfrm>
          <a:prstGeom prst="rect">
            <a:avLst/>
          </a:prstGeom>
          <a:noFill/>
        </p:spPr>
        <p:txBody>
          <a:bodyPr wrap="square" rtlCol="0">
            <a:spAutoFit/>
          </a:bodyPr>
          <a:lstStyle/>
          <a:p>
            <a:r>
              <a:rPr lang="en-US" dirty="0"/>
              <a:t>1</a:t>
            </a:r>
          </a:p>
        </p:txBody>
      </p:sp>
    </p:spTree>
    <p:extLst>
      <p:ext uri="{BB962C8B-B14F-4D97-AF65-F5344CB8AC3E}">
        <p14:creationId xmlns:p14="http://schemas.microsoft.com/office/powerpoint/2010/main" val="2094839049"/>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53" name="Slide Number Placeholder 3">
            <a:extLst>
              <a:ext uri="{FF2B5EF4-FFF2-40B4-BE49-F238E27FC236}">
                <a16:creationId xmlns:a16="http://schemas.microsoft.com/office/drawing/2014/main" id="{824E9553-1B42-DB3C-A3B7-7D8F30124A1D}"/>
              </a:ext>
            </a:extLst>
          </p:cNvPr>
          <p:cNvSpPr>
            <a:spLocks noGrp="1"/>
          </p:cNvSpPr>
          <p:nvPr>
            <p:ph type="sldNum" sz="quarter" idx="12"/>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a:solidFill>
                  <a:schemeClr val="tx1"/>
                </a:solidFill>
                <a:latin typeface="Arial" panose="020B0604020202020204" pitchFamily="34" charset="0"/>
              </a:defRPr>
            </a:lvl1pPr>
            <a:lvl2pPr marL="742950" indent="-285750" eaLnBrk="0" hangingPunct="0">
              <a:defRPr>
                <a:solidFill>
                  <a:schemeClr val="tx1"/>
                </a:solidFill>
                <a:latin typeface="Arial" panose="020B0604020202020204" pitchFamily="34" charset="0"/>
              </a:defRPr>
            </a:lvl2pPr>
            <a:lvl3pPr marL="1143000" indent="-228600" eaLnBrk="0" hangingPunct="0">
              <a:defRPr>
                <a:solidFill>
                  <a:schemeClr val="tx1"/>
                </a:solidFill>
                <a:latin typeface="Arial" panose="020B0604020202020204" pitchFamily="34" charset="0"/>
              </a:defRPr>
            </a:lvl3pPr>
            <a:lvl4pPr marL="1600200" indent="-228600" eaLnBrk="0" hangingPunct="0">
              <a:defRPr>
                <a:solidFill>
                  <a:schemeClr val="tx1"/>
                </a:solidFill>
                <a:latin typeface="Arial" panose="020B0604020202020204" pitchFamily="34" charset="0"/>
              </a:defRPr>
            </a:lvl4pPr>
            <a:lvl5pPr marL="2057400" indent="-228600" eaLnBrk="0" hangingPunct="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eaLnBrk="1" hangingPunct="1"/>
            <a:r>
              <a:rPr lang="en-US" altLang="en-US"/>
              <a:t>4</a:t>
            </a:r>
          </a:p>
        </p:txBody>
      </p:sp>
      <p:sp>
        <p:nvSpPr>
          <p:cNvPr id="2054" name="Rectangle 2">
            <a:extLst>
              <a:ext uri="{FF2B5EF4-FFF2-40B4-BE49-F238E27FC236}">
                <a16:creationId xmlns:a16="http://schemas.microsoft.com/office/drawing/2014/main" id="{5B81A4EF-0842-AF4F-D25F-04A5442B927B}"/>
              </a:ext>
            </a:extLst>
          </p:cNvPr>
          <p:cNvSpPr>
            <a:spLocks noChangeArrowheads="1"/>
          </p:cNvSpPr>
          <p:nvPr/>
        </p:nvSpPr>
        <p:spPr bwMode="auto">
          <a:xfrm>
            <a:off x="2209800" y="6248400"/>
            <a:ext cx="190500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wrap="none" anchor="ctr"/>
          <a:lstStyle>
            <a:lvl1pPr eaLnBrk="0" hangingPunct="0">
              <a:defRPr>
                <a:solidFill>
                  <a:schemeClr val="tx1"/>
                </a:solidFill>
                <a:latin typeface="Arial" panose="020B0604020202020204" pitchFamily="34" charset="0"/>
              </a:defRPr>
            </a:lvl1pPr>
            <a:lvl2pPr marL="742950" indent="-285750" eaLnBrk="0" hangingPunct="0">
              <a:defRPr>
                <a:solidFill>
                  <a:schemeClr val="tx1"/>
                </a:solidFill>
                <a:latin typeface="Arial" panose="020B0604020202020204" pitchFamily="34" charset="0"/>
              </a:defRPr>
            </a:lvl2pPr>
            <a:lvl3pPr marL="1143000" indent="-228600" eaLnBrk="0" hangingPunct="0">
              <a:defRPr>
                <a:solidFill>
                  <a:schemeClr val="tx1"/>
                </a:solidFill>
                <a:latin typeface="Arial" panose="020B0604020202020204" pitchFamily="34" charset="0"/>
              </a:defRPr>
            </a:lvl3pPr>
            <a:lvl4pPr marL="1600200" indent="-228600" eaLnBrk="0" hangingPunct="0">
              <a:defRPr>
                <a:solidFill>
                  <a:schemeClr val="tx1"/>
                </a:solidFill>
                <a:latin typeface="Arial" panose="020B0604020202020204" pitchFamily="34" charset="0"/>
              </a:defRPr>
            </a:lvl4pPr>
            <a:lvl5pPr marL="2057400" indent="-228600" eaLnBrk="0" hangingPunct="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eaLnBrk="1" hangingPunct="1"/>
            <a:endParaRPr lang="en-US" altLang="en-US">
              <a:latin typeface="Calibri" panose="020F0502020204030204" pitchFamily="34" charset="0"/>
            </a:endParaRPr>
          </a:p>
        </p:txBody>
      </p:sp>
      <p:sp>
        <p:nvSpPr>
          <p:cNvPr id="2055" name="Rectangle 3">
            <a:extLst>
              <a:ext uri="{FF2B5EF4-FFF2-40B4-BE49-F238E27FC236}">
                <a16:creationId xmlns:a16="http://schemas.microsoft.com/office/drawing/2014/main" id="{950C3238-2DF7-8A9D-3FCA-ADDA15598B8A}"/>
              </a:ext>
            </a:extLst>
          </p:cNvPr>
          <p:cNvSpPr>
            <a:spLocks noChangeArrowheads="1"/>
          </p:cNvSpPr>
          <p:nvPr/>
        </p:nvSpPr>
        <p:spPr bwMode="auto">
          <a:xfrm>
            <a:off x="4648200" y="6248400"/>
            <a:ext cx="289560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wrap="none" anchor="ctr"/>
          <a:lstStyle>
            <a:lvl1pPr eaLnBrk="0" hangingPunct="0">
              <a:defRPr>
                <a:solidFill>
                  <a:schemeClr val="tx1"/>
                </a:solidFill>
                <a:latin typeface="Arial" panose="020B0604020202020204" pitchFamily="34" charset="0"/>
              </a:defRPr>
            </a:lvl1pPr>
            <a:lvl2pPr marL="742950" indent="-285750" eaLnBrk="0" hangingPunct="0">
              <a:defRPr>
                <a:solidFill>
                  <a:schemeClr val="tx1"/>
                </a:solidFill>
                <a:latin typeface="Arial" panose="020B0604020202020204" pitchFamily="34" charset="0"/>
              </a:defRPr>
            </a:lvl2pPr>
            <a:lvl3pPr marL="1143000" indent="-228600" eaLnBrk="0" hangingPunct="0">
              <a:defRPr>
                <a:solidFill>
                  <a:schemeClr val="tx1"/>
                </a:solidFill>
                <a:latin typeface="Arial" panose="020B0604020202020204" pitchFamily="34" charset="0"/>
              </a:defRPr>
            </a:lvl3pPr>
            <a:lvl4pPr marL="1600200" indent="-228600" eaLnBrk="0" hangingPunct="0">
              <a:defRPr>
                <a:solidFill>
                  <a:schemeClr val="tx1"/>
                </a:solidFill>
                <a:latin typeface="Arial" panose="020B0604020202020204" pitchFamily="34" charset="0"/>
              </a:defRPr>
            </a:lvl4pPr>
            <a:lvl5pPr marL="2057400" indent="-228600" eaLnBrk="0" hangingPunct="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eaLnBrk="1" hangingPunct="1"/>
            <a:endParaRPr lang="en-US" altLang="en-US">
              <a:latin typeface="Calibri" panose="020F0502020204030204" pitchFamily="34" charset="0"/>
            </a:endParaRPr>
          </a:p>
        </p:txBody>
      </p:sp>
      <p:sp>
        <p:nvSpPr>
          <p:cNvPr id="2056" name="Rectangle 9">
            <a:extLst>
              <a:ext uri="{FF2B5EF4-FFF2-40B4-BE49-F238E27FC236}">
                <a16:creationId xmlns:a16="http://schemas.microsoft.com/office/drawing/2014/main" id="{3FDFD20F-F54B-1E96-B3B9-59CCC7BB7FC7}"/>
              </a:ext>
            </a:extLst>
          </p:cNvPr>
          <p:cNvSpPr>
            <a:spLocks noGrp="1" noChangeArrowheads="1"/>
          </p:cNvSpPr>
          <p:nvPr>
            <p:ph type="title" idx="4294967295"/>
          </p:nvPr>
        </p:nvSpPr>
        <p:spPr>
          <a:xfrm>
            <a:off x="838200" y="274638"/>
            <a:ext cx="10287000" cy="715962"/>
          </a:xfrm>
          <a:ln>
            <a:solidFill>
              <a:schemeClr val="tx1"/>
            </a:solidFill>
            <a:miter lim="800000"/>
            <a:headEnd/>
            <a:tailEnd/>
          </a:ln>
        </p:spPr>
        <p:txBody>
          <a:bodyPr/>
          <a:lstStyle/>
          <a:p>
            <a:r>
              <a:rPr lang="en-US" altLang="en-US" sz="2800" dirty="0"/>
              <a:t>Example 2: None constant growth</a:t>
            </a:r>
          </a:p>
        </p:txBody>
      </p:sp>
      <p:sp>
        <p:nvSpPr>
          <p:cNvPr id="2057" name="Rectangle 5">
            <a:extLst>
              <a:ext uri="{FF2B5EF4-FFF2-40B4-BE49-F238E27FC236}">
                <a16:creationId xmlns:a16="http://schemas.microsoft.com/office/drawing/2014/main" id="{44040229-4E8D-D827-AE2E-9B8DB083350B}"/>
              </a:ext>
            </a:extLst>
          </p:cNvPr>
          <p:cNvSpPr>
            <a:spLocks noChangeArrowheads="1"/>
          </p:cNvSpPr>
          <p:nvPr/>
        </p:nvSpPr>
        <p:spPr bwMode="auto">
          <a:xfrm>
            <a:off x="838200" y="1143000"/>
            <a:ext cx="10515600" cy="10156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eaLnBrk="0" hangingPunct="0">
              <a:defRPr>
                <a:solidFill>
                  <a:schemeClr val="tx1"/>
                </a:solidFill>
                <a:latin typeface="Arial" panose="020B0604020202020204" pitchFamily="34" charset="0"/>
              </a:defRPr>
            </a:lvl1pPr>
            <a:lvl2pPr marL="742950" indent="-285750" eaLnBrk="0" hangingPunct="0">
              <a:defRPr>
                <a:solidFill>
                  <a:schemeClr val="tx1"/>
                </a:solidFill>
                <a:latin typeface="Arial" panose="020B0604020202020204" pitchFamily="34" charset="0"/>
              </a:defRPr>
            </a:lvl2pPr>
            <a:lvl3pPr marL="1143000" indent="-228600" eaLnBrk="0" hangingPunct="0">
              <a:defRPr>
                <a:solidFill>
                  <a:schemeClr val="tx1"/>
                </a:solidFill>
                <a:latin typeface="Arial" panose="020B0604020202020204" pitchFamily="34" charset="0"/>
              </a:defRPr>
            </a:lvl3pPr>
            <a:lvl4pPr marL="1600200" indent="-228600" eaLnBrk="0" hangingPunct="0">
              <a:defRPr>
                <a:solidFill>
                  <a:schemeClr val="tx1"/>
                </a:solidFill>
                <a:latin typeface="Arial" panose="020B0604020202020204" pitchFamily="34" charset="0"/>
              </a:defRPr>
            </a:lvl4pPr>
            <a:lvl5pPr marL="2057400" indent="-228600" eaLnBrk="0" hangingPunct="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eaLnBrk="1" hangingPunct="1"/>
            <a:r>
              <a:rPr lang="en-US" altLang="en-US" sz="2000" dirty="0">
                <a:latin typeface="Calibri" panose="020F0502020204030204" pitchFamily="34" charset="0"/>
              </a:rPr>
              <a:t>A common stock just paid a dividend of $2. The dividend is expected to grow at 30% for 3 years, then it is expected to have a long-run constant growth rate of 6%.</a:t>
            </a:r>
          </a:p>
          <a:p>
            <a:pPr eaLnBrk="1" hangingPunct="1"/>
            <a:r>
              <a:rPr lang="en-US" altLang="en-US" sz="2000" dirty="0">
                <a:latin typeface="Calibri" panose="020F0502020204030204" pitchFamily="34" charset="0"/>
              </a:rPr>
              <a:t>What is the stock worth if the required rate of return on similar risk investments is 13%.</a:t>
            </a:r>
          </a:p>
        </p:txBody>
      </p:sp>
      <p:graphicFrame>
        <p:nvGraphicFramePr>
          <p:cNvPr id="2050" name="Object 6">
            <a:extLst>
              <a:ext uri="{FF2B5EF4-FFF2-40B4-BE49-F238E27FC236}">
                <a16:creationId xmlns:a16="http://schemas.microsoft.com/office/drawing/2014/main" id="{3637BAD7-C7DC-C356-5970-B5D2AD10A3AD}"/>
              </a:ext>
            </a:extLst>
          </p:cNvPr>
          <p:cNvGraphicFramePr>
            <a:graphicFrameLocks noChangeAspect="1"/>
          </p:cNvGraphicFramePr>
          <p:nvPr/>
        </p:nvGraphicFramePr>
        <p:xfrm>
          <a:off x="6038850" y="3321050"/>
          <a:ext cx="114300" cy="215900"/>
        </p:xfrm>
        <a:graphic>
          <a:graphicData uri="http://schemas.openxmlformats.org/presentationml/2006/ole">
            <mc:AlternateContent xmlns:mc="http://schemas.openxmlformats.org/markup-compatibility/2006">
              <mc:Choice xmlns:v="urn:schemas-microsoft-com:vml" Requires="v">
                <p:oleObj name="Equation" r:id="rId3" imgW="114120" imgH="215640" progId="Equation.3">
                  <p:embed/>
                </p:oleObj>
              </mc:Choice>
              <mc:Fallback>
                <p:oleObj name="Equation" r:id="rId3" imgW="114120" imgH="215640" progId="Equation.3">
                  <p:embed/>
                  <p:pic>
                    <p:nvPicPr>
                      <p:cNvPr id="2050" name="Object 6">
                        <a:extLst>
                          <a:ext uri="{FF2B5EF4-FFF2-40B4-BE49-F238E27FC236}">
                            <a16:creationId xmlns:a16="http://schemas.microsoft.com/office/drawing/2014/main" id="{3637BAD7-C7DC-C356-5970-B5D2AD10A3AD}"/>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6038850" y="3321050"/>
                        <a:ext cx="114300" cy="21590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aphicFrame>
        <p:nvGraphicFramePr>
          <p:cNvPr id="2051" name="Object 7">
            <a:extLst>
              <a:ext uri="{FF2B5EF4-FFF2-40B4-BE49-F238E27FC236}">
                <a16:creationId xmlns:a16="http://schemas.microsoft.com/office/drawing/2014/main" id="{AFAC71B7-47D6-4C41-3312-B12CD7311B31}"/>
              </a:ext>
            </a:extLst>
          </p:cNvPr>
          <p:cNvGraphicFramePr>
            <a:graphicFrameLocks noChangeAspect="1"/>
          </p:cNvGraphicFramePr>
          <p:nvPr>
            <p:extLst>
              <p:ext uri="{D42A27DB-BD31-4B8C-83A1-F6EECF244321}">
                <p14:modId xmlns:p14="http://schemas.microsoft.com/office/powerpoint/2010/main" val="177830343"/>
              </p:ext>
            </p:extLst>
          </p:nvPr>
        </p:nvGraphicFramePr>
        <p:xfrm>
          <a:off x="2798762" y="2724774"/>
          <a:ext cx="5486400" cy="1646237"/>
        </p:xfrm>
        <a:graphic>
          <a:graphicData uri="http://schemas.openxmlformats.org/presentationml/2006/ole">
            <mc:AlternateContent xmlns:mc="http://schemas.openxmlformats.org/markup-compatibility/2006">
              <mc:Choice xmlns:v="urn:schemas-microsoft-com:vml" Requires="v">
                <p:oleObj name="Equation" r:id="rId5" imgW="2286000" imgH="685800" progId="Equation.3">
                  <p:embed/>
                </p:oleObj>
              </mc:Choice>
              <mc:Fallback>
                <p:oleObj name="Equation" r:id="rId5" imgW="2286000" imgH="685800" progId="Equation.3">
                  <p:embed/>
                  <p:pic>
                    <p:nvPicPr>
                      <p:cNvPr id="2051" name="Object 7">
                        <a:extLst>
                          <a:ext uri="{FF2B5EF4-FFF2-40B4-BE49-F238E27FC236}">
                            <a16:creationId xmlns:a16="http://schemas.microsoft.com/office/drawing/2014/main" id="{AFAC71B7-47D6-4C41-3312-B12CD7311B31}"/>
                          </a:ext>
                        </a:extLst>
                      </p:cNvPr>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2798762" y="2724774"/>
                        <a:ext cx="5486400" cy="1646237"/>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mc:AlternateContent xmlns:mc="http://schemas.openxmlformats.org/markup-compatibility/2006" xmlns:a14="http://schemas.microsoft.com/office/drawing/2010/main">
        <mc:Choice Requires="a14">
          <p:sp>
            <p:nvSpPr>
              <p:cNvPr id="4" name="Object 2">
                <a:extLst>
                  <a:ext uri="{FF2B5EF4-FFF2-40B4-BE49-F238E27FC236}">
                    <a16:creationId xmlns:a16="http://schemas.microsoft.com/office/drawing/2014/main" id="{0151F521-A1DF-6773-DC5E-A196F564D824}"/>
                  </a:ext>
                </a:extLst>
              </p:cNvPr>
              <p:cNvSpPr txBox="1"/>
              <p:nvPr/>
            </p:nvSpPr>
            <p:spPr bwMode="auto">
              <a:xfrm>
                <a:off x="2473325" y="5646738"/>
                <a:ext cx="6137275" cy="944562"/>
              </a:xfrm>
              <a:prstGeom prst="rect">
                <a:avLst/>
              </a:prstGeom>
              <a:solidFill>
                <a:schemeClr val="bg1"/>
              </a:solidFill>
              <a:ln>
                <a:noFill/>
              </a:ln>
              <a:effectLst/>
            </p:spPr>
            <p:txBody>
              <a:bodyPr>
                <a:normAutofit/>
              </a:bodyPr>
              <a:lstStyle/>
              <a:p>
                <a:pPr/>
                <a14:m>
                  <m:oMathPara xmlns:m="http://schemas.openxmlformats.org/officeDocument/2006/math">
                    <m:oMathParaPr>
                      <m:jc m:val="left"/>
                    </m:oMathParaPr>
                    <m:oMath xmlns:m="http://schemas.openxmlformats.org/officeDocument/2006/math">
                      <m:sSub>
                        <m:sSubPr>
                          <m:ctrlPr>
                            <a:rPr lang="en-US" i="1" smtClean="0">
                              <a:solidFill>
                                <a:srgbClr val="000000"/>
                              </a:solidFill>
                              <a:latin typeface="Cambria Math" panose="02040503050406030204" pitchFamily="18" charset="0"/>
                            </a:rPr>
                          </m:ctrlPr>
                        </m:sSubPr>
                        <m:e>
                          <m:r>
                            <a:rPr lang="en-US" i="1">
                              <a:solidFill>
                                <a:srgbClr val="000000"/>
                              </a:solidFill>
                              <a:latin typeface="Cambria Math" panose="02040503050406030204" pitchFamily="18" charset="0"/>
                            </a:rPr>
                            <m:t>𝑃</m:t>
                          </m:r>
                        </m:e>
                        <m:sub>
                          <m:r>
                            <a:rPr lang="en-US" i="1">
                              <a:solidFill>
                                <a:srgbClr val="000000"/>
                              </a:solidFill>
                              <a:latin typeface="Cambria Math" panose="02040503050406030204" pitchFamily="18" charset="0"/>
                            </a:rPr>
                            <m:t>3</m:t>
                          </m:r>
                        </m:sub>
                      </m:sSub>
                      <m:r>
                        <a:rPr lang="en-US" i="1">
                          <a:solidFill>
                            <a:srgbClr val="000000"/>
                          </a:solidFill>
                          <a:latin typeface="Cambria Math" panose="02040503050406030204" pitchFamily="18" charset="0"/>
                        </a:rPr>
                        <m:t>=</m:t>
                      </m:r>
                      <m:f>
                        <m:fPr>
                          <m:ctrlPr>
                            <a:rPr lang="en-US" i="1">
                              <a:solidFill>
                                <a:srgbClr val="000000"/>
                              </a:solidFill>
                              <a:latin typeface="Cambria Math" panose="02040503050406030204" pitchFamily="18" charset="0"/>
                            </a:rPr>
                          </m:ctrlPr>
                        </m:fPr>
                        <m:num>
                          <m:sSub>
                            <m:sSubPr>
                              <m:ctrlPr>
                                <a:rPr lang="en-US" i="1">
                                  <a:solidFill>
                                    <a:srgbClr val="000000"/>
                                  </a:solidFill>
                                  <a:latin typeface="Cambria Math" panose="02040503050406030204" pitchFamily="18" charset="0"/>
                                </a:rPr>
                              </m:ctrlPr>
                            </m:sSubPr>
                            <m:e>
                              <m:r>
                                <a:rPr lang="en-US" i="1">
                                  <a:solidFill>
                                    <a:srgbClr val="000000"/>
                                  </a:solidFill>
                                  <a:latin typeface="Cambria Math" panose="02040503050406030204" pitchFamily="18" charset="0"/>
                                </a:rPr>
                                <m:t>𝐷</m:t>
                              </m:r>
                            </m:e>
                            <m:sub>
                              <m:r>
                                <a:rPr lang="en-US" i="1">
                                  <a:solidFill>
                                    <a:srgbClr val="000000"/>
                                  </a:solidFill>
                                  <a:latin typeface="Cambria Math" panose="02040503050406030204" pitchFamily="18" charset="0"/>
                                </a:rPr>
                                <m:t>4</m:t>
                              </m:r>
                            </m:sub>
                          </m:sSub>
                        </m:num>
                        <m:den>
                          <m:r>
                            <a:rPr lang="en-US" b="0" i="1" smtClean="0">
                              <a:solidFill>
                                <a:srgbClr val="000000"/>
                              </a:solidFill>
                              <a:latin typeface="Cambria Math" panose="02040503050406030204" pitchFamily="18" charset="0"/>
                            </a:rPr>
                            <m:t>(</m:t>
                          </m:r>
                          <m:r>
                            <a:rPr lang="en-US" i="1">
                              <a:solidFill>
                                <a:srgbClr val="000000"/>
                              </a:solidFill>
                              <a:latin typeface="Cambria Math" panose="02040503050406030204" pitchFamily="18" charset="0"/>
                            </a:rPr>
                            <m:t>𝑅</m:t>
                          </m:r>
                          <m:r>
                            <a:rPr lang="en-US" i="1">
                              <a:solidFill>
                                <a:srgbClr val="000000"/>
                              </a:solidFill>
                              <a:latin typeface="Cambria Math" panose="02040503050406030204" pitchFamily="18" charset="0"/>
                            </a:rPr>
                            <m:t>−</m:t>
                          </m:r>
                          <m:sSub>
                            <m:sSubPr>
                              <m:ctrlPr>
                                <a:rPr lang="en-US" i="1">
                                  <a:solidFill>
                                    <a:srgbClr val="000000"/>
                                  </a:solidFill>
                                  <a:latin typeface="Cambria Math" panose="02040503050406030204" pitchFamily="18" charset="0"/>
                                </a:rPr>
                              </m:ctrlPr>
                            </m:sSubPr>
                            <m:e>
                              <m:r>
                                <a:rPr lang="en-US" i="1">
                                  <a:solidFill>
                                    <a:srgbClr val="000000"/>
                                  </a:solidFill>
                                  <a:latin typeface="Cambria Math" panose="02040503050406030204" pitchFamily="18" charset="0"/>
                                </a:rPr>
                                <m:t>𝑔</m:t>
                              </m:r>
                            </m:e>
                            <m:sub>
                              <m:r>
                                <a:rPr lang="en-US" i="1">
                                  <a:solidFill>
                                    <a:srgbClr val="000000"/>
                                  </a:solidFill>
                                  <a:latin typeface="Cambria Math" panose="02040503050406030204" pitchFamily="18" charset="0"/>
                                </a:rPr>
                                <m:t>2</m:t>
                              </m:r>
                            </m:sub>
                          </m:sSub>
                          <m:r>
                            <a:rPr lang="en-US" b="0" i="1" smtClean="0">
                              <a:solidFill>
                                <a:srgbClr val="000000"/>
                              </a:solidFill>
                              <a:latin typeface="Cambria Math" panose="02040503050406030204" pitchFamily="18" charset="0"/>
                            </a:rPr>
                            <m:t>)</m:t>
                          </m:r>
                        </m:den>
                      </m:f>
                      <m:r>
                        <a:rPr lang="en-US" i="1">
                          <a:solidFill>
                            <a:srgbClr val="000000"/>
                          </a:solidFill>
                          <a:latin typeface="Cambria Math" panose="02040503050406030204" pitchFamily="18" charset="0"/>
                        </a:rPr>
                        <m:t>=</m:t>
                      </m:r>
                      <m:f>
                        <m:fPr>
                          <m:ctrlPr>
                            <a:rPr lang="en-US" i="1">
                              <a:solidFill>
                                <a:srgbClr val="000000"/>
                              </a:solidFill>
                              <a:latin typeface="Cambria Math" panose="02040503050406030204" pitchFamily="18" charset="0"/>
                            </a:rPr>
                          </m:ctrlPr>
                        </m:fPr>
                        <m:num>
                          <m:sSub>
                            <m:sSubPr>
                              <m:ctrlPr>
                                <a:rPr lang="en-US" i="1">
                                  <a:solidFill>
                                    <a:srgbClr val="000000"/>
                                  </a:solidFill>
                                  <a:latin typeface="Cambria Math" panose="02040503050406030204" pitchFamily="18" charset="0"/>
                                </a:rPr>
                              </m:ctrlPr>
                            </m:sSubPr>
                            <m:e>
                              <m:r>
                                <a:rPr lang="en-US" i="1">
                                  <a:solidFill>
                                    <a:srgbClr val="000000"/>
                                  </a:solidFill>
                                  <a:latin typeface="Cambria Math" panose="02040503050406030204" pitchFamily="18" charset="0"/>
                                </a:rPr>
                                <m:t>𝐷</m:t>
                              </m:r>
                            </m:e>
                            <m:sub>
                              <m:r>
                                <a:rPr lang="en-US" i="1">
                                  <a:solidFill>
                                    <a:srgbClr val="000000"/>
                                  </a:solidFill>
                                  <a:latin typeface="Cambria Math" panose="02040503050406030204" pitchFamily="18" charset="0"/>
                                </a:rPr>
                                <m:t>3</m:t>
                              </m:r>
                            </m:sub>
                          </m:sSub>
                          <m:r>
                            <a:rPr lang="en-US" i="1">
                              <a:solidFill>
                                <a:srgbClr val="000000"/>
                              </a:solidFill>
                              <a:latin typeface="Cambria Math" panose="02040503050406030204" pitchFamily="18" charset="0"/>
                            </a:rPr>
                            <m:t>(1+</m:t>
                          </m:r>
                          <m:sSub>
                            <m:sSubPr>
                              <m:ctrlPr>
                                <a:rPr lang="en-US" i="1">
                                  <a:solidFill>
                                    <a:srgbClr val="000000"/>
                                  </a:solidFill>
                                  <a:latin typeface="Cambria Math" panose="02040503050406030204" pitchFamily="18" charset="0"/>
                                </a:rPr>
                              </m:ctrlPr>
                            </m:sSubPr>
                            <m:e>
                              <m:r>
                                <a:rPr lang="en-US" i="1">
                                  <a:solidFill>
                                    <a:srgbClr val="000000"/>
                                  </a:solidFill>
                                  <a:latin typeface="Cambria Math" panose="02040503050406030204" pitchFamily="18" charset="0"/>
                                </a:rPr>
                                <m:t>𝑔</m:t>
                              </m:r>
                            </m:e>
                            <m:sub>
                              <m:r>
                                <a:rPr lang="en-US" i="1">
                                  <a:solidFill>
                                    <a:srgbClr val="000000"/>
                                  </a:solidFill>
                                  <a:latin typeface="Cambria Math" panose="02040503050406030204" pitchFamily="18" charset="0"/>
                                </a:rPr>
                                <m:t>2</m:t>
                              </m:r>
                            </m:sub>
                          </m:sSub>
                          <m:r>
                            <a:rPr lang="en-US" i="1">
                              <a:solidFill>
                                <a:srgbClr val="000000"/>
                              </a:solidFill>
                              <a:latin typeface="Cambria Math" panose="02040503050406030204" pitchFamily="18" charset="0"/>
                            </a:rPr>
                            <m:t>)</m:t>
                          </m:r>
                        </m:num>
                        <m:den>
                          <m:r>
                            <a:rPr lang="en-US" b="0" i="1" smtClean="0">
                              <a:solidFill>
                                <a:srgbClr val="000000"/>
                              </a:solidFill>
                              <a:latin typeface="Cambria Math" panose="02040503050406030204" pitchFamily="18" charset="0"/>
                            </a:rPr>
                            <m:t>(</m:t>
                          </m:r>
                          <m:r>
                            <a:rPr lang="en-US" i="1">
                              <a:solidFill>
                                <a:srgbClr val="000000"/>
                              </a:solidFill>
                              <a:latin typeface="Cambria Math" panose="02040503050406030204" pitchFamily="18" charset="0"/>
                            </a:rPr>
                            <m:t>𝑅</m:t>
                          </m:r>
                          <m:r>
                            <a:rPr lang="en-US" i="1">
                              <a:solidFill>
                                <a:srgbClr val="000000"/>
                              </a:solidFill>
                              <a:latin typeface="Cambria Math" panose="02040503050406030204" pitchFamily="18" charset="0"/>
                            </a:rPr>
                            <m:t>−</m:t>
                          </m:r>
                          <m:sSub>
                            <m:sSubPr>
                              <m:ctrlPr>
                                <a:rPr lang="en-US" i="1">
                                  <a:solidFill>
                                    <a:srgbClr val="000000"/>
                                  </a:solidFill>
                                  <a:latin typeface="Cambria Math" panose="02040503050406030204" pitchFamily="18" charset="0"/>
                                </a:rPr>
                              </m:ctrlPr>
                            </m:sSubPr>
                            <m:e>
                              <m:r>
                                <a:rPr lang="en-US" i="1">
                                  <a:solidFill>
                                    <a:srgbClr val="000000"/>
                                  </a:solidFill>
                                  <a:latin typeface="Cambria Math" panose="02040503050406030204" pitchFamily="18" charset="0"/>
                                </a:rPr>
                                <m:t>𝑔</m:t>
                              </m:r>
                            </m:e>
                            <m:sub>
                              <m:r>
                                <a:rPr lang="en-US" i="1">
                                  <a:solidFill>
                                    <a:srgbClr val="000000"/>
                                  </a:solidFill>
                                  <a:latin typeface="Cambria Math" panose="02040503050406030204" pitchFamily="18" charset="0"/>
                                </a:rPr>
                                <m:t>2</m:t>
                              </m:r>
                            </m:sub>
                          </m:sSub>
                          <m:r>
                            <a:rPr lang="en-US" b="0" i="1" smtClean="0">
                              <a:solidFill>
                                <a:srgbClr val="000000"/>
                              </a:solidFill>
                              <a:latin typeface="Cambria Math" panose="02040503050406030204" pitchFamily="18" charset="0"/>
                            </a:rPr>
                            <m:t>)</m:t>
                          </m:r>
                        </m:den>
                      </m:f>
                      <m:f>
                        <m:fPr>
                          <m:ctrlPr>
                            <a:rPr lang="en-US" i="1">
                              <a:solidFill>
                                <a:srgbClr val="000000"/>
                              </a:solidFill>
                              <a:latin typeface="Cambria Math" panose="02040503050406030204" pitchFamily="18" charset="0"/>
                            </a:rPr>
                          </m:ctrlPr>
                        </m:fPr>
                        <m:num>
                          <m:r>
                            <a:rPr lang="en-US" i="1">
                              <a:solidFill>
                                <a:srgbClr val="000000"/>
                              </a:solidFill>
                              <a:latin typeface="Cambria Math" panose="02040503050406030204" pitchFamily="18" charset="0"/>
                            </a:rPr>
                            <m:t>$4.6576</m:t>
                          </m:r>
                        </m:num>
                        <m:den>
                          <m:r>
                            <a:rPr lang="en-US" b="0" i="1" smtClean="0">
                              <a:solidFill>
                                <a:srgbClr val="000000"/>
                              </a:solidFill>
                              <a:latin typeface="Cambria Math" panose="02040503050406030204" pitchFamily="18" charset="0"/>
                            </a:rPr>
                            <m:t>(</m:t>
                          </m:r>
                          <m:r>
                            <a:rPr lang="en-US" i="1">
                              <a:solidFill>
                                <a:srgbClr val="000000"/>
                              </a:solidFill>
                              <a:latin typeface="Cambria Math" panose="02040503050406030204" pitchFamily="18" charset="0"/>
                            </a:rPr>
                            <m:t>0.13−0.06</m:t>
                          </m:r>
                          <m:r>
                            <a:rPr lang="en-US" b="0" i="1" smtClean="0">
                              <a:solidFill>
                                <a:srgbClr val="000000"/>
                              </a:solidFill>
                              <a:latin typeface="Cambria Math" panose="02040503050406030204" pitchFamily="18" charset="0"/>
                            </a:rPr>
                            <m:t>)</m:t>
                          </m:r>
                        </m:den>
                      </m:f>
                      <m:r>
                        <a:rPr lang="en-US" i="1">
                          <a:solidFill>
                            <a:srgbClr val="000000"/>
                          </a:solidFill>
                          <a:latin typeface="Cambria Math" panose="02040503050406030204" pitchFamily="18" charset="0"/>
                        </a:rPr>
                        <m:t>=$66.54</m:t>
                      </m:r>
                    </m:oMath>
                  </m:oMathPara>
                </a14:m>
                <a:endParaRPr lang="en-US" dirty="0"/>
              </a:p>
            </p:txBody>
          </p:sp>
        </mc:Choice>
        <mc:Fallback xmlns="">
          <p:sp>
            <p:nvSpPr>
              <p:cNvPr id="4" name="Object 2">
                <a:extLst>
                  <a:ext uri="{FF2B5EF4-FFF2-40B4-BE49-F238E27FC236}">
                    <a16:creationId xmlns:a16="http://schemas.microsoft.com/office/drawing/2014/main" id="{0151F521-A1DF-6773-DC5E-A196F564D824}"/>
                  </a:ext>
                </a:extLst>
              </p:cNvPr>
              <p:cNvSpPr txBox="1">
                <a:spLocks noRot="1" noChangeAspect="1" noMove="1" noResize="1" noEditPoints="1" noAdjustHandles="1" noChangeArrowheads="1" noChangeShapeType="1" noTextEdit="1"/>
              </p:cNvSpPr>
              <p:nvPr/>
            </p:nvSpPr>
            <p:spPr bwMode="auto">
              <a:xfrm>
                <a:off x="2473325" y="5646738"/>
                <a:ext cx="6137275" cy="944562"/>
              </a:xfrm>
              <a:prstGeom prst="rect">
                <a:avLst/>
              </a:prstGeom>
              <a:blipFill>
                <a:blip r:embed="rId7"/>
                <a:stretch>
                  <a:fillRect/>
                </a:stretch>
              </a:blipFill>
              <a:ln>
                <a:noFill/>
              </a:ln>
              <a:effectLst/>
            </p:spPr>
            <p:txBody>
              <a:bodyPr/>
              <a:lstStyle/>
              <a:p>
                <a:r>
                  <a:rPr lang="en-US">
                    <a:noFill/>
                  </a:rPr>
                  <a:t> </a:t>
                </a:r>
              </a:p>
            </p:txBody>
          </p:sp>
        </mc:Fallback>
      </mc:AlternateContent>
      <p:sp>
        <p:nvSpPr>
          <p:cNvPr id="5" name="TextBox 4">
            <a:extLst>
              <a:ext uri="{FF2B5EF4-FFF2-40B4-BE49-F238E27FC236}">
                <a16:creationId xmlns:a16="http://schemas.microsoft.com/office/drawing/2014/main" id="{F3A21EE9-2FF5-8AA7-F0E0-5184930428AC}"/>
              </a:ext>
            </a:extLst>
          </p:cNvPr>
          <p:cNvSpPr txBox="1"/>
          <p:nvPr/>
        </p:nvSpPr>
        <p:spPr>
          <a:xfrm>
            <a:off x="1524000" y="2266325"/>
            <a:ext cx="1594338" cy="369332"/>
          </a:xfrm>
          <a:prstGeom prst="rect">
            <a:avLst/>
          </a:prstGeom>
          <a:noFill/>
          <a:ln>
            <a:solidFill>
              <a:schemeClr val="tx1"/>
            </a:solidFill>
          </a:ln>
        </p:spPr>
        <p:txBody>
          <a:bodyPr wrap="square" rtlCol="0">
            <a:spAutoFit/>
          </a:bodyPr>
          <a:lstStyle/>
          <a:p>
            <a:r>
              <a:rPr lang="en-US" dirty="0">
                <a:ln>
                  <a:solidFill>
                    <a:schemeClr val="tx1"/>
                  </a:solidFill>
                </a:ln>
              </a:rPr>
              <a:t>Step 1</a:t>
            </a:r>
          </a:p>
        </p:txBody>
      </p:sp>
      <p:sp>
        <p:nvSpPr>
          <p:cNvPr id="6" name="TextBox 5">
            <a:extLst>
              <a:ext uri="{FF2B5EF4-FFF2-40B4-BE49-F238E27FC236}">
                <a16:creationId xmlns:a16="http://schemas.microsoft.com/office/drawing/2014/main" id="{E7F78C67-A227-7840-96D5-CCF4CA3C4D31}"/>
              </a:ext>
            </a:extLst>
          </p:cNvPr>
          <p:cNvSpPr txBox="1"/>
          <p:nvPr/>
        </p:nvSpPr>
        <p:spPr>
          <a:xfrm>
            <a:off x="1711569" y="4972675"/>
            <a:ext cx="1594338" cy="369332"/>
          </a:xfrm>
          <a:prstGeom prst="rect">
            <a:avLst/>
          </a:prstGeom>
          <a:noFill/>
          <a:ln>
            <a:solidFill>
              <a:schemeClr val="tx1"/>
            </a:solidFill>
          </a:ln>
        </p:spPr>
        <p:txBody>
          <a:bodyPr wrap="square" rtlCol="0">
            <a:spAutoFit/>
          </a:bodyPr>
          <a:lstStyle/>
          <a:p>
            <a:r>
              <a:rPr lang="en-US" b="1" dirty="0"/>
              <a:t>Step 2</a:t>
            </a:r>
          </a:p>
        </p:txBody>
      </p:sp>
    </p:spTree>
  </p:cSld>
  <p:clrMapOvr>
    <a:masterClrMapping/>
  </p:clrMapOvr>
  <p:transition/>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100" name="Slide Number Placeholder 5">
            <a:extLst>
              <a:ext uri="{FF2B5EF4-FFF2-40B4-BE49-F238E27FC236}">
                <a16:creationId xmlns:a16="http://schemas.microsoft.com/office/drawing/2014/main" id="{6623E06E-0355-960B-26D5-63058DF982AB}"/>
              </a:ext>
            </a:extLst>
          </p:cNvPr>
          <p:cNvSpPr>
            <a:spLocks noGrp="1"/>
          </p:cNvSpPr>
          <p:nvPr>
            <p:ph type="sldNum" sz="quarter" idx="12"/>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a:solidFill>
                  <a:schemeClr val="tx1"/>
                </a:solidFill>
                <a:latin typeface="Arial" panose="020B0604020202020204" pitchFamily="34" charset="0"/>
              </a:defRPr>
            </a:lvl1pPr>
            <a:lvl2pPr marL="742950" indent="-285750" eaLnBrk="0" hangingPunct="0">
              <a:defRPr>
                <a:solidFill>
                  <a:schemeClr val="tx1"/>
                </a:solidFill>
                <a:latin typeface="Arial" panose="020B0604020202020204" pitchFamily="34" charset="0"/>
              </a:defRPr>
            </a:lvl2pPr>
            <a:lvl3pPr marL="1143000" indent="-228600" eaLnBrk="0" hangingPunct="0">
              <a:defRPr>
                <a:solidFill>
                  <a:schemeClr val="tx1"/>
                </a:solidFill>
                <a:latin typeface="Arial" panose="020B0604020202020204" pitchFamily="34" charset="0"/>
              </a:defRPr>
            </a:lvl3pPr>
            <a:lvl4pPr marL="1600200" indent="-228600" eaLnBrk="0" hangingPunct="0">
              <a:defRPr>
                <a:solidFill>
                  <a:schemeClr val="tx1"/>
                </a:solidFill>
                <a:latin typeface="Arial" panose="020B0604020202020204" pitchFamily="34" charset="0"/>
              </a:defRPr>
            </a:lvl4pPr>
            <a:lvl5pPr marL="2057400" indent="-228600" eaLnBrk="0" hangingPunct="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eaLnBrk="1" hangingPunct="1"/>
            <a:r>
              <a:rPr lang="en-US" altLang="en-US"/>
              <a:t>6</a:t>
            </a:r>
          </a:p>
        </p:txBody>
      </p:sp>
      <p:graphicFrame>
        <p:nvGraphicFramePr>
          <p:cNvPr id="4098" name="Object 4">
            <a:extLst>
              <a:ext uri="{FF2B5EF4-FFF2-40B4-BE49-F238E27FC236}">
                <a16:creationId xmlns:a16="http://schemas.microsoft.com/office/drawing/2014/main" id="{74C2E46F-FF6A-E180-3197-E5675B002646}"/>
              </a:ext>
            </a:extLst>
          </p:cNvPr>
          <p:cNvGraphicFramePr>
            <a:graphicFrameLocks noGrp="1" noChangeAspect="1"/>
          </p:cNvGraphicFramePr>
          <p:nvPr>
            <p:ph idx="1"/>
            <p:extLst>
              <p:ext uri="{D42A27DB-BD31-4B8C-83A1-F6EECF244321}">
                <p14:modId xmlns:p14="http://schemas.microsoft.com/office/powerpoint/2010/main" val="1610211719"/>
              </p:ext>
            </p:extLst>
          </p:nvPr>
        </p:nvGraphicFramePr>
        <p:xfrm>
          <a:off x="1430215" y="2133601"/>
          <a:ext cx="9190893" cy="2892425"/>
        </p:xfrm>
        <a:graphic>
          <a:graphicData uri="http://schemas.openxmlformats.org/presentationml/2006/ole">
            <mc:AlternateContent xmlns:mc="http://schemas.openxmlformats.org/markup-compatibility/2006">
              <mc:Choice xmlns:v="urn:schemas-microsoft-com:vml" Requires="v">
                <p:oleObj name="Equation" r:id="rId3" imgW="2006280" imgH="1079280" progId="Equation.DSMT4">
                  <p:embed/>
                </p:oleObj>
              </mc:Choice>
              <mc:Fallback>
                <p:oleObj name="Equation" r:id="rId3" imgW="2006280" imgH="1079280" progId="Equation.DSMT4">
                  <p:embed/>
                  <p:pic>
                    <p:nvPicPr>
                      <p:cNvPr id="4098" name="Object 4">
                        <a:extLst>
                          <a:ext uri="{FF2B5EF4-FFF2-40B4-BE49-F238E27FC236}">
                            <a16:creationId xmlns:a16="http://schemas.microsoft.com/office/drawing/2014/main" id="{74C2E46F-FF6A-E180-3197-E5675B002646}"/>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1430215" y="2133601"/>
                        <a:ext cx="9190893" cy="2892425"/>
                      </a:xfrm>
                      <a:prstGeom prst="rect">
                        <a:avLst/>
                      </a:prstGeom>
                      <a:noFill/>
                      <a:ln>
                        <a:noFill/>
                      </a:ln>
                      <a:effectLst/>
                    </p:spPr>
                  </p:pic>
                </p:oleObj>
              </mc:Fallback>
            </mc:AlternateContent>
          </a:graphicData>
        </a:graphic>
      </p:graphicFrame>
      <p:sp>
        <p:nvSpPr>
          <p:cNvPr id="2" name="TextBox 1">
            <a:extLst>
              <a:ext uri="{FF2B5EF4-FFF2-40B4-BE49-F238E27FC236}">
                <a16:creationId xmlns:a16="http://schemas.microsoft.com/office/drawing/2014/main" id="{69E833FA-7ED4-D67D-89B8-A295E61C9CF4}"/>
              </a:ext>
            </a:extLst>
          </p:cNvPr>
          <p:cNvSpPr txBox="1"/>
          <p:nvPr/>
        </p:nvSpPr>
        <p:spPr>
          <a:xfrm>
            <a:off x="726831" y="2004646"/>
            <a:ext cx="2063261" cy="369332"/>
          </a:xfrm>
          <a:prstGeom prst="rect">
            <a:avLst/>
          </a:prstGeom>
          <a:noFill/>
          <a:ln>
            <a:solidFill>
              <a:schemeClr val="tx1"/>
            </a:solidFill>
          </a:ln>
        </p:spPr>
        <p:txBody>
          <a:bodyPr wrap="square" rtlCol="0">
            <a:spAutoFit/>
          </a:bodyPr>
          <a:lstStyle/>
          <a:p>
            <a:r>
              <a:rPr lang="en-US" b="1" dirty="0"/>
              <a:t>Step 3</a:t>
            </a:r>
          </a:p>
        </p:txBody>
      </p:sp>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076" name="Slide Number Placeholder 3">
            <a:extLst>
              <a:ext uri="{FF2B5EF4-FFF2-40B4-BE49-F238E27FC236}">
                <a16:creationId xmlns:a16="http://schemas.microsoft.com/office/drawing/2014/main" id="{B5C00BB1-F1E9-03E8-5536-F14A665C1B8A}"/>
              </a:ext>
            </a:extLst>
          </p:cNvPr>
          <p:cNvSpPr>
            <a:spLocks noGrp="1"/>
          </p:cNvSpPr>
          <p:nvPr>
            <p:ph type="sldNum" sz="quarter" idx="12"/>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a:solidFill>
                  <a:schemeClr val="tx1"/>
                </a:solidFill>
                <a:latin typeface="Arial" panose="020B0604020202020204" pitchFamily="34" charset="0"/>
              </a:defRPr>
            </a:lvl1pPr>
            <a:lvl2pPr marL="742950" indent="-285750" eaLnBrk="0" hangingPunct="0">
              <a:defRPr>
                <a:solidFill>
                  <a:schemeClr val="tx1"/>
                </a:solidFill>
                <a:latin typeface="Arial" panose="020B0604020202020204" pitchFamily="34" charset="0"/>
              </a:defRPr>
            </a:lvl2pPr>
            <a:lvl3pPr marL="1143000" indent="-228600" eaLnBrk="0" hangingPunct="0">
              <a:defRPr>
                <a:solidFill>
                  <a:schemeClr val="tx1"/>
                </a:solidFill>
                <a:latin typeface="Arial" panose="020B0604020202020204" pitchFamily="34" charset="0"/>
              </a:defRPr>
            </a:lvl3pPr>
            <a:lvl4pPr marL="1600200" indent="-228600" eaLnBrk="0" hangingPunct="0">
              <a:defRPr>
                <a:solidFill>
                  <a:schemeClr val="tx1"/>
                </a:solidFill>
                <a:latin typeface="Arial" panose="020B0604020202020204" pitchFamily="34" charset="0"/>
              </a:defRPr>
            </a:lvl4pPr>
            <a:lvl5pPr marL="2057400" indent="-228600" eaLnBrk="0" hangingPunct="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eaLnBrk="1" hangingPunct="1"/>
            <a:fld id="{03F88A3B-F134-4C5A-A96D-E234EF8DE834}" type="slidenum">
              <a:rPr lang="en-US" altLang="en-US"/>
              <a:pPr eaLnBrk="1" hangingPunct="1"/>
              <a:t>27</a:t>
            </a:fld>
            <a:endParaRPr lang="en-US" altLang="en-US"/>
          </a:p>
        </p:txBody>
      </p:sp>
      <p:sp>
        <p:nvSpPr>
          <p:cNvPr id="3077" name="Rectangle 2">
            <a:extLst>
              <a:ext uri="{FF2B5EF4-FFF2-40B4-BE49-F238E27FC236}">
                <a16:creationId xmlns:a16="http://schemas.microsoft.com/office/drawing/2014/main" id="{AEE0727B-F56C-F79F-5130-DFCF869A7EAA}"/>
              </a:ext>
            </a:extLst>
          </p:cNvPr>
          <p:cNvSpPr>
            <a:spLocks noGrp="1" noChangeArrowheads="1"/>
          </p:cNvSpPr>
          <p:nvPr>
            <p:ph type="title" idx="4294967295"/>
          </p:nvPr>
        </p:nvSpPr>
        <p:spPr>
          <a:xfrm>
            <a:off x="984738" y="274638"/>
            <a:ext cx="9226062" cy="715962"/>
          </a:xfrm>
          <a:ln>
            <a:solidFill>
              <a:schemeClr val="tx1"/>
            </a:solidFill>
            <a:miter lim="800000"/>
            <a:headEnd/>
            <a:tailEnd/>
          </a:ln>
        </p:spPr>
        <p:txBody>
          <a:bodyPr/>
          <a:lstStyle/>
          <a:p>
            <a:pPr eaLnBrk="1" hangingPunct="1"/>
            <a:r>
              <a:rPr lang="en-US" altLang="en-US" sz="2800"/>
              <a:t>Solution - continued</a:t>
            </a:r>
          </a:p>
        </p:txBody>
      </p:sp>
      <p:sp>
        <p:nvSpPr>
          <p:cNvPr id="3078" name="Rectangle 3">
            <a:extLst>
              <a:ext uri="{FF2B5EF4-FFF2-40B4-BE49-F238E27FC236}">
                <a16:creationId xmlns:a16="http://schemas.microsoft.com/office/drawing/2014/main" id="{C7FA4660-425B-689B-EFCF-949C660C636A}"/>
              </a:ext>
            </a:extLst>
          </p:cNvPr>
          <p:cNvSpPr>
            <a:spLocks noChangeAspect="1" noChangeArrowheads="1"/>
          </p:cNvSpPr>
          <p:nvPr/>
        </p:nvSpPr>
        <p:spPr bwMode="auto">
          <a:xfrm>
            <a:off x="2730500" y="3500438"/>
            <a:ext cx="730970" cy="4591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90488" tIns="44450" rIns="90488" bIns="44450">
            <a:spAutoFit/>
          </a:bodyPr>
          <a:lstStyle>
            <a:lvl1pPr eaLnBrk="0" hangingPunct="0">
              <a:defRPr>
                <a:solidFill>
                  <a:schemeClr val="tx1"/>
                </a:solidFill>
                <a:latin typeface="Arial" panose="020B0604020202020204" pitchFamily="34" charset="0"/>
              </a:defRPr>
            </a:lvl1pPr>
            <a:lvl2pPr marL="742950" indent="-285750" eaLnBrk="0" hangingPunct="0">
              <a:defRPr>
                <a:solidFill>
                  <a:schemeClr val="tx1"/>
                </a:solidFill>
                <a:latin typeface="Arial" panose="020B0604020202020204" pitchFamily="34" charset="0"/>
              </a:defRPr>
            </a:lvl2pPr>
            <a:lvl3pPr marL="1143000" indent="-228600" eaLnBrk="0" hangingPunct="0">
              <a:defRPr>
                <a:solidFill>
                  <a:schemeClr val="tx1"/>
                </a:solidFill>
                <a:latin typeface="Arial" panose="020B0604020202020204" pitchFamily="34" charset="0"/>
              </a:defRPr>
            </a:lvl3pPr>
            <a:lvl4pPr marL="1600200" indent="-228600" eaLnBrk="0" hangingPunct="0">
              <a:defRPr>
                <a:solidFill>
                  <a:schemeClr val="tx1"/>
                </a:solidFill>
                <a:latin typeface="Arial" panose="020B0604020202020204" pitchFamily="34" charset="0"/>
              </a:defRPr>
            </a:lvl4pPr>
            <a:lvl5pPr marL="2057400" indent="-228600" eaLnBrk="0" hangingPunct="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r>
              <a:rPr lang="en-US" altLang="en-US" sz="2400" b="1">
                <a:latin typeface="Calibri" panose="020F0502020204030204" pitchFamily="34" charset="0"/>
                <a:cs typeface="Arial" panose="020B0604020202020204" pitchFamily="34" charset="0"/>
              </a:rPr>
              <a:t>2.30</a:t>
            </a:r>
          </a:p>
        </p:txBody>
      </p:sp>
      <p:sp>
        <p:nvSpPr>
          <p:cNvPr id="3079" name="Rectangle 4">
            <a:extLst>
              <a:ext uri="{FF2B5EF4-FFF2-40B4-BE49-F238E27FC236}">
                <a16:creationId xmlns:a16="http://schemas.microsoft.com/office/drawing/2014/main" id="{23A2AF68-D7B7-B659-687A-FAB50BAC497D}"/>
              </a:ext>
            </a:extLst>
          </p:cNvPr>
          <p:cNvSpPr>
            <a:spLocks noChangeAspect="1" noChangeArrowheads="1"/>
          </p:cNvSpPr>
          <p:nvPr/>
        </p:nvSpPr>
        <p:spPr bwMode="auto">
          <a:xfrm>
            <a:off x="2730500" y="4010025"/>
            <a:ext cx="730970" cy="4591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90488" tIns="44450" rIns="90488" bIns="44450">
            <a:spAutoFit/>
          </a:bodyPr>
          <a:lstStyle>
            <a:lvl1pPr eaLnBrk="0" hangingPunct="0">
              <a:defRPr>
                <a:solidFill>
                  <a:schemeClr val="tx1"/>
                </a:solidFill>
                <a:latin typeface="Arial" panose="020B0604020202020204" pitchFamily="34" charset="0"/>
              </a:defRPr>
            </a:lvl1pPr>
            <a:lvl2pPr marL="742950" indent="-285750" eaLnBrk="0" hangingPunct="0">
              <a:defRPr>
                <a:solidFill>
                  <a:schemeClr val="tx1"/>
                </a:solidFill>
                <a:latin typeface="Arial" panose="020B0604020202020204" pitchFamily="34" charset="0"/>
              </a:defRPr>
            </a:lvl2pPr>
            <a:lvl3pPr marL="1143000" indent="-228600" eaLnBrk="0" hangingPunct="0">
              <a:defRPr>
                <a:solidFill>
                  <a:schemeClr val="tx1"/>
                </a:solidFill>
                <a:latin typeface="Arial" panose="020B0604020202020204" pitchFamily="34" charset="0"/>
              </a:defRPr>
            </a:lvl3pPr>
            <a:lvl4pPr marL="1600200" indent="-228600" eaLnBrk="0" hangingPunct="0">
              <a:defRPr>
                <a:solidFill>
                  <a:schemeClr val="tx1"/>
                </a:solidFill>
                <a:latin typeface="Arial" panose="020B0604020202020204" pitchFamily="34" charset="0"/>
              </a:defRPr>
            </a:lvl4pPr>
            <a:lvl5pPr marL="2057400" indent="-228600" eaLnBrk="0" hangingPunct="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r>
              <a:rPr lang="en-US" altLang="en-US" sz="2400" b="1">
                <a:latin typeface="Calibri" panose="020F0502020204030204" pitchFamily="34" charset="0"/>
                <a:cs typeface="Arial" panose="020B0604020202020204" pitchFamily="34" charset="0"/>
              </a:rPr>
              <a:t>2.65</a:t>
            </a:r>
          </a:p>
        </p:txBody>
      </p:sp>
      <p:sp>
        <p:nvSpPr>
          <p:cNvPr id="3080" name="Rectangle 5">
            <a:extLst>
              <a:ext uri="{FF2B5EF4-FFF2-40B4-BE49-F238E27FC236}">
                <a16:creationId xmlns:a16="http://schemas.microsoft.com/office/drawing/2014/main" id="{F1EC6BD9-D924-F0A7-EF03-DC999B0E969C}"/>
              </a:ext>
            </a:extLst>
          </p:cNvPr>
          <p:cNvSpPr>
            <a:spLocks noChangeAspect="1" noChangeArrowheads="1"/>
          </p:cNvSpPr>
          <p:nvPr/>
        </p:nvSpPr>
        <p:spPr bwMode="auto">
          <a:xfrm>
            <a:off x="2730500" y="4521200"/>
            <a:ext cx="730970" cy="4591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90488" tIns="44450" rIns="90488" bIns="44450">
            <a:spAutoFit/>
          </a:bodyPr>
          <a:lstStyle>
            <a:lvl1pPr eaLnBrk="0" hangingPunct="0">
              <a:defRPr>
                <a:solidFill>
                  <a:schemeClr val="tx1"/>
                </a:solidFill>
                <a:latin typeface="Arial" panose="020B0604020202020204" pitchFamily="34" charset="0"/>
              </a:defRPr>
            </a:lvl1pPr>
            <a:lvl2pPr marL="742950" indent="-285750" eaLnBrk="0" hangingPunct="0">
              <a:defRPr>
                <a:solidFill>
                  <a:schemeClr val="tx1"/>
                </a:solidFill>
                <a:latin typeface="Arial" panose="020B0604020202020204" pitchFamily="34" charset="0"/>
              </a:defRPr>
            </a:lvl2pPr>
            <a:lvl3pPr marL="1143000" indent="-228600" eaLnBrk="0" hangingPunct="0">
              <a:defRPr>
                <a:solidFill>
                  <a:schemeClr val="tx1"/>
                </a:solidFill>
                <a:latin typeface="Arial" panose="020B0604020202020204" pitchFamily="34" charset="0"/>
              </a:defRPr>
            </a:lvl3pPr>
            <a:lvl4pPr marL="1600200" indent="-228600" eaLnBrk="0" hangingPunct="0">
              <a:defRPr>
                <a:solidFill>
                  <a:schemeClr val="tx1"/>
                </a:solidFill>
                <a:latin typeface="Arial" panose="020B0604020202020204" pitchFamily="34" charset="0"/>
              </a:defRPr>
            </a:lvl4pPr>
            <a:lvl5pPr marL="2057400" indent="-228600" eaLnBrk="0" hangingPunct="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r>
              <a:rPr lang="en-US" altLang="en-US" sz="2400" b="1">
                <a:latin typeface="Calibri" panose="020F0502020204030204" pitchFamily="34" charset="0"/>
                <a:cs typeface="Arial" panose="020B0604020202020204" pitchFamily="34" charset="0"/>
              </a:rPr>
              <a:t>3.05</a:t>
            </a:r>
          </a:p>
        </p:txBody>
      </p:sp>
      <p:sp>
        <p:nvSpPr>
          <p:cNvPr id="3081" name="Rectangle 6">
            <a:extLst>
              <a:ext uri="{FF2B5EF4-FFF2-40B4-BE49-F238E27FC236}">
                <a16:creationId xmlns:a16="http://schemas.microsoft.com/office/drawing/2014/main" id="{A3615606-4C3A-B7EB-A2E3-61DD8D4DAFF0}"/>
              </a:ext>
            </a:extLst>
          </p:cNvPr>
          <p:cNvSpPr>
            <a:spLocks noChangeAspect="1" noChangeArrowheads="1"/>
          </p:cNvSpPr>
          <p:nvPr/>
        </p:nvSpPr>
        <p:spPr bwMode="auto">
          <a:xfrm>
            <a:off x="2636838" y="5032375"/>
            <a:ext cx="886462" cy="4591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90488" tIns="44450" rIns="90488" bIns="44450">
            <a:spAutoFit/>
          </a:bodyPr>
          <a:lstStyle>
            <a:lvl1pPr eaLnBrk="0" hangingPunct="0">
              <a:defRPr>
                <a:solidFill>
                  <a:schemeClr val="tx1"/>
                </a:solidFill>
                <a:latin typeface="Arial" panose="020B0604020202020204" pitchFamily="34" charset="0"/>
              </a:defRPr>
            </a:lvl1pPr>
            <a:lvl2pPr marL="742950" indent="-285750" eaLnBrk="0" hangingPunct="0">
              <a:defRPr>
                <a:solidFill>
                  <a:schemeClr val="tx1"/>
                </a:solidFill>
                <a:latin typeface="Arial" panose="020B0604020202020204" pitchFamily="34" charset="0"/>
              </a:defRPr>
            </a:lvl2pPr>
            <a:lvl3pPr marL="1143000" indent="-228600" eaLnBrk="0" hangingPunct="0">
              <a:defRPr>
                <a:solidFill>
                  <a:schemeClr val="tx1"/>
                </a:solidFill>
                <a:latin typeface="Arial" panose="020B0604020202020204" pitchFamily="34" charset="0"/>
              </a:defRPr>
            </a:lvl3pPr>
            <a:lvl4pPr marL="1600200" indent="-228600" eaLnBrk="0" hangingPunct="0">
              <a:defRPr>
                <a:solidFill>
                  <a:schemeClr val="tx1"/>
                </a:solidFill>
                <a:latin typeface="Arial" panose="020B0604020202020204" pitchFamily="34" charset="0"/>
              </a:defRPr>
            </a:lvl4pPr>
            <a:lvl5pPr marL="2057400" indent="-228600" eaLnBrk="0" hangingPunct="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r>
              <a:rPr lang="en-US" altLang="en-US" sz="2400" b="1" u="sng">
                <a:latin typeface="Calibri" panose="020F0502020204030204" pitchFamily="34" charset="0"/>
                <a:cs typeface="Arial" panose="020B0604020202020204" pitchFamily="34" charset="0"/>
              </a:rPr>
              <a:t>46.11</a:t>
            </a:r>
          </a:p>
        </p:txBody>
      </p:sp>
      <p:sp>
        <p:nvSpPr>
          <p:cNvPr id="3082" name="Rectangle 7">
            <a:extLst>
              <a:ext uri="{FF2B5EF4-FFF2-40B4-BE49-F238E27FC236}">
                <a16:creationId xmlns:a16="http://schemas.microsoft.com/office/drawing/2014/main" id="{96C334E4-E88E-887E-D025-1DC21341F8B7}"/>
              </a:ext>
            </a:extLst>
          </p:cNvPr>
          <p:cNvSpPr>
            <a:spLocks noChangeAspect="1" noChangeArrowheads="1"/>
          </p:cNvSpPr>
          <p:nvPr/>
        </p:nvSpPr>
        <p:spPr bwMode="auto">
          <a:xfrm>
            <a:off x="3603626" y="2409825"/>
            <a:ext cx="760413" cy="4381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lstStyle>
            <a:lvl1pPr eaLnBrk="0" hangingPunct="0">
              <a:defRPr>
                <a:solidFill>
                  <a:schemeClr val="tx1"/>
                </a:solidFill>
                <a:latin typeface="Arial" panose="020B0604020202020204" pitchFamily="34" charset="0"/>
              </a:defRPr>
            </a:lvl1pPr>
            <a:lvl2pPr marL="742950" indent="-285750" eaLnBrk="0" hangingPunct="0">
              <a:defRPr>
                <a:solidFill>
                  <a:schemeClr val="tx1"/>
                </a:solidFill>
                <a:latin typeface="Arial" panose="020B0604020202020204" pitchFamily="34" charset="0"/>
              </a:defRPr>
            </a:lvl2pPr>
            <a:lvl3pPr marL="1143000" indent="-228600" eaLnBrk="0" hangingPunct="0">
              <a:defRPr>
                <a:solidFill>
                  <a:schemeClr val="tx1"/>
                </a:solidFill>
                <a:latin typeface="Arial" panose="020B0604020202020204" pitchFamily="34" charset="0"/>
              </a:defRPr>
            </a:lvl3pPr>
            <a:lvl4pPr marL="1600200" indent="-228600" eaLnBrk="0" hangingPunct="0">
              <a:defRPr>
                <a:solidFill>
                  <a:schemeClr val="tx1"/>
                </a:solidFill>
                <a:latin typeface="Arial" panose="020B0604020202020204" pitchFamily="34" charset="0"/>
              </a:defRPr>
            </a:lvl4pPr>
            <a:lvl5pPr marL="2057400" indent="-228600" eaLnBrk="0" hangingPunct="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eaLnBrk="1" hangingPunct="1"/>
            <a:endParaRPr lang="en-US" altLang="en-US">
              <a:latin typeface="Calibri" panose="020F0502020204030204" pitchFamily="34" charset="0"/>
              <a:cs typeface="Arial" panose="020B0604020202020204" pitchFamily="34" charset="0"/>
            </a:endParaRPr>
          </a:p>
        </p:txBody>
      </p:sp>
      <p:sp>
        <p:nvSpPr>
          <p:cNvPr id="3083" name="Rectangle 8">
            <a:extLst>
              <a:ext uri="{FF2B5EF4-FFF2-40B4-BE49-F238E27FC236}">
                <a16:creationId xmlns:a16="http://schemas.microsoft.com/office/drawing/2014/main" id="{D8707490-FA7B-A36A-5148-7A2B170E59F1}"/>
              </a:ext>
            </a:extLst>
          </p:cNvPr>
          <p:cNvSpPr>
            <a:spLocks noChangeAspect="1" noChangeArrowheads="1"/>
          </p:cNvSpPr>
          <p:nvPr/>
        </p:nvSpPr>
        <p:spPr bwMode="auto">
          <a:xfrm>
            <a:off x="2144714" y="5570539"/>
            <a:ext cx="2154237" cy="49688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lstStyle>
            <a:lvl1pPr eaLnBrk="0" hangingPunct="0">
              <a:defRPr>
                <a:solidFill>
                  <a:schemeClr val="tx1"/>
                </a:solidFill>
                <a:latin typeface="Arial" panose="020B0604020202020204" pitchFamily="34" charset="0"/>
              </a:defRPr>
            </a:lvl1pPr>
            <a:lvl2pPr marL="742950" indent="-285750" eaLnBrk="0" hangingPunct="0">
              <a:defRPr>
                <a:solidFill>
                  <a:schemeClr val="tx1"/>
                </a:solidFill>
                <a:latin typeface="Arial" panose="020B0604020202020204" pitchFamily="34" charset="0"/>
              </a:defRPr>
            </a:lvl2pPr>
            <a:lvl3pPr marL="1143000" indent="-228600" eaLnBrk="0" hangingPunct="0">
              <a:defRPr>
                <a:solidFill>
                  <a:schemeClr val="tx1"/>
                </a:solidFill>
                <a:latin typeface="Arial" panose="020B0604020202020204" pitchFamily="34" charset="0"/>
              </a:defRPr>
            </a:lvl3pPr>
            <a:lvl4pPr marL="1600200" indent="-228600" eaLnBrk="0" hangingPunct="0">
              <a:defRPr>
                <a:solidFill>
                  <a:schemeClr val="tx1"/>
                </a:solidFill>
                <a:latin typeface="Arial" panose="020B0604020202020204" pitchFamily="34" charset="0"/>
              </a:defRPr>
            </a:lvl4pPr>
            <a:lvl5pPr marL="2057400" indent="-228600" eaLnBrk="0" hangingPunct="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eaLnBrk="1" hangingPunct="1"/>
            <a:endParaRPr lang="en-US" altLang="en-US">
              <a:latin typeface="Calibri" panose="020F0502020204030204" pitchFamily="34" charset="0"/>
              <a:cs typeface="Arial" panose="020B0604020202020204" pitchFamily="34" charset="0"/>
            </a:endParaRPr>
          </a:p>
        </p:txBody>
      </p:sp>
      <p:sp>
        <p:nvSpPr>
          <p:cNvPr id="3084" name="Rectangle 9">
            <a:extLst>
              <a:ext uri="{FF2B5EF4-FFF2-40B4-BE49-F238E27FC236}">
                <a16:creationId xmlns:a16="http://schemas.microsoft.com/office/drawing/2014/main" id="{22FFDEEC-1153-4637-9761-6B6A52E0B33B}"/>
              </a:ext>
            </a:extLst>
          </p:cNvPr>
          <p:cNvSpPr>
            <a:spLocks noChangeAspect="1" noChangeArrowheads="1"/>
          </p:cNvSpPr>
          <p:nvPr/>
        </p:nvSpPr>
        <p:spPr bwMode="auto">
          <a:xfrm>
            <a:off x="2876551" y="1981200"/>
            <a:ext cx="338235" cy="4591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90488" tIns="44450" rIns="90488" bIns="44450">
            <a:spAutoFit/>
          </a:bodyPr>
          <a:lstStyle>
            <a:lvl1pPr eaLnBrk="0" hangingPunct="0">
              <a:defRPr>
                <a:solidFill>
                  <a:schemeClr val="tx1"/>
                </a:solidFill>
                <a:latin typeface="Arial" panose="020B0604020202020204" pitchFamily="34" charset="0"/>
              </a:defRPr>
            </a:lvl1pPr>
            <a:lvl2pPr marL="742950" indent="-285750" eaLnBrk="0" hangingPunct="0">
              <a:defRPr>
                <a:solidFill>
                  <a:schemeClr val="tx1"/>
                </a:solidFill>
                <a:latin typeface="Arial" panose="020B0604020202020204" pitchFamily="34" charset="0"/>
              </a:defRPr>
            </a:lvl2pPr>
            <a:lvl3pPr marL="1143000" indent="-228600" eaLnBrk="0" hangingPunct="0">
              <a:defRPr>
                <a:solidFill>
                  <a:schemeClr val="tx1"/>
                </a:solidFill>
                <a:latin typeface="Arial" panose="020B0604020202020204" pitchFamily="34" charset="0"/>
              </a:defRPr>
            </a:lvl3pPr>
            <a:lvl4pPr marL="1600200" indent="-228600" eaLnBrk="0" hangingPunct="0">
              <a:defRPr>
                <a:solidFill>
                  <a:schemeClr val="tx1"/>
                </a:solidFill>
                <a:latin typeface="Arial" panose="020B0604020202020204" pitchFamily="34" charset="0"/>
              </a:defRPr>
            </a:lvl4pPr>
            <a:lvl5pPr marL="2057400" indent="-228600" eaLnBrk="0" hangingPunct="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r>
              <a:rPr lang="en-US" altLang="en-US" sz="2400" b="1">
                <a:latin typeface="Calibri" panose="020F0502020204030204" pitchFamily="34" charset="0"/>
                <a:cs typeface="Arial" panose="020B0604020202020204" pitchFamily="34" charset="0"/>
              </a:rPr>
              <a:t>0</a:t>
            </a:r>
          </a:p>
        </p:txBody>
      </p:sp>
      <p:sp>
        <p:nvSpPr>
          <p:cNvPr id="3085" name="Line 10">
            <a:extLst>
              <a:ext uri="{FF2B5EF4-FFF2-40B4-BE49-F238E27FC236}">
                <a16:creationId xmlns:a16="http://schemas.microsoft.com/office/drawing/2014/main" id="{598B9E4F-799D-91E2-C0DF-1E9853DD8B36}"/>
              </a:ext>
            </a:extLst>
          </p:cNvPr>
          <p:cNvSpPr>
            <a:spLocks noChangeAspect="1" noChangeShapeType="1"/>
          </p:cNvSpPr>
          <p:nvPr/>
        </p:nvSpPr>
        <p:spPr bwMode="auto">
          <a:xfrm>
            <a:off x="4495800" y="3381376"/>
            <a:ext cx="0" cy="303213"/>
          </a:xfrm>
          <a:prstGeom prst="line">
            <a:avLst/>
          </a:prstGeom>
          <a:noFill/>
          <a:ln w="28575">
            <a:solidFill>
              <a:srgbClr val="00279F"/>
            </a:solidFill>
            <a:round/>
            <a:headEnd type="none" w="sm" len="sm"/>
            <a:tailEnd type="none" w="sm" len="sm"/>
          </a:ln>
          <a:extLst>
            <a:ext uri="{909E8E84-426E-40DD-AFC4-6F175D3DCCD1}">
              <a14:hiddenFill xmlns:a14="http://schemas.microsoft.com/office/drawing/2010/main">
                <a:noFill/>
              </a14:hiddenFill>
            </a:ext>
          </a:extLst>
        </p:spPr>
        <p:txBody>
          <a:bodyPr wrap="none" anchor="ctr"/>
          <a:lstStyle/>
          <a:p>
            <a:endParaRPr lang="en-US"/>
          </a:p>
        </p:txBody>
      </p:sp>
      <p:sp>
        <p:nvSpPr>
          <p:cNvPr id="3086" name="Line 11">
            <a:extLst>
              <a:ext uri="{FF2B5EF4-FFF2-40B4-BE49-F238E27FC236}">
                <a16:creationId xmlns:a16="http://schemas.microsoft.com/office/drawing/2014/main" id="{AE984C95-6FD8-02AA-0B18-BA431DDE2AB1}"/>
              </a:ext>
            </a:extLst>
          </p:cNvPr>
          <p:cNvSpPr>
            <a:spLocks noChangeAspect="1" noChangeShapeType="1"/>
          </p:cNvSpPr>
          <p:nvPr/>
        </p:nvSpPr>
        <p:spPr bwMode="auto">
          <a:xfrm>
            <a:off x="6019800" y="3378200"/>
            <a:ext cx="0" cy="812800"/>
          </a:xfrm>
          <a:prstGeom prst="line">
            <a:avLst/>
          </a:prstGeom>
          <a:noFill/>
          <a:ln w="28575">
            <a:solidFill>
              <a:srgbClr val="00279F"/>
            </a:solidFill>
            <a:round/>
            <a:headEnd type="none" w="sm" len="sm"/>
            <a:tailEnd type="none" w="sm" len="sm"/>
          </a:ln>
          <a:extLst>
            <a:ext uri="{909E8E84-426E-40DD-AFC4-6F175D3DCCD1}">
              <a14:hiddenFill xmlns:a14="http://schemas.microsoft.com/office/drawing/2010/main">
                <a:noFill/>
              </a14:hiddenFill>
            </a:ext>
          </a:extLst>
        </p:spPr>
        <p:txBody>
          <a:bodyPr wrap="none" anchor="ctr"/>
          <a:lstStyle/>
          <a:p>
            <a:endParaRPr lang="en-US"/>
          </a:p>
        </p:txBody>
      </p:sp>
      <p:sp>
        <p:nvSpPr>
          <p:cNvPr id="3087" name="Line 12">
            <a:extLst>
              <a:ext uri="{FF2B5EF4-FFF2-40B4-BE49-F238E27FC236}">
                <a16:creationId xmlns:a16="http://schemas.microsoft.com/office/drawing/2014/main" id="{7D4E02AA-A85E-3C7E-5AC1-29467DB18A10}"/>
              </a:ext>
            </a:extLst>
          </p:cNvPr>
          <p:cNvSpPr>
            <a:spLocks noChangeAspect="1" noChangeShapeType="1"/>
          </p:cNvSpPr>
          <p:nvPr/>
        </p:nvSpPr>
        <p:spPr bwMode="auto">
          <a:xfrm>
            <a:off x="7669213" y="3398838"/>
            <a:ext cx="0" cy="1282700"/>
          </a:xfrm>
          <a:prstGeom prst="line">
            <a:avLst/>
          </a:prstGeom>
          <a:noFill/>
          <a:ln w="28575">
            <a:solidFill>
              <a:srgbClr val="00279F"/>
            </a:solidFill>
            <a:round/>
            <a:headEnd type="none" w="sm" len="sm"/>
            <a:tailEnd type="none" w="sm" len="sm"/>
          </a:ln>
          <a:extLst>
            <a:ext uri="{909E8E84-426E-40DD-AFC4-6F175D3DCCD1}">
              <a14:hiddenFill xmlns:a14="http://schemas.microsoft.com/office/drawing/2010/main">
                <a:noFill/>
              </a14:hiddenFill>
            </a:ext>
          </a:extLst>
        </p:spPr>
        <p:txBody>
          <a:bodyPr wrap="none" anchor="ctr"/>
          <a:lstStyle/>
          <a:p>
            <a:endParaRPr lang="en-US"/>
          </a:p>
        </p:txBody>
      </p:sp>
      <p:sp>
        <p:nvSpPr>
          <p:cNvPr id="3088" name="Line 13">
            <a:extLst>
              <a:ext uri="{FF2B5EF4-FFF2-40B4-BE49-F238E27FC236}">
                <a16:creationId xmlns:a16="http://schemas.microsoft.com/office/drawing/2014/main" id="{E899B0E5-9341-FBCF-610F-442E85598632}"/>
              </a:ext>
            </a:extLst>
          </p:cNvPr>
          <p:cNvSpPr>
            <a:spLocks noChangeAspect="1" noChangeShapeType="1"/>
          </p:cNvSpPr>
          <p:nvPr/>
        </p:nvSpPr>
        <p:spPr bwMode="auto">
          <a:xfrm flipH="1">
            <a:off x="3495675" y="4670425"/>
            <a:ext cx="4173538" cy="0"/>
          </a:xfrm>
          <a:prstGeom prst="line">
            <a:avLst/>
          </a:prstGeom>
          <a:noFill/>
          <a:ln w="28575">
            <a:solidFill>
              <a:srgbClr val="00279F"/>
            </a:solidFill>
            <a:round/>
            <a:headEnd type="none" w="sm" len="sm"/>
            <a:tailEnd type="stealth" w="med" len="lg"/>
          </a:ln>
          <a:extLst>
            <a:ext uri="{909E8E84-426E-40DD-AFC4-6F175D3DCCD1}">
              <a14:hiddenFill xmlns:a14="http://schemas.microsoft.com/office/drawing/2010/main">
                <a:noFill/>
              </a14:hiddenFill>
            </a:ext>
          </a:extLst>
        </p:spPr>
        <p:txBody>
          <a:bodyPr wrap="none" anchor="ctr"/>
          <a:lstStyle/>
          <a:p>
            <a:endParaRPr lang="en-US"/>
          </a:p>
        </p:txBody>
      </p:sp>
      <p:sp>
        <p:nvSpPr>
          <p:cNvPr id="3089" name="Line 14">
            <a:extLst>
              <a:ext uri="{FF2B5EF4-FFF2-40B4-BE49-F238E27FC236}">
                <a16:creationId xmlns:a16="http://schemas.microsoft.com/office/drawing/2014/main" id="{62169BCA-7657-7994-E63B-6E564BB3AFFA}"/>
              </a:ext>
            </a:extLst>
          </p:cNvPr>
          <p:cNvSpPr>
            <a:spLocks noChangeAspect="1" noChangeShapeType="1"/>
          </p:cNvSpPr>
          <p:nvPr/>
        </p:nvSpPr>
        <p:spPr bwMode="auto">
          <a:xfrm flipH="1">
            <a:off x="3495675" y="5183188"/>
            <a:ext cx="2312988" cy="0"/>
          </a:xfrm>
          <a:prstGeom prst="line">
            <a:avLst/>
          </a:prstGeom>
          <a:noFill/>
          <a:ln w="28575">
            <a:solidFill>
              <a:srgbClr val="00279F"/>
            </a:solidFill>
            <a:round/>
            <a:headEnd type="none" w="sm" len="sm"/>
            <a:tailEnd type="stealth" w="med" len="lg"/>
          </a:ln>
          <a:extLst>
            <a:ext uri="{909E8E84-426E-40DD-AFC4-6F175D3DCCD1}">
              <a14:hiddenFill xmlns:a14="http://schemas.microsoft.com/office/drawing/2010/main">
                <a:noFill/>
              </a14:hiddenFill>
            </a:ext>
          </a:extLst>
        </p:spPr>
        <p:txBody>
          <a:bodyPr wrap="none" anchor="ctr"/>
          <a:lstStyle/>
          <a:p>
            <a:endParaRPr lang="en-US"/>
          </a:p>
        </p:txBody>
      </p:sp>
      <p:sp>
        <p:nvSpPr>
          <p:cNvPr id="3090" name="Line 15">
            <a:extLst>
              <a:ext uri="{FF2B5EF4-FFF2-40B4-BE49-F238E27FC236}">
                <a16:creationId xmlns:a16="http://schemas.microsoft.com/office/drawing/2014/main" id="{8D5AEF64-9495-C924-1D3C-82E5F6808D58}"/>
              </a:ext>
            </a:extLst>
          </p:cNvPr>
          <p:cNvSpPr>
            <a:spLocks noChangeAspect="1" noChangeShapeType="1"/>
          </p:cNvSpPr>
          <p:nvPr/>
        </p:nvSpPr>
        <p:spPr bwMode="auto">
          <a:xfrm>
            <a:off x="3035300" y="2395539"/>
            <a:ext cx="0" cy="376237"/>
          </a:xfrm>
          <a:prstGeom prst="line">
            <a:avLst/>
          </a:prstGeom>
          <a:noFill/>
          <a:ln w="25400">
            <a:solidFill>
              <a:srgbClr val="00279F"/>
            </a:solidFill>
            <a:round/>
            <a:headEnd type="none" w="sm" len="sm"/>
            <a:tailEnd type="none" w="sm" len="sm"/>
          </a:ln>
          <a:extLst>
            <a:ext uri="{909E8E84-426E-40DD-AFC4-6F175D3DCCD1}">
              <a14:hiddenFill xmlns:a14="http://schemas.microsoft.com/office/drawing/2010/main">
                <a:noFill/>
              </a14:hiddenFill>
            </a:ext>
          </a:extLst>
        </p:spPr>
        <p:txBody>
          <a:bodyPr wrap="none" anchor="ctr"/>
          <a:lstStyle/>
          <a:p>
            <a:endParaRPr lang="en-US"/>
          </a:p>
        </p:txBody>
      </p:sp>
      <p:sp>
        <p:nvSpPr>
          <p:cNvPr id="3091" name="Rectangle 16">
            <a:extLst>
              <a:ext uri="{FF2B5EF4-FFF2-40B4-BE49-F238E27FC236}">
                <a16:creationId xmlns:a16="http://schemas.microsoft.com/office/drawing/2014/main" id="{66CB334B-A795-4ADE-8519-E949B2B73BD3}"/>
              </a:ext>
            </a:extLst>
          </p:cNvPr>
          <p:cNvSpPr>
            <a:spLocks noChangeAspect="1" noChangeArrowheads="1"/>
          </p:cNvSpPr>
          <p:nvPr/>
        </p:nvSpPr>
        <p:spPr bwMode="auto">
          <a:xfrm>
            <a:off x="4168775" y="2760663"/>
            <a:ext cx="661988" cy="4381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lstStyle>
            <a:lvl1pPr eaLnBrk="0" hangingPunct="0">
              <a:defRPr>
                <a:solidFill>
                  <a:schemeClr val="tx1"/>
                </a:solidFill>
                <a:latin typeface="Arial" panose="020B0604020202020204" pitchFamily="34" charset="0"/>
              </a:defRPr>
            </a:lvl1pPr>
            <a:lvl2pPr marL="742950" indent="-285750" eaLnBrk="0" hangingPunct="0">
              <a:defRPr>
                <a:solidFill>
                  <a:schemeClr val="tx1"/>
                </a:solidFill>
                <a:latin typeface="Arial" panose="020B0604020202020204" pitchFamily="34" charset="0"/>
              </a:defRPr>
            </a:lvl2pPr>
            <a:lvl3pPr marL="1143000" indent="-228600" eaLnBrk="0" hangingPunct="0">
              <a:defRPr>
                <a:solidFill>
                  <a:schemeClr val="tx1"/>
                </a:solidFill>
                <a:latin typeface="Arial" panose="020B0604020202020204" pitchFamily="34" charset="0"/>
              </a:defRPr>
            </a:lvl3pPr>
            <a:lvl4pPr marL="1600200" indent="-228600" eaLnBrk="0" hangingPunct="0">
              <a:defRPr>
                <a:solidFill>
                  <a:schemeClr val="tx1"/>
                </a:solidFill>
                <a:latin typeface="Arial" panose="020B0604020202020204" pitchFamily="34" charset="0"/>
              </a:defRPr>
            </a:lvl4pPr>
            <a:lvl5pPr marL="2057400" indent="-228600" eaLnBrk="0" hangingPunct="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eaLnBrk="1" hangingPunct="1"/>
            <a:endParaRPr lang="en-US" altLang="en-US">
              <a:latin typeface="Calibri" panose="020F0502020204030204" pitchFamily="34" charset="0"/>
              <a:cs typeface="Arial" panose="020B0604020202020204" pitchFamily="34" charset="0"/>
            </a:endParaRPr>
          </a:p>
        </p:txBody>
      </p:sp>
      <p:sp>
        <p:nvSpPr>
          <p:cNvPr id="3092" name="Line 17">
            <a:extLst>
              <a:ext uri="{FF2B5EF4-FFF2-40B4-BE49-F238E27FC236}">
                <a16:creationId xmlns:a16="http://schemas.microsoft.com/office/drawing/2014/main" id="{E451AD6E-E0C6-8C9F-D3C0-ECC5BE35A284}"/>
              </a:ext>
            </a:extLst>
          </p:cNvPr>
          <p:cNvSpPr>
            <a:spLocks noChangeAspect="1" noChangeShapeType="1"/>
          </p:cNvSpPr>
          <p:nvPr/>
        </p:nvSpPr>
        <p:spPr bwMode="auto">
          <a:xfrm>
            <a:off x="4519613" y="2395539"/>
            <a:ext cx="0" cy="376237"/>
          </a:xfrm>
          <a:prstGeom prst="line">
            <a:avLst/>
          </a:prstGeom>
          <a:noFill/>
          <a:ln w="25400">
            <a:solidFill>
              <a:srgbClr val="00279F"/>
            </a:solidFill>
            <a:round/>
            <a:headEnd type="none" w="sm" len="sm"/>
            <a:tailEnd type="none" w="sm" len="sm"/>
          </a:ln>
          <a:extLst>
            <a:ext uri="{909E8E84-426E-40DD-AFC4-6F175D3DCCD1}">
              <a14:hiddenFill xmlns:a14="http://schemas.microsoft.com/office/drawing/2010/main">
                <a:noFill/>
              </a14:hiddenFill>
            </a:ext>
          </a:extLst>
        </p:spPr>
        <p:txBody>
          <a:bodyPr wrap="none" anchor="ctr"/>
          <a:lstStyle/>
          <a:p>
            <a:endParaRPr lang="en-US"/>
          </a:p>
        </p:txBody>
      </p:sp>
      <p:sp>
        <p:nvSpPr>
          <p:cNvPr id="3093" name="Rectangle 18">
            <a:extLst>
              <a:ext uri="{FF2B5EF4-FFF2-40B4-BE49-F238E27FC236}">
                <a16:creationId xmlns:a16="http://schemas.microsoft.com/office/drawing/2014/main" id="{22B161CA-0350-1CB7-A927-3EC8C38D3A4E}"/>
              </a:ext>
            </a:extLst>
          </p:cNvPr>
          <p:cNvSpPr>
            <a:spLocks noChangeAspect="1" noChangeArrowheads="1"/>
          </p:cNvSpPr>
          <p:nvPr/>
        </p:nvSpPr>
        <p:spPr bwMode="auto">
          <a:xfrm>
            <a:off x="4365626" y="1981200"/>
            <a:ext cx="338235" cy="4591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90488" tIns="44450" rIns="90488" bIns="44450">
            <a:spAutoFit/>
          </a:bodyPr>
          <a:lstStyle>
            <a:lvl1pPr eaLnBrk="0" hangingPunct="0">
              <a:defRPr>
                <a:solidFill>
                  <a:schemeClr val="tx1"/>
                </a:solidFill>
                <a:latin typeface="Arial" panose="020B0604020202020204" pitchFamily="34" charset="0"/>
              </a:defRPr>
            </a:lvl1pPr>
            <a:lvl2pPr marL="742950" indent="-285750" eaLnBrk="0" hangingPunct="0">
              <a:defRPr>
                <a:solidFill>
                  <a:schemeClr val="tx1"/>
                </a:solidFill>
                <a:latin typeface="Arial" panose="020B0604020202020204" pitchFamily="34" charset="0"/>
              </a:defRPr>
            </a:lvl2pPr>
            <a:lvl3pPr marL="1143000" indent="-228600" eaLnBrk="0" hangingPunct="0">
              <a:defRPr>
                <a:solidFill>
                  <a:schemeClr val="tx1"/>
                </a:solidFill>
                <a:latin typeface="Arial" panose="020B0604020202020204" pitchFamily="34" charset="0"/>
              </a:defRPr>
            </a:lvl3pPr>
            <a:lvl4pPr marL="1600200" indent="-228600" eaLnBrk="0" hangingPunct="0">
              <a:defRPr>
                <a:solidFill>
                  <a:schemeClr val="tx1"/>
                </a:solidFill>
                <a:latin typeface="Arial" panose="020B0604020202020204" pitchFamily="34" charset="0"/>
              </a:defRPr>
            </a:lvl4pPr>
            <a:lvl5pPr marL="2057400" indent="-228600" eaLnBrk="0" hangingPunct="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r>
              <a:rPr lang="en-US" altLang="en-US" sz="2400" b="1">
                <a:latin typeface="Calibri" panose="020F0502020204030204" pitchFamily="34" charset="0"/>
                <a:cs typeface="Arial" panose="020B0604020202020204" pitchFamily="34" charset="0"/>
              </a:rPr>
              <a:t>1</a:t>
            </a:r>
          </a:p>
        </p:txBody>
      </p:sp>
      <p:sp>
        <p:nvSpPr>
          <p:cNvPr id="3094" name="Line 19">
            <a:extLst>
              <a:ext uri="{FF2B5EF4-FFF2-40B4-BE49-F238E27FC236}">
                <a16:creationId xmlns:a16="http://schemas.microsoft.com/office/drawing/2014/main" id="{FF2915DC-EAE1-77EF-1A92-18C806D1EACE}"/>
              </a:ext>
            </a:extLst>
          </p:cNvPr>
          <p:cNvSpPr>
            <a:spLocks noChangeAspect="1" noChangeShapeType="1"/>
          </p:cNvSpPr>
          <p:nvPr/>
        </p:nvSpPr>
        <p:spPr bwMode="auto">
          <a:xfrm>
            <a:off x="6005513" y="2395539"/>
            <a:ext cx="0" cy="376237"/>
          </a:xfrm>
          <a:prstGeom prst="line">
            <a:avLst/>
          </a:prstGeom>
          <a:noFill/>
          <a:ln w="25400">
            <a:solidFill>
              <a:srgbClr val="00279F"/>
            </a:solidFill>
            <a:round/>
            <a:headEnd type="none" w="sm" len="sm"/>
            <a:tailEnd type="none" w="sm" len="sm"/>
          </a:ln>
          <a:extLst>
            <a:ext uri="{909E8E84-426E-40DD-AFC4-6F175D3DCCD1}">
              <a14:hiddenFill xmlns:a14="http://schemas.microsoft.com/office/drawing/2010/main">
                <a:noFill/>
              </a14:hiddenFill>
            </a:ext>
          </a:extLst>
        </p:spPr>
        <p:txBody>
          <a:bodyPr wrap="none" anchor="ctr"/>
          <a:lstStyle/>
          <a:p>
            <a:endParaRPr lang="en-US"/>
          </a:p>
        </p:txBody>
      </p:sp>
      <p:sp>
        <p:nvSpPr>
          <p:cNvPr id="3095" name="Rectangle 20">
            <a:extLst>
              <a:ext uri="{FF2B5EF4-FFF2-40B4-BE49-F238E27FC236}">
                <a16:creationId xmlns:a16="http://schemas.microsoft.com/office/drawing/2014/main" id="{FC6C163E-9AA3-F642-BE14-87C0CB318365}"/>
              </a:ext>
            </a:extLst>
          </p:cNvPr>
          <p:cNvSpPr>
            <a:spLocks noChangeAspect="1" noChangeArrowheads="1"/>
          </p:cNvSpPr>
          <p:nvPr/>
        </p:nvSpPr>
        <p:spPr bwMode="auto">
          <a:xfrm>
            <a:off x="5678489" y="2760663"/>
            <a:ext cx="661987" cy="4381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lstStyle>
            <a:lvl1pPr eaLnBrk="0" hangingPunct="0">
              <a:defRPr>
                <a:solidFill>
                  <a:schemeClr val="tx1"/>
                </a:solidFill>
                <a:latin typeface="Arial" panose="020B0604020202020204" pitchFamily="34" charset="0"/>
              </a:defRPr>
            </a:lvl1pPr>
            <a:lvl2pPr marL="742950" indent="-285750" eaLnBrk="0" hangingPunct="0">
              <a:defRPr>
                <a:solidFill>
                  <a:schemeClr val="tx1"/>
                </a:solidFill>
                <a:latin typeface="Arial" panose="020B0604020202020204" pitchFamily="34" charset="0"/>
              </a:defRPr>
            </a:lvl2pPr>
            <a:lvl3pPr marL="1143000" indent="-228600" eaLnBrk="0" hangingPunct="0">
              <a:defRPr>
                <a:solidFill>
                  <a:schemeClr val="tx1"/>
                </a:solidFill>
                <a:latin typeface="Arial" panose="020B0604020202020204" pitchFamily="34" charset="0"/>
              </a:defRPr>
            </a:lvl3pPr>
            <a:lvl4pPr marL="1600200" indent="-228600" eaLnBrk="0" hangingPunct="0">
              <a:defRPr>
                <a:solidFill>
                  <a:schemeClr val="tx1"/>
                </a:solidFill>
                <a:latin typeface="Arial" panose="020B0604020202020204" pitchFamily="34" charset="0"/>
              </a:defRPr>
            </a:lvl4pPr>
            <a:lvl5pPr marL="2057400" indent="-228600" eaLnBrk="0" hangingPunct="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eaLnBrk="1" hangingPunct="1"/>
            <a:endParaRPr lang="en-US" altLang="en-US">
              <a:latin typeface="Calibri" panose="020F0502020204030204" pitchFamily="34" charset="0"/>
              <a:cs typeface="Arial" panose="020B0604020202020204" pitchFamily="34" charset="0"/>
            </a:endParaRPr>
          </a:p>
        </p:txBody>
      </p:sp>
      <p:sp>
        <p:nvSpPr>
          <p:cNvPr id="3096" name="Rectangle 21">
            <a:extLst>
              <a:ext uri="{FF2B5EF4-FFF2-40B4-BE49-F238E27FC236}">
                <a16:creationId xmlns:a16="http://schemas.microsoft.com/office/drawing/2014/main" id="{6C558CD1-7452-30A9-BC5B-F8B16299DCEB}"/>
              </a:ext>
            </a:extLst>
          </p:cNvPr>
          <p:cNvSpPr>
            <a:spLocks noChangeAspect="1" noChangeArrowheads="1"/>
          </p:cNvSpPr>
          <p:nvPr/>
        </p:nvSpPr>
        <p:spPr bwMode="auto">
          <a:xfrm>
            <a:off x="5802314" y="1981200"/>
            <a:ext cx="338235" cy="4591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90488" tIns="44450" rIns="90488" bIns="44450">
            <a:spAutoFit/>
          </a:bodyPr>
          <a:lstStyle>
            <a:lvl1pPr eaLnBrk="0" hangingPunct="0">
              <a:defRPr>
                <a:solidFill>
                  <a:schemeClr val="tx1"/>
                </a:solidFill>
                <a:latin typeface="Arial" panose="020B0604020202020204" pitchFamily="34" charset="0"/>
              </a:defRPr>
            </a:lvl1pPr>
            <a:lvl2pPr marL="742950" indent="-285750" eaLnBrk="0" hangingPunct="0">
              <a:defRPr>
                <a:solidFill>
                  <a:schemeClr val="tx1"/>
                </a:solidFill>
                <a:latin typeface="Arial" panose="020B0604020202020204" pitchFamily="34" charset="0"/>
              </a:defRPr>
            </a:lvl2pPr>
            <a:lvl3pPr marL="1143000" indent="-228600" eaLnBrk="0" hangingPunct="0">
              <a:defRPr>
                <a:solidFill>
                  <a:schemeClr val="tx1"/>
                </a:solidFill>
                <a:latin typeface="Arial" panose="020B0604020202020204" pitchFamily="34" charset="0"/>
              </a:defRPr>
            </a:lvl3pPr>
            <a:lvl4pPr marL="1600200" indent="-228600" eaLnBrk="0" hangingPunct="0">
              <a:defRPr>
                <a:solidFill>
                  <a:schemeClr val="tx1"/>
                </a:solidFill>
                <a:latin typeface="Arial" panose="020B0604020202020204" pitchFamily="34" charset="0"/>
              </a:defRPr>
            </a:lvl4pPr>
            <a:lvl5pPr marL="2057400" indent="-228600" eaLnBrk="0" hangingPunct="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r>
              <a:rPr lang="en-US" altLang="en-US" sz="2400" b="1">
                <a:latin typeface="Calibri" panose="020F0502020204030204" pitchFamily="34" charset="0"/>
                <a:cs typeface="Arial" panose="020B0604020202020204" pitchFamily="34" charset="0"/>
              </a:rPr>
              <a:t>2</a:t>
            </a:r>
          </a:p>
        </p:txBody>
      </p:sp>
      <p:sp>
        <p:nvSpPr>
          <p:cNvPr id="3097" name="Rectangle 22">
            <a:extLst>
              <a:ext uri="{FF2B5EF4-FFF2-40B4-BE49-F238E27FC236}">
                <a16:creationId xmlns:a16="http://schemas.microsoft.com/office/drawing/2014/main" id="{4526CEB6-21A5-F69F-7873-119C90EFEFDE}"/>
              </a:ext>
            </a:extLst>
          </p:cNvPr>
          <p:cNvSpPr>
            <a:spLocks noChangeAspect="1" noChangeArrowheads="1"/>
          </p:cNvSpPr>
          <p:nvPr/>
        </p:nvSpPr>
        <p:spPr bwMode="auto">
          <a:xfrm>
            <a:off x="7250114" y="1984375"/>
            <a:ext cx="338235" cy="4591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90488" tIns="44450" rIns="90488" bIns="44450">
            <a:spAutoFit/>
          </a:bodyPr>
          <a:lstStyle>
            <a:lvl1pPr eaLnBrk="0" hangingPunct="0">
              <a:defRPr>
                <a:solidFill>
                  <a:schemeClr val="tx1"/>
                </a:solidFill>
                <a:latin typeface="Arial" panose="020B0604020202020204" pitchFamily="34" charset="0"/>
              </a:defRPr>
            </a:lvl1pPr>
            <a:lvl2pPr marL="742950" indent="-285750" eaLnBrk="0" hangingPunct="0">
              <a:defRPr>
                <a:solidFill>
                  <a:schemeClr val="tx1"/>
                </a:solidFill>
                <a:latin typeface="Arial" panose="020B0604020202020204" pitchFamily="34" charset="0"/>
              </a:defRPr>
            </a:lvl2pPr>
            <a:lvl3pPr marL="1143000" indent="-228600" eaLnBrk="0" hangingPunct="0">
              <a:defRPr>
                <a:solidFill>
                  <a:schemeClr val="tx1"/>
                </a:solidFill>
                <a:latin typeface="Arial" panose="020B0604020202020204" pitchFamily="34" charset="0"/>
              </a:defRPr>
            </a:lvl3pPr>
            <a:lvl4pPr marL="1600200" indent="-228600" eaLnBrk="0" hangingPunct="0">
              <a:defRPr>
                <a:solidFill>
                  <a:schemeClr val="tx1"/>
                </a:solidFill>
                <a:latin typeface="Arial" panose="020B0604020202020204" pitchFamily="34" charset="0"/>
              </a:defRPr>
            </a:lvl4pPr>
            <a:lvl5pPr marL="2057400" indent="-228600" eaLnBrk="0" hangingPunct="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r>
              <a:rPr lang="en-US" altLang="en-US" sz="2400" b="1">
                <a:latin typeface="Calibri" panose="020F0502020204030204" pitchFamily="34" charset="0"/>
                <a:cs typeface="Arial" panose="020B0604020202020204" pitchFamily="34" charset="0"/>
              </a:rPr>
              <a:t>3</a:t>
            </a:r>
          </a:p>
        </p:txBody>
      </p:sp>
      <p:sp>
        <p:nvSpPr>
          <p:cNvPr id="3098" name="Line 23">
            <a:extLst>
              <a:ext uri="{FF2B5EF4-FFF2-40B4-BE49-F238E27FC236}">
                <a16:creationId xmlns:a16="http://schemas.microsoft.com/office/drawing/2014/main" id="{14FFEE21-4425-3AD9-D237-ECCC78B20720}"/>
              </a:ext>
            </a:extLst>
          </p:cNvPr>
          <p:cNvSpPr>
            <a:spLocks noChangeAspect="1" noChangeShapeType="1"/>
          </p:cNvSpPr>
          <p:nvPr/>
        </p:nvSpPr>
        <p:spPr bwMode="auto">
          <a:xfrm>
            <a:off x="9239250" y="2376488"/>
            <a:ext cx="1588" cy="374650"/>
          </a:xfrm>
          <a:prstGeom prst="line">
            <a:avLst/>
          </a:prstGeom>
          <a:noFill/>
          <a:ln w="25400">
            <a:solidFill>
              <a:srgbClr val="00279F"/>
            </a:solidFill>
            <a:round/>
            <a:headEnd type="none" w="sm" len="sm"/>
            <a:tailEnd type="none" w="sm" len="sm"/>
          </a:ln>
          <a:extLst>
            <a:ext uri="{909E8E84-426E-40DD-AFC4-6F175D3DCCD1}">
              <a14:hiddenFill xmlns:a14="http://schemas.microsoft.com/office/drawing/2010/main">
                <a:noFill/>
              </a14:hiddenFill>
            </a:ext>
          </a:extLst>
        </p:spPr>
        <p:txBody>
          <a:bodyPr wrap="none" anchor="ctr"/>
          <a:lstStyle/>
          <a:p>
            <a:endParaRPr lang="en-US"/>
          </a:p>
        </p:txBody>
      </p:sp>
      <p:sp>
        <p:nvSpPr>
          <p:cNvPr id="3099" name="Rectangle 24">
            <a:extLst>
              <a:ext uri="{FF2B5EF4-FFF2-40B4-BE49-F238E27FC236}">
                <a16:creationId xmlns:a16="http://schemas.microsoft.com/office/drawing/2014/main" id="{7147510A-52DF-02B7-D3F9-EDEE54644D0B}"/>
              </a:ext>
            </a:extLst>
          </p:cNvPr>
          <p:cNvSpPr>
            <a:spLocks noChangeAspect="1" noChangeArrowheads="1"/>
          </p:cNvSpPr>
          <p:nvPr/>
        </p:nvSpPr>
        <p:spPr bwMode="auto">
          <a:xfrm>
            <a:off x="9078914" y="1981200"/>
            <a:ext cx="338235" cy="459100"/>
          </a:xfrm>
          <a:prstGeom prst="rect">
            <a:avLst/>
          </a:prstGeom>
          <a:solidFill>
            <a:schemeClr val="bg1"/>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lIns="90488" tIns="44450" rIns="90488" bIns="44450">
            <a:spAutoFit/>
          </a:bodyPr>
          <a:lstStyle>
            <a:lvl1pPr eaLnBrk="0" hangingPunct="0">
              <a:defRPr>
                <a:solidFill>
                  <a:schemeClr val="tx1"/>
                </a:solidFill>
                <a:latin typeface="Arial" panose="020B0604020202020204" pitchFamily="34" charset="0"/>
              </a:defRPr>
            </a:lvl1pPr>
            <a:lvl2pPr marL="742950" indent="-285750" eaLnBrk="0" hangingPunct="0">
              <a:defRPr>
                <a:solidFill>
                  <a:schemeClr val="tx1"/>
                </a:solidFill>
                <a:latin typeface="Arial" panose="020B0604020202020204" pitchFamily="34" charset="0"/>
              </a:defRPr>
            </a:lvl2pPr>
            <a:lvl3pPr marL="1143000" indent="-228600" eaLnBrk="0" hangingPunct="0">
              <a:defRPr>
                <a:solidFill>
                  <a:schemeClr val="tx1"/>
                </a:solidFill>
                <a:latin typeface="Arial" panose="020B0604020202020204" pitchFamily="34" charset="0"/>
              </a:defRPr>
            </a:lvl3pPr>
            <a:lvl4pPr marL="1600200" indent="-228600" eaLnBrk="0" hangingPunct="0">
              <a:defRPr>
                <a:solidFill>
                  <a:schemeClr val="tx1"/>
                </a:solidFill>
                <a:latin typeface="Arial" panose="020B0604020202020204" pitchFamily="34" charset="0"/>
              </a:defRPr>
            </a:lvl4pPr>
            <a:lvl5pPr marL="2057400" indent="-228600" eaLnBrk="0" hangingPunct="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r>
              <a:rPr lang="en-US" altLang="en-US" sz="2400" b="1">
                <a:latin typeface="Calibri" panose="020F0502020204030204" pitchFamily="34" charset="0"/>
                <a:cs typeface="Arial" panose="020B0604020202020204" pitchFamily="34" charset="0"/>
              </a:rPr>
              <a:t>4</a:t>
            </a:r>
          </a:p>
        </p:txBody>
      </p:sp>
      <p:sp>
        <p:nvSpPr>
          <p:cNvPr id="3100" name="Rectangle 25">
            <a:extLst>
              <a:ext uri="{FF2B5EF4-FFF2-40B4-BE49-F238E27FC236}">
                <a16:creationId xmlns:a16="http://schemas.microsoft.com/office/drawing/2014/main" id="{55596392-9E3E-8A85-B76E-DFDC648F5D29}"/>
              </a:ext>
            </a:extLst>
          </p:cNvPr>
          <p:cNvSpPr>
            <a:spLocks noChangeAspect="1" noChangeArrowheads="1"/>
          </p:cNvSpPr>
          <p:nvPr/>
        </p:nvSpPr>
        <p:spPr bwMode="auto">
          <a:xfrm>
            <a:off x="1752601" y="1600201"/>
            <a:ext cx="907301" cy="397545"/>
          </a:xfrm>
          <a:prstGeom prst="rect">
            <a:avLst/>
          </a:prstGeom>
          <a:solidFill>
            <a:schemeClr val="bg1"/>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lIns="90488" tIns="44450" rIns="90488" bIns="44450">
            <a:spAutoFit/>
          </a:bodyPr>
          <a:lstStyle>
            <a:lvl1pPr eaLnBrk="0" hangingPunct="0">
              <a:defRPr>
                <a:solidFill>
                  <a:schemeClr val="tx1"/>
                </a:solidFill>
                <a:latin typeface="Arial" panose="020B0604020202020204" pitchFamily="34" charset="0"/>
              </a:defRPr>
            </a:lvl1pPr>
            <a:lvl2pPr marL="742950" indent="-285750" eaLnBrk="0" hangingPunct="0">
              <a:defRPr>
                <a:solidFill>
                  <a:schemeClr val="tx1"/>
                </a:solidFill>
                <a:latin typeface="Arial" panose="020B0604020202020204" pitchFamily="34" charset="0"/>
              </a:defRPr>
            </a:lvl2pPr>
            <a:lvl3pPr marL="1143000" indent="-228600" eaLnBrk="0" hangingPunct="0">
              <a:defRPr>
                <a:solidFill>
                  <a:schemeClr val="tx1"/>
                </a:solidFill>
                <a:latin typeface="Arial" panose="020B0604020202020204" pitchFamily="34" charset="0"/>
              </a:defRPr>
            </a:lvl3pPr>
            <a:lvl4pPr marL="1600200" indent="-228600" eaLnBrk="0" hangingPunct="0">
              <a:defRPr>
                <a:solidFill>
                  <a:schemeClr val="tx1"/>
                </a:solidFill>
                <a:latin typeface="Arial" panose="020B0604020202020204" pitchFamily="34" charset="0"/>
              </a:defRPr>
            </a:lvl4pPr>
            <a:lvl5pPr marL="2057400" indent="-228600" eaLnBrk="0" hangingPunct="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r>
              <a:rPr lang="en-US" altLang="en-US" sz="2000" b="1">
                <a:latin typeface="Calibri" panose="020F0502020204030204" pitchFamily="34" charset="0"/>
                <a:cs typeface="Arial" panose="020B0604020202020204" pitchFamily="34" charset="0"/>
              </a:rPr>
              <a:t>r =13%</a:t>
            </a:r>
          </a:p>
        </p:txBody>
      </p:sp>
      <p:sp>
        <p:nvSpPr>
          <p:cNvPr id="3101" name="Rectangle 26">
            <a:extLst>
              <a:ext uri="{FF2B5EF4-FFF2-40B4-BE49-F238E27FC236}">
                <a16:creationId xmlns:a16="http://schemas.microsoft.com/office/drawing/2014/main" id="{9F69A7BD-9D02-83F7-9AF6-54D41B6AE440}"/>
              </a:ext>
            </a:extLst>
          </p:cNvPr>
          <p:cNvSpPr>
            <a:spLocks noChangeAspect="1" noChangeArrowheads="1"/>
          </p:cNvSpPr>
          <p:nvPr/>
        </p:nvSpPr>
        <p:spPr bwMode="auto">
          <a:xfrm>
            <a:off x="2414589" y="5486400"/>
            <a:ext cx="1601401" cy="4591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90488" tIns="44450" rIns="90488" bIns="44450">
            <a:spAutoFit/>
          </a:bodyPr>
          <a:lstStyle>
            <a:lvl1pPr eaLnBrk="0" hangingPunct="0">
              <a:defRPr>
                <a:solidFill>
                  <a:schemeClr val="tx1"/>
                </a:solidFill>
                <a:latin typeface="Arial" panose="020B0604020202020204" pitchFamily="34" charset="0"/>
              </a:defRPr>
            </a:lvl1pPr>
            <a:lvl2pPr marL="742950" indent="-285750" eaLnBrk="0" hangingPunct="0">
              <a:defRPr>
                <a:solidFill>
                  <a:schemeClr val="tx1"/>
                </a:solidFill>
                <a:latin typeface="Arial" panose="020B0604020202020204" pitchFamily="34" charset="0"/>
              </a:defRPr>
            </a:lvl2pPr>
            <a:lvl3pPr marL="1143000" indent="-228600" eaLnBrk="0" hangingPunct="0">
              <a:defRPr>
                <a:solidFill>
                  <a:schemeClr val="tx1"/>
                </a:solidFill>
                <a:latin typeface="Arial" panose="020B0604020202020204" pitchFamily="34" charset="0"/>
              </a:defRPr>
            </a:lvl3pPr>
            <a:lvl4pPr marL="1600200" indent="-228600" eaLnBrk="0" hangingPunct="0">
              <a:defRPr>
                <a:solidFill>
                  <a:schemeClr val="tx1"/>
                </a:solidFill>
                <a:latin typeface="Arial" panose="020B0604020202020204" pitchFamily="34" charset="0"/>
              </a:defRPr>
            </a:lvl4pPr>
            <a:lvl5pPr marL="2057400" indent="-228600" eaLnBrk="0" hangingPunct="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r>
              <a:rPr lang="en-US" altLang="en-US" sz="2400" b="1">
                <a:latin typeface="Calibri" panose="020F0502020204030204" pitchFamily="34" charset="0"/>
                <a:cs typeface="Arial" panose="020B0604020202020204" pitchFamily="34" charset="0"/>
              </a:rPr>
              <a:t>$54.11 = P</a:t>
            </a:r>
            <a:r>
              <a:rPr lang="en-US" altLang="en-US" sz="2400" b="1" baseline="-25000">
                <a:latin typeface="Calibri" panose="020F0502020204030204" pitchFamily="34" charset="0"/>
                <a:cs typeface="Arial" panose="020B0604020202020204" pitchFamily="34" charset="0"/>
              </a:rPr>
              <a:t>0</a:t>
            </a:r>
          </a:p>
        </p:txBody>
      </p:sp>
      <p:sp>
        <p:nvSpPr>
          <p:cNvPr id="3102" name="Rectangle 27">
            <a:extLst>
              <a:ext uri="{FF2B5EF4-FFF2-40B4-BE49-F238E27FC236}">
                <a16:creationId xmlns:a16="http://schemas.microsoft.com/office/drawing/2014/main" id="{D9ABADE7-9224-FD61-3DBD-978A5D450F8F}"/>
              </a:ext>
            </a:extLst>
          </p:cNvPr>
          <p:cNvSpPr>
            <a:spLocks noChangeAspect="1" noChangeArrowheads="1"/>
          </p:cNvSpPr>
          <p:nvPr/>
        </p:nvSpPr>
        <p:spPr bwMode="auto">
          <a:xfrm>
            <a:off x="3168650" y="2595564"/>
            <a:ext cx="995466" cy="39754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90488" tIns="44450" rIns="90488" bIns="44450">
            <a:spAutoFit/>
          </a:bodyPr>
          <a:lstStyle>
            <a:lvl1pPr eaLnBrk="0" hangingPunct="0">
              <a:defRPr>
                <a:solidFill>
                  <a:schemeClr val="tx1"/>
                </a:solidFill>
                <a:latin typeface="Arial" panose="020B0604020202020204" pitchFamily="34" charset="0"/>
              </a:defRPr>
            </a:lvl1pPr>
            <a:lvl2pPr marL="742950" indent="-285750" eaLnBrk="0" hangingPunct="0">
              <a:defRPr>
                <a:solidFill>
                  <a:schemeClr val="tx1"/>
                </a:solidFill>
                <a:latin typeface="Arial" panose="020B0604020202020204" pitchFamily="34" charset="0"/>
              </a:defRPr>
            </a:lvl2pPr>
            <a:lvl3pPr marL="1143000" indent="-228600" eaLnBrk="0" hangingPunct="0">
              <a:defRPr>
                <a:solidFill>
                  <a:schemeClr val="tx1"/>
                </a:solidFill>
                <a:latin typeface="Arial" panose="020B0604020202020204" pitchFamily="34" charset="0"/>
              </a:defRPr>
            </a:lvl3pPr>
            <a:lvl4pPr marL="1600200" indent="-228600" eaLnBrk="0" hangingPunct="0">
              <a:defRPr>
                <a:solidFill>
                  <a:schemeClr val="tx1"/>
                </a:solidFill>
                <a:latin typeface="Arial" panose="020B0604020202020204" pitchFamily="34" charset="0"/>
              </a:defRPr>
            </a:lvl4pPr>
            <a:lvl5pPr marL="2057400" indent="-228600" eaLnBrk="0" hangingPunct="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r>
              <a:rPr lang="en-US" altLang="en-US" sz="2000" b="1">
                <a:latin typeface="Calibri" panose="020F0502020204030204" pitchFamily="34" charset="0"/>
                <a:cs typeface="Arial" panose="020B0604020202020204" pitchFamily="34" charset="0"/>
              </a:rPr>
              <a:t>g = 30%</a:t>
            </a:r>
          </a:p>
        </p:txBody>
      </p:sp>
      <p:sp>
        <p:nvSpPr>
          <p:cNvPr id="3103" name="Rectangle 28">
            <a:extLst>
              <a:ext uri="{FF2B5EF4-FFF2-40B4-BE49-F238E27FC236}">
                <a16:creationId xmlns:a16="http://schemas.microsoft.com/office/drawing/2014/main" id="{E5133043-F04B-4D82-1912-99A8EE80D403}"/>
              </a:ext>
            </a:extLst>
          </p:cNvPr>
          <p:cNvSpPr>
            <a:spLocks noChangeAspect="1" noChangeArrowheads="1"/>
          </p:cNvSpPr>
          <p:nvPr/>
        </p:nvSpPr>
        <p:spPr bwMode="auto">
          <a:xfrm>
            <a:off x="4700588" y="2595564"/>
            <a:ext cx="995466" cy="39754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90488" tIns="44450" rIns="90488" bIns="44450">
            <a:spAutoFit/>
          </a:bodyPr>
          <a:lstStyle>
            <a:lvl1pPr eaLnBrk="0" hangingPunct="0">
              <a:defRPr>
                <a:solidFill>
                  <a:schemeClr val="tx1"/>
                </a:solidFill>
                <a:latin typeface="Arial" panose="020B0604020202020204" pitchFamily="34" charset="0"/>
              </a:defRPr>
            </a:lvl1pPr>
            <a:lvl2pPr marL="742950" indent="-285750" eaLnBrk="0" hangingPunct="0">
              <a:defRPr>
                <a:solidFill>
                  <a:schemeClr val="tx1"/>
                </a:solidFill>
                <a:latin typeface="Arial" panose="020B0604020202020204" pitchFamily="34" charset="0"/>
              </a:defRPr>
            </a:lvl2pPr>
            <a:lvl3pPr marL="1143000" indent="-228600" eaLnBrk="0" hangingPunct="0">
              <a:defRPr>
                <a:solidFill>
                  <a:schemeClr val="tx1"/>
                </a:solidFill>
                <a:latin typeface="Arial" panose="020B0604020202020204" pitchFamily="34" charset="0"/>
              </a:defRPr>
            </a:lvl3pPr>
            <a:lvl4pPr marL="1600200" indent="-228600" eaLnBrk="0" hangingPunct="0">
              <a:defRPr>
                <a:solidFill>
                  <a:schemeClr val="tx1"/>
                </a:solidFill>
                <a:latin typeface="Arial" panose="020B0604020202020204" pitchFamily="34" charset="0"/>
              </a:defRPr>
            </a:lvl4pPr>
            <a:lvl5pPr marL="2057400" indent="-228600" eaLnBrk="0" hangingPunct="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r>
              <a:rPr lang="en-US" altLang="en-US" sz="2000" b="1">
                <a:latin typeface="Calibri" panose="020F0502020204030204" pitchFamily="34" charset="0"/>
                <a:cs typeface="Arial" panose="020B0604020202020204" pitchFamily="34" charset="0"/>
              </a:rPr>
              <a:t>g = 30%</a:t>
            </a:r>
          </a:p>
        </p:txBody>
      </p:sp>
      <p:sp>
        <p:nvSpPr>
          <p:cNvPr id="3104" name="Rectangle 29">
            <a:extLst>
              <a:ext uri="{FF2B5EF4-FFF2-40B4-BE49-F238E27FC236}">
                <a16:creationId xmlns:a16="http://schemas.microsoft.com/office/drawing/2014/main" id="{85B269D6-0F47-5842-A074-04AB0E4EB078}"/>
              </a:ext>
            </a:extLst>
          </p:cNvPr>
          <p:cNvSpPr>
            <a:spLocks noChangeAspect="1" noChangeArrowheads="1"/>
          </p:cNvSpPr>
          <p:nvPr/>
        </p:nvSpPr>
        <p:spPr bwMode="auto">
          <a:xfrm>
            <a:off x="6159500" y="2595564"/>
            <a:ext cx="995466" cy="39754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90488" tIns="44450" rIns="90488" bIns="44450">
            <a:spAutoFit/>
          </a:bodyPr>
          <a:lstStyle>
            <a:lvl1pPr eaLnBrk="0" hangingPunct="0">
              <a:defRPr>
                <a:solidFill>
                  <a:schemeClr val="tx1"/>
                </a:solidFill>
                <a:latin typeface="Arial" panose="020B0604020202020204" pitchFamily="34" charset="0"/>
              </a:defRPr>
            </a:lvl1pPr>
            <a:lvl2pPr marL="742950" indent="-285750" eaLnBrk="0" hangingPunct="0">
              <a:defRPr>
                <a:solidFill>
                  <a:schemeClr val="tx1"/>
                </a:solidFill>
                <a:latin typeface="Arial" panose="020B0604020202020204" pitchFamily="34" charset="0"/>
              </a:defRPr>
            </a:lvl2pPr>
            <a:lvl3pPr marL="1143000" indent="-228600" eaLnBrk="0" hangingPunct="0">
              <a:defRPr>
                <a:solidFill>
                  <a:schemeClr val="tx1"/>
                </a:solidFill>
                <a:latin typeface="Arial" panose="020B0604020202020204" pitchFamily="34" charset="0"/>
              </a:defRPr>
            </a:lvl3pPr>
            <a:lvl4pPr marL="1600200" indent="-228600" eaLnBrk="0" hangingPunct="0">
              <a:defRPr>
                <a:solidFill>
                  <a:schemeClr val="tx1"/>
                </a:solidFill>
                <a:latin typeface="Arial" panose="020B0604020202020204" pitchFamily="34" charset="0"/>
              </a:defRPr>
            </a:lvl4pPr>
            <a:lvl5pPr marL="2057400" indent="-228600" eaLnBrk="0" hangingPunct="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r>
              <a:rPr lang="en-US" altLang="en-US" sz="2000" b="1">
                <a:latin typeface="Calibri" panose="020F0502020204030204" pitchFamily="34" charset="0"/>
                <a:cs typeface="Arial" panose="020B0604020202020204" pitchFamily="34" charset="0"/>
              </a:rPr>
              <a:t>g = 30%</a:t>
            </a:r>
          </a:p>
        </p:txBody>
      </p:sp>
      <p:sp>
        <p:nvSpPr>
          <p:cNvPr id="3105" name="Rectangle 30">
            <a:extLst>
              <a:ext uri="{FF2B5EF4-FFF2-40B4-BE49-F238E27FC236}">
                <a16:creationId xmlns:a16="http://schemas.microsoft.com/office/drawing/2014/main" id="{AABE8DD6-C6DA-A790-B589-8DB60EBCE37A}"/>
              </a:ext>
            </a:extLst>
          </p:cNvPr>
          <p:cNvSpPr>
            <a:spLocks noChangeAspect="1" noChangeArrowheads="1"/>
          </p:cNvSpPr>
          <p:nvPr/>
        </p:nvSpPr>
        <p:spPr bwMode="auto">
          <a:xfrm>
            <a:off x="7839076" y="2595564"/>
            <a:ext cx="865623" cy="397545"/>
          </a:xfrm>
          <a:prstGeom prst="rect">
            <a:avLst/>
          </a:prstGeom>
          <a:solidFill>
            <a:schemeClr val="bg1"/>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lIns="90488" tIns="44450" rIns="90488" bIns="44450">
            <a:spAutoFit/>
          </a:bodyPr>
          <a:lstStyle>
            <a:lvl1pPr eaLnBrk="0" hangingPunct="0">
              <a:defRPr>
                <a:solidFill>
                  <a:schemeClr val="tx1"/>
                </a:solidFill>
                <a:latin typeface="Arial" panose="020B0604020202020204" pitchFamily="34" charset="0"/>
              </a:defRPr>
            </a:lvl1pPr>
            <a:lvl2pPr marL="742950" indent="-285750" eaLnBrk="0" hangingPunct="0">
              <a:defRPr>
                <a:solidFill>
                  <a:schemeClr val="tx1"/>
                </a:solidFill>
                <a:latin typeface="Arial" panose="020B0604020202020204" pitchFamily="34" charset="0"/>
              </a:defRPr>
            </a:lvl2pPr>
            <a:lvl3pPr marL="1143000" indent="-228600" eaLnBrk="0" hangingPunct="0">
              <a:defRPr>
                <a:solidFill>
                  <a:schemeClr val="tx1"/>
                </a:solidFill>
                <a:latin typeface="Arial" panose="020B0604020202020204" pitchFamily="34" charset="0"/>
              </a:defRPr>
            </a:lvl3pPr>
            <a:lvl4pPr marL="1600200" indent="-228600" eaLnBrk="0" hangingPunct="0">
              <a:defRPr>
                <a:solidFill>
                  <a:schemeClr val="tx1"/>
                </a:solidFill>
                <a:latin typeface="Arial" panose="020B0604020202020204" pitchFamily="34" charset="0"/>
              </a:defRPr>
            </a:lvl4pPr>
            <a:lvl5pPr marL="2057400" indent="-228600" eaLnBrk="0" hangingPunct="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r>
              <a:rPr lang="en-US" altLang="en-US" sz="2000" b="1">
                <a:latin typeface="Calibri" panose="020F0502020204030204" pitchFamily="34" charset="0"/>
                <a:cs typeface="Arial" panose="020B0604020202020204" pitchFamily="34" charset="0"/>
              </a:rPr>
              <a:t>g = 6%</a:t>
            </a:r>
          </a:p>
        </p:txBody>
      </p:sp>
      <p:sp>
        <p:nvSpPr>
          <p:cNvPr id="3106" name="Rectangle 31">
            <a:extLst>
              <a:ext uri="{FF2B5EF4-FFF2-40B4-BE49-F238E27FC236}">
                <a16:creationId xmlns:a16="http://schemas.microsoft.com/office/drawing/2014/main" id="{8D31309D-3F48-31E7-9283-9D42008DE51B}"/>
              </a:ext>
            </a:extLst>
          </p:cNvPr>
          <p:cNvSpPr>
            <a:spLocks noChangeAspect="1" noChangeArrowheads="1"/>
          </p:cNvSpPr>
          <p:nvPr/>
        </p:nvSpPr>
        <p:spPr bwMode="auto">
          <a:xfrm>
            <a:off x="8763001" y="2989264"/>
            <a:ext cx="1101725" cy="365125"/>
          </a:xfrm>
          <a:prstGeom prst="rect">
            <a:avLst/>
          </a:prstGeom>
          <a:solidFill>
            <a:schemeClr val="bg1"/>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lvl1pPr eaLnBrk="0" hangingPunct="0">
              <a:defRPr>
                <a:solidFill>
                  <a:schemeClr val="tx1"/>
                </a:solidFill>
                <a:latin typeface="Arial" panose="020B0604020202020204" pitchFamily="34" charset="0"/>
              </a:defRPr>
            </a:lvl1pPr>
            <a:lvl2pPr marL="742950" indent="-285750" eaLnBrk="0" hangingPunct="0">
              <a:defRPr>
                <a:solidFill>
                  <a:schemeClr val="tx1"/>
                </a:solidFill>
                <a:latin typeface="Arial" panose="020B0604020202020204" pitchFamily="34" charset="0"/>
              </a:defRPr>
            </a:lvl2pPr>
            <a:lvl3pPr marL="1143000" indent="-228600" eaLnBrk="0" hangingPunct="0">
              <a:defRPr>
                <a:solidFill>
                  <a:schemeClr val="tx1"/>
                </a:solidFill>
                <a:latin typeface="Arial" panose="020B0604020202020204" pitchFamily="34" charset="0"/>
              </a:defRPr>
            </a:lvl3pPr>
            <a:lvl4pPr marL="1600200" indent="-228600" eaLnBrk="0" hangingPunct="0">
              <a:defRPr>
                <a:solidFill>
                  <a:schemeClr val="tx1"/>
                </a:solidFill>
                <a:latin typeface="Arial" panose="020B0604020202020204" pitchFamily="34" charset="0"/>
              </a:defRPr>
            </a:lvl4pPr>
            <a:lvl5pPr marL="2057400" indent="-228600" eaLnBrk="0" hangingPunct="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algn="ctr" eaLnBrk="1" hangingPunct="1"/>
            <a:endParaRPr lang="en-US" altLang="en-US" sz="2400">
              <a:latin typeface="Calibri" panose="020F0502020204030204" pitchFamily="34" charset="0"/>
              <a:cs typeface="Arial" panose="020B0604020202020204" pitchFamily="34" charset="0"/>
            </a:endParaRPr>
          </a:p>
        </p:txBody>
      </p:sp>
      <p:sp>
        <p:nvSpPr>
          <p:cNvPr id="3107" name="Rectangle 32">
            <a:extLst>
              <a:ext uri="{FF2B5EF4-FFF2-40B4-BE49-F238E27FC236}">
                <a16:creationId xmlns:a16="http://schemas.microsoft.com/office/drawing/2014/main" id="{5A2E7D6A-49F2-0542-F912-6FF5307A3375}"/>
              </a:ext>
            </a:extLst>
          </p:cNvPr>
          <p:cNvSpPr>
            <a:spLocks noChangeAspect="1" noChangeArrowheads="1"/>
          </p:cNvSpPr>
          <p:nvPr/>
        </p:nvSpPr>
        <p:spPr bwMode="auto">
          <a:xfrm>
            <a:off x="2057400" y="2990850"/>
            <a:ext cx="8153400" cy="4591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90488" tIns="44450" rIns="90488" bIns="44450">
            <a:spAutoFit/>
          </a:bodyPr>
          <a:lstStyle>
            <a:lvl1pPr eaLnBrk="0" hangingPunct="0">
              <a:defRPr>
                <a:solidFill>
                  <a:schemeClr val="tx1"/>
                </a:solidFill>
                <a:latin typeface="Arial" panose="020B0604020202020204" pitchFamily="34" charset="0"/>
              </a:defRPr>
            </a:lvl1pPr>
            <a:lvl2pPr marL="742950" indent="-285750" eaLnBrk="0" hangingPunct="0">
              <a:defRPr>
                <a:solidFill>
                  <a:schemeClr val="tx1"/>
                </a:solidFill>
                <a:latin typeface="Arial" panose="020B0604020202020204" pitchFamily="34" charset="0"/>
              </a:defRPr>
            </a:lvl2pPr>
            <a:lvl3pPr marL="1143000" indent="-228600" eaLnBrk="0" hangingPunct="0">
              <a:defRPr>
                <a:solidFill>
                  <a:schemeClr val="tx1"/>
                </a:solidFill>
                <a:latin typeface="Arial" panose="020B0604020202020204" pitchFamily="34" charset="0"/>
              </a:defRPr>
            </a:lvl3pPr>
            <a:lvl4pPr marL="1600200" indent="-228600" eaLnBrk="0" hangingPunct="0">
              <a:defRPr>
                <a:solidFill>
                  <a:schemeClr val="tx1"/>
                </a:solidFill>
                <a:latin typeface="Arial" panose="020B0604020202020204" pitchFamily="34" charset="0"/>
              </a:defRPr>
            </a:lvl4pPr>
            <a:lvl5pPr marL="2057400" indent="-228600" eaLnBrk="0" hangingPunct="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r>
              <a:rPr lang="en-US" altLang="en-US" sz="2400" b="1">
                <a:latin typeface="Calibri" panose="020F0502020204030204" pitchFamily="34" charset="0"/>
                <a:cs typeface="Arial" panose="020B0604020202020204" pitchFamily="34" charset="0"/>
              </a:rPr>
              <a:t>D</a:t>
            </a:r>
            <a:r>
              <a:rPr lang="en-US" altLang="en-US" sz="2400" b="1" baseline="-25000">
                <a:latin typeface="Calibri" panose="020F0502020204030204" pitchFamily="34" charset="0"/>
                <a:cs typeface="Arial" panose="020B0604020202020204" pitchFamily="34" charset="0"/>
              </a:rPr>
              <a:t>0</a:t>
            </a:r>
            <a:r>
              <a:rPr lang="en-US" altLang="en-US" sz="2400" b="1">
                <a:latin typeface="Calibri" panose="020F0502020204030204" pitchFamily="34" charset="0"/>
                <a:cs typeface="Arial" panose="020B0604020202020204" pitchFamily="34" charset="0"/>
              </a:rPr>
              <a:t> = 2.00 	   </a:t>
            </a:r>
            <a:r>
              <a:rPr lang="en-US" altLang="en-US" sz="2400" b="1">
                <a:solidFill>
                  <a:srgbClr val="FF0000"/>
                </a:solidFill>
                <a:latin typeface="Calibri" panose="020F0502020204030204" pitchFamily="34" charset="0"/>
                <a:cs typeface="Arial" panose="020B0604020202020204" pitchFamily="34" charset="0"/>
              </a:rPr>
              <a:t>2.60</a:t>
            </a:r>
            <a:r>
              <a:rPr lang="en-US" altLang="en-US" sz="2400" b="1">
                <a:latin typeface="Calibri" panose="020F0502020204030204" pitchFamily="34" charset="0"/>
                <a:cs typeface="Arial" panose="020B0604020202020204" pitchFamily="34" charset="0"/>
              </a:rPr>
              <a:t>          </a:t>
            </a:r>
            <a:r>
              <a:rPr lang="en-US" altLang="en-US" sz="2400" b="1">
                <a:solidFill>
                  <a:srgbClr val="FF0000"/>
                </a:solidFill>
                <a:latin typeface="Calibri" panose="020F0502020204030204" pitchFamily="34" charset="0"/>
                <a:cs typeface="Arial" panose="020B0604020202020204" pitchFamily="34" charset="0"/>
              </a:rPr>
              <a:t>3.38</a:t>
            </a:r>
            <a:r>
              <a:rPr lang="en-US" altLang="en-US" sz="2400" b="1">
                <a:latin typeface="Calibri" panose="020F0502020204030204" pitchFamily="34" charset="0"/>
                <a:cs typeface="Arial" panose="020B0604020202020204" pitchFamily="34" charset="0"/>
              </a:rPr>
              <a:t>          </a:t>
            </a:r>
            <a:r>
              <a:rPr lang="en-US" altLang="en-US" sz="2400" b="1">
                <a:solidFill>
                  <a:srgbClr val="FF0000"/>
                </a:solidFill>
                <a:latin typeface="Calibri" panose="020F0502020204030204" pitchFamily="34" charset="0"/>
                <a:cs typeface="Arial" panose="020B0604020202020204" pitchFamily="34" charset="0"/>
              </a:rPr>
              <a:t>4.394</a:t>
            </a:r>
            <a:r>
              <a:rPr lang="en-US" altLang="en-US" sz="2400" b="1">
                <a:latin typeface="Calibri" panose="020F0502020204030204" pitchFamily="34" charset="0"/>
                <a:cs typeface="Arial" panose="020B0604020202020204" pitchFamily="34" charset="0"/>
              </a:rPr>
              <a:t>            4.6576</a:t>
            </a:r>
          </a:p>
        </p:txBody>
      </p:sp>
      <p:sp>
        <p:nvSpPr>
          <p:cNvPr id="3108" name="Line 33">
            <a:extLst>
              <a:ext uri="{FF2B5EF4-FFF2-40B4-BE49-F238E27FC236}">
                <a16:creationId xmlns:a16="http://schemas.microsoft.com/office/drawing/2014/main" id="{CD7A1217-C9EA-55AA-0710-B15A6E68F428}"/>
              </a:ext>
            </a:extLst>
          </p:cNvPr>
          <p:cNvSpPr>
            <a:spLocks noChangeAspect="1" noChangeShapeType="1"/>
          </p:cNvSpPr>
          <p:nvPr/>
        </p:nvSpPr>
        <p:spPr bwMode="auto">
          <a:xfrm flipH="1">
            <a:off x="8385176" y="3386139"/>
            <a:ext cx="760413" cy="1190625"/>
          </a:xfrm>
          <a:prstGeom prst="line">
            <a:avLst/>
          </a:prstGeom>
          <a:noFill/>
          <a:ln w="28575">
            <a:solidFill>
              <a:srgbClr val="00279F"/>
            </a:solidFill>
            <a:round/>
            <a:headEnd type="none" w="sm" len="sm"/>
            <a:tailEnd type="stealth" w="med" len="lg"/>
          </a:ln>
          <a:extLst>
            <a:ext uri="{909E8E84-426E-40DD-AFC4-6F175D3DCCD1}">
              <a14:hiddenFill xmlns:a14="http://schemas.microsoft.com/office/drawing/2010/main">
                <a:noFill/>
              </a14:hiddenFill>
            </a:ext>
          </a:extLst>
        </p:spPr>
        <p:txBody>
          <a:bodyPr wrap="none" anchor="ctr"/>
          <a:lstStyle/>
          <a:p>
            <a:endParaRPr lang="en-US"/>
          </a:p>
        </p:txBody>
      </p:sp>
      <p:sp>
        <p:nvSpPr>
          <p:cNvPr id="3109" name="Line 34">
            <a:extLst>
              <a:ext uri="{FF2B5EF4-FFF2-40B4-BE49-F238E27FC236}">
                <a16:creationId xmlns:a16="http://schemas.microsoft.com/office/drawing/2014/main" id="{04E91EC8-0303-34C6-DCE3-5C2E1EE63637}"/>
              </a:ext>
            </a:extLst>
          </p:cNvPr>
          <p:cNvSpPr>
            <a:spLocks noChangeAspect="1" noChangeShapeType="1"/>
          </p:cNvSpPr>
          <p:nvPr/>
        </p:nvSpPr>
        <p:spPr bwMode="auto">
          <a:xfrm flipH="1">
            <a:off x="3495675" y="3668713"/>
            <a:ext cx="990600" cy="0"/>
          </a:xfrm>
          <a:prstGeom prst="line">
            <a:avLst/>
          </a:prstGeom>
          <a:noFill/>
          <a:ln w="28575">
            <a:solidFill>
              <a:srgbClr val="00279F"/>
            </a:solidFill>
            <a:round/>
            <a:headEnd type="none" w="sm" len="sm"/>
            <a:tailEnd type="stealth" w="med" len="lg"/>
          </a:ln>
          <a:extLst>
            <a:ext uri="{909E8E84-426E-40DD-AFC4-6F175D3DCCD1}">
              <a14:hiddenFill xmlns:a14="http://schemas.microsoft.com/office/drawing/2010/main">
                <a:noFill/>
              </a14:hiddenFill>
            </a:ext>
          </a:extLst>
        </p:spPr>
        <p:txBody>
          <a:bodyPr wrap="none" anchor="ctr"/>
          <a:lstStyle/>
          <a:p>
            <a:endParaRPr lang="en-US"/>
          </a:p>
        </p:txBody>
      </p:sp>
      <p:sp>
        <p:nvSpPr>
          <p:cNvPr id="3110" name="Line 35">
            <a:extLst>
              <a:ext uri="{FF2B5EF4-FFF2-40B4-BE49-F238E27FC236}">
                <a16:creationId xmlns:a16="http://schemas.microsoft.com/office/drawing/2014/main" id="{7268EADD-1F81-49A1-C611-9215A3628A67}"/>
              </a:ext>
            </a:extLst>
          </p:cNvPr>
          <p:cNvSpPr>
            <a:spLocks noChangeAspect="1" noChangeShapeType="1"/>
          </p:cNvSpPr>
          <p:nvPr/>
        </p:nvSpPr>
        <p:spPr bwMode="auto">
          <a:xfrm flipH="1">
            <a:off x="3495675" y="4197350"/>
            <a:ext cx="2522538" cy="0"/>
          </a:xfrm>
          <a:prstGeom prst="line">
            <a:avLst/>
          </a:prstGeom>
          <a:noFill/>
          <a:ln w="28575">
            <a:solidFill>
              <a:srgbClr val="00279F"/>
            </a:solidFill>
            <a:round/>
            <a:headEnd type="none" w="sm" len="sm"/>
            <a:tailEnd type="stealth" w="med" len="lg"/>
          </a:ln>
          <a:extLst>
            <a:ext uri="{909E8E84-426E-40DD-AFC4-6F175D3DCCD1}">
              <a14:hiddenFill xmlns:a14="http://schemas.microsoft.com/office/drawing/2010/main">
                <a:noFill/>
              </a14:hiddenFill>
            </a:ext>
          </a:extLst>
        </p:spPr>
        <p:txBody>
          <a:bodyPr wrap="none" anchor="ctr"/>
          <a:lstStyle/>
          <a:p>
            <a:endParaRPr lang="en-US"/>
          </a:p>
        </p:txBody>
      </p:sp>
      <p:sp>
        <p:nvSpPr>
          <p:cNvPr id="3111" name="Line 36">
            <a:extLst>
              <a:ext uri="{FF2B5EF4-FFF2-40B4-BE49-F238E27FC236}">
                <a16:creationId xmlns:a16="http://schemas.microsoft.com/office/drawing/2014/main" id="{AEA4CDB3-1B1C-80F1-0154-693E4B3663E9}"/>
              </a:ext>
            </a:extLst>
          </p:cNvPr>
          <p:cNvSpPr>
            <a:spLocks noChangeShapeType="1"/>
          </p:cNvSpPr>
          <p:nvPr/>
        </p:nvSpPr>
        <p:spPr bwMode="auto">
          <a:xfrm>
            <a:off x="7478713" y="2368550"/>
            <a:ext cx="0" cy="374650"/>
          </a:xfrm>
          <a:prstGeom prst="line">
            <a:avLst/>
          </a:prstGeom>
          <a:noFill/>
          <a:ln w="25400">
            <a:solidFill>
              <a:srgbClr val="00279F"/>
            </a:solidFill>
            <a:round/>
            <a:headEnd type="none" w="sm" len="sm"/>
            <a:tailEnd type="none" w="sm" len="sm"/>
          </a:ln>
          <a:extLst>
            <a:ext uri="{909E8E84-426E-40DD-AFC4-6F175D3DCCD1}">
              <a14:hiddenFill xmlns:a14="http://schemas.microsoft.com/office/drawing/2010/main">
                <a:noFill/>
              </a14:hiddenFill>
            </a:ext>
          </a:extLst>
        </p:spPr>
        <p:txBody>
          <a:bodyPr wrap="none" anchor="ctr"/>
          <a:lstStyle/>
          <a:p>
            <a:endParaRPr lang="en-US"/>
          </a:p>
        </p:txBody>
      </p:sp>
      <p:sp>
        <p:nvSpPr>
          <p:cNvPr id="3112" name="Line 37">
            <a:extLst>
              <a:ext uri="{FF2B5EF4-FFF2-40B4-BE49-F238E27FC236}">
                <a16:creationId xmlns:a16="http://schemas.microsoft.com/office/drawing/2014/main" id="{8700E36B-1F5A-B778-6FCF-ED01D977EE1E}"/>
              </a:ext>
            </a:extLst>
          </p:cNvPr>
          <p:cNvSpPr>
            <a:spLocks noChangeShapeType="1"/>
          </p:cNvSpPr>
          <p:nvPr/>
        </p:nvSpPr>
        <p:spPr bwMode="auto">
          <a:xfrm>
            <a:off x="3035300" y="2574925"/>
            <a:ext cx="7088188" cy="0"/>
          </a:xfrm>
          <a:prstGeom prst="line">
            <a:avLst/>
          </a:prstGeom>
          <a:noFill/>
          <a:ln w="28575">
            <a:solidFill>
              <a:srgbClr val="00279F"/>
            </a:solidFill>
            <a:miter lim="800000"/>
            <a:headEnd/>
            <a:tailEnd type="triangle" w="med" len="med"/>
          </a:ln>
          <a:extLst>
            <a:ext uri="{909E8E84-426E-40DD-AFC4-6F175D3DCCD1}">
              <a14:hiddenFill xmlns:a14="http://schemas.microsoft.com/office/drawing/2010/main">
                <a:noFill/>
              </a14:hiddenFill>
            </a:ext>
          </a:extLst>
        </p:spPr>
        <p:txBody>
          <a:bodyPr wrap="none"/>
          <a:lstStyle/>
          <a:p>
            <a:endParaRPr lang="en-US"/>
          </a:p>
        </p:txBody>
      </p:sp>
      <p:graphicFrame>
        <p:nvGraphicFramePr>
          <p:cNvPr id="3074" name="Object 2">
            <a:extLst>
              <a:ext uri="{FF2B5EF4-FFF2-40B4-BE49-F238E27FC236}">
                <a16:creationId xmlns:a16="http://schemas.microsoft.com/office/drawing/2014/main" id="{EBC3B640-3C97-8AFA-9606-6824F0AACE70}"/>
              </a:ext>
            </a:extLst>
          </p:cNvPr>
          <p:cNvGraphicFramePr>
            <a:graphicFrameLocks noChangeAspect="1"/>
          </p:cNvGraphicFramePr>
          <p:nvPr/>
        </p:nvGraphicFramePr>
        <p:xfrm>
          <a:off x="4530726" y="4724401"/>
          <a:ext cx="6137275" cy="944563"/>
        </p:xfrm>
        <a:graphic>
          <a:graphicData uri="http://schemas.openxmlformats.org/presentationml/2006/ole">
            <mc:AlternateContent xmlns:mc="http://schemas.openxmlformats.org/markup-compatibility/2006">
              <mc:Choice xmlns:v="urn:schemas-microsoft-com:vml" Requires="v">
                <p:oleObj name="Equation" r:id="rId3" imgW="2806560" imgH="431640" progId="Equation.3">
                  <p:embed/>
                </p:oleObj>
              </mc:Choice>
              <mc:Fallback>
                <p:oleObj name="Equation" r:id="rId3" imgW="2806560" imgH="431640" progId="Equation.3">
                  <p:embed/>
                  <p:pic>
                    <p:nvPicPr>
                      <p:cNvPr id="3074" name="Object 2">
                        <a:extLst>
                          <a:ext uri="{FF2B5EF4-FFF2-40B4-BE49-F238E27FC236}">
                            <a16:creationId xmlns:a16="http://schemas.microsoft.com/office/drawing/2014/main" id="{EBC3B640-3C97-8AFA-9606-6824F0AACE70}"/>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4530726" y="4724401"/>
                        <a:ext cx="6137275" cy="944563"/>
                      </a:xfrm>
                      <a:prstGeom prst="rect">
                        <a:avLst/>
                      </a:prstGeom>
                      <a:solidFill>
                        <a:schemeClr val="bg1"/>
                      </a:solidFill>
                      <a:ln>
                        <a:noFill/>
                      </a:ln>
                      <a:effectLst/>
                      <a:extLs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sp>
        <p:nvSpPr>
          <p:cNvPr id="3113" name="Text Box 40">
            <a:extLst>
              <a:ext uri="{FF2B5EF4-FFF2-40B4-BE49-F238E27FC236}">
                <a16:creationId xmlns:a16="http://schemas.microsoft.com/office/drawing/2014/main" id="{609C774F-C5B5-ED4D-5350-03D1884F5E12}"/>
              </a:ext>
            </a:extLst>
          </p:cNvPr>
          <p:cNvSpPr txBox="1">
            <a:spLocks noChangeArrowheads="1"/>
          </p:cNvSpPr>
          <p:nvPr/>
        </p:nvSpPr>
        <p:spPr bwMode="auto">
          <a:xfrm>
            <a:off x="3962400" y="1676401"/>
            <a:ext cx="3276600" cy="366713"/>
          </a:xfrm>
          <a:prstGeom prst="rect">
            <a:avLst/>
          </a:prstGeom>
          <a:solidFill>
            <a:srgbClr val="FBFBA3"/>
          </a:solidFill>
          <a:ln>
            <a:noFill/>
          </a:ln>
          <a:extLs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a:solidFill>
                  <a:schemeClr val="tx1"/>
                </a:solidFill>
                <a:latin typeface="Arial" panose="020B0604020202020204" pitchFamily="34" charset="0"/>
              </a:defRPr>
            </a:lvl1pPr>
            <a:lvl2pPr marL="742950" indent="-285750" eaLnBrk="0" hangingPunct="0">
              <a:defRPr>
                <a:solidFill>
                  <a:schemeClr val="tx1"/>
                </a:solidFill>
                <a:latin typeface="Arial" panose="020B0604020202020204" pitchFamily="34" charset="0"/>
              </a:defRPr>
            </a:lvl2pPr>
            <a:lvl3pPr marL="1143000" indent="-228600" eaLnBrk="0" hangingPunct="0">
              <a:defRPr>
                <a:solidFill>
                  <a:schemeClr val="tx1"/>
                </a:solidFill>
                <a:latin typeface="Arial" panose="020B0604020202020204" pitchFamily="34" charset="0"/>
              </a:defRPr>
            </a:lvl3pPr>
            <a:lvl4pPr marL="1600200" indent="-228600" eaLnBrk="0" hangingPunct="0">
              <a:defRPr>
                <a:solidFill>
                  <a:schemeClr val="tx1"/>
                </a:solidFill>
                <a:latin typeface="Arial" panose="020B0604020202020204" pitchFamily="34" charset="0"/>
              </a:defRPr>
            </a:lvl4pPr>
            <a:lvl5pPr marL="2057400" indent="-228600" eaLnBrk="0" hangingPunct="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algn="ctr" eaLnBrk="1" hangingPunct="1">
              <a:spcBef>
                <a:spcPct val="50000"/>
              </a:spcBef>
            </a:pPr>
            <a:r>
              <a:rPr lang="en-US" altLang="en-US"/>
              <a:t>Step 1</a:t>
            </a:r>
          </a:p>
        </p:txBody>
      </p:sp>
      <p:sp>
        <p:nvSpPr>
          <p:cNvPr id="3114" name="Text Box 41">
            <a:extLst>
              <a:ext uri="{FF2B5EF4-FFF2-40B4-BE49-F238E27FC236}">
                <a16:creationId xmlns:a16="http://schemas.microsoft.com/office/drawing/2014/main" id="{EA1DD5E6-F4F6-C98A-4D51-41752A9FEBBB}"/>
              </a:ext>
            </a:extLst>
          </p:cNvPr>
          <p:cNvSpPr txBox="1">
            <a:spLocks noChangeArrowheads="1"/>
          </p:cNvSpPr>
          <p:nvPr/>
        </p:nvSpPr>
        <p:spPr bwMode="auto">
          <a:xfrm>
            <a:off x="8001000" y="5943601"/>
            <a:ext cx="1295400" cy="366713"/>
          </a:xfrm>
          <a:prstGeom prst="rect">
            <a:avLst/>
          </a:prstGeom>
          <a:solidFill>
            <a:srgbClr val="FBFBA3"/>
          </a:solidFill>
          <a:ln>
            <a:noFill/>
          </a:ln>
          <a:extLs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a:solidFill>
                  <a:schemeClr val="tx1"/>
                </a:solidFill>
                <a:latin typeface="Arial" panose="020B0604020202020204" pitchFamily="34" charset="0"/>
              </a:defRPr>
            </a:lvl1pPr>
            <a:lvl2pPr marL="742950" indent="-285750" eaLnBrk="0" hangingPunct="0">
              <a:defRPr>
                <a:solidFill>
                  <a:schemeClr val="tx1"/>
                </a:solidFill>
                <a:latin typeface="Arial" panose="020B0604020202020204" pitchFamily="34" charset="0"/>
              </a:defRPr>
            </a:lvl2pPr>
            <a:lvl3pPr marL="1143000" indent="-228600" eaLnBrk="0" hangingPunct="0">
              <a:defRPr>
                <a:solidFill>
                  <a:schemeClr val="tx1"/>
                </a:solidFill>
                <a:latin typeface="Arial" panose="020B0604020202020204" pitchFamily="34" charset="0"/>
              </a:defRPr>
            </a:lvl3pPr>
            <a:lvl4pPr marL="1600200" indent="-228600" eaLnBrk="0" hangingPunct="0">
              <a:defRPr>
                <a:solidFill>
                  <a:schemeClr val="tx1"/>
                </a:solidFill>
                <a:latin typeface="Arial" panose="020B0604020202020204" pitchFamily="34" charset="0"/>
              </a:defRPr>
            </a:lvl4pPr>
            <a:lvl5pPr marL="2057400" indent="-228600" eaLnBrk="0" hangingPunct="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eaLnBrk="1" hangingPunct="1">
              <a:spcBef>
                <a:spcPct val="50000"/>
              </a:spcBef>
            </a:pPr>
            <a:r>
              <a:rPr lang="en-US" altLang="en-US"/>
              <a:t>Step 2</a:t>
            </a:r>
          </a:p>
        </p:txBody>
      </p:sp>
      <p:sp>
        <p:nvSpPr>
          <p:cNvPr id="3115" name="Text Box 42">
            <a:extLst>
              <a:ext uri="{FF2B5EF4-FFF2-40B4-BE49-F238E27FC236}">
                <a16:creationId xmlns:a16="http://schemas.microsoft.com/office/drawing/2014/main" id="{FE62E072-D925-A7E2-FC4B-13534360E3B6}"/>
              </a:ext>
            </a:extLst>
          </p:cNvPr>
          <p:cNvSpPr txBox="1">
            <a:spLocks noChangeArrowheads="1"/>
          </p:cNvSpPr>
          <p:nvPr/>
        </p:nvSpPr>
        <p:spPr bwMode="auto">
          <a:xfrm>
            <a:off x="3429000" y="5943601"/>
            <a:ext cx="1066800" cy="366713"/>
          </a:xfrm>
          <a:prstGeom prst="rect">
            <a:avLst/>
          </a:prstGeom>
          <a:solidFill>
            <a:srgbClr val="FBFBA3"/>
          </a:solidFill>
          <a:ln>
            <a:noFill/>
          </a:ln>
          <a:extLs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a:solidFill>
                  <a:schemeClr val="tx1"/>
                </a:solidFill>
                <a:latin typeface="Arial" panose="020B0604020202020204" pitchFamily="34" charset="0"/>
              </a:defRPr>
            </a:lvl1pPr>
            <a:lvl2pPr marL="742950" indent="-285750" eaLnBrk="0" hangingPunct="0">
              <a:defRPr>
                <a:solidFill>
                  <a:schemeClr val="tx1"/>
                </a:solidFill>
                <a:latin typeface="Arial" panose="020B0604020202020204" pitchFamily="34" charset="0"/>
              </a:defRPr>
            </a:lvl2pPr>
            <a:lvl3pPr marL="1143000" indent="-228600" eaLnBrk="0" hangingPunct="0">
              <a:defRPr>
                <a:solidFill>
                  <a:schemeClr val="tx1"/>
                </a:solidFill>
                <a:latin typeface="Arial" panose="020B0604020202020204" pitchFamily="34" charset="0"/>
              </a:defRPr>
            </a:lvl3pPr>
            <a:lvl4pPr marL="1600200" indent="-228600" eaLnBrk="0" hangingPunct="0">
              <a:defRPr>
                <a:solidFill>
                  <a:schemeClr val="tx1"/>
                </a:solidFill>
                <a:latin typeface="Arial" panose="020B0604020202020204" pitchFamily="34" charset="0"/>
              </a:defRPr>
            </a:lvl4pPr>
            <a:lvl5pPr marL="2057400" indent="-228600" eaLnBrk="0" hangingPunct="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eaLnBrk="1" hangingPunct="1">
              <a:spcBef>
                <a:spcPct val="50000"/>
              </a:spcBef>
            </a:pPr>
            <a:r>
              <a:rPr lang="en-US" altLang="en-US"/>
              <a:t>Step 3</a:t>
            </a:r>
          </a:p>
        </p:txBody>
      </p:sp>
      <p:sp>
        <p:nvSpPr>
          <p:cNvPr id="3116" name="Line 43">
            <a:extLst>
              <a:ext uri="{FF2B5EF4-FFF2-40B4-BE49-F238E27FC236}">
                <a16:creationId xmlns:a16="http://schemas.microsoft.com/office/drawing/2014/main" id="{E4426AB2-E255-0CA4-7E5B-FABD603B25A8}"/>
              </a:ext>
            </a:extLst>
          </p:cNvPr>
          <p:cNvSpPr>
            <a:spLocks noChangeShapeType="1"/>
          </p:cNvSpPr>
          <p:nvPr/>
        </p:nvSpPr>
        <p:spPr bwMode="auto">
          <a:xfrm flipH="1">
            <a:off x="2743200" y="2971800"/>
            <a:ext cx="762000" cy="533400"/>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2" name="Content Placeholder 3">
            <a:extLst>
              <a:ext uri="{FF2B5EF4-FFF2-40B4-BE49-F238E27FC236}">
                <a16:creationId xmlns:a16="http://schemas.microsoft.com/office/drawing/2014/main" id="{51F518B4-27ED-67A9-6195-684CC2A225BA}"/>
              </a:ext>
            </a:extLst>
          </p:cNvPr>
          <p:cNvSpPr txBox="1">
            <a:spLocks/>
          </p:cNvSpPr>
          <p:nvPr/>
        </p:nvSpPr>
        <p:spPr>
          <a:xfrm>
            <a:off x="1406526" y="988391"/>
            <a:ext cx="8458200" cy="460996"/>
          </a:xfrm>
          <a:prstGeom prst="rect">
            <a:avLst/>
          </a:prstGeom>
        </p:spPr>
        <p:txBody>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292608" indent="-292608"/>
            <a:r>
              <a:rPr lang="en-IN" sz="2200"/>
              <a:t>In dealing with nonconstant growth, a timeline can be helpful.</a:t>
            </a:r>
            <a:endParaRPr lang="en-IN" sz="2200" dirty="0"/>
          </a:p>
        </p:txBody>
      </p:sp>
    </p:spTree>
  </p:cSld>
  <p:clrMapOvr>
    <a:masterClrMapping/>
  </p:clrMapOvr>
  <p:transition>
    <p:random/>
  </p:transition>
</p:sld>
</file>

<file path=ppt/slides/slide28.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10243" name="Slide Number Placeholder 3">
            <a:extLst>
              <a:ext uri="{FF2B5EF4-FFF2-40B4-BE49-F238E27FC236}">
                <a16:creationId xmlns:a16="http://schemas.microsoft.com/office/drawing/2014/main" id="{F0E2338E-D716-5786-F9C1-0834FADF367F}"/>
              </a:ext>
            </a:extLst>
          </p:cNvPr>
          <p:cNvSpPr>
            <a:spLocks noGrp="1"/>
          </p:cNvSpPr>
          <p:nvPr>
            <p:ph type="sldNum" sz="quarter" idx="12"/>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a:solidFill>
                  <a:schemeClr val="tx1"/>
                </a:solidFill>
                <a:latin typeface="Arial" panose="020B0604020202020204" pitchFamily="34" charset="0"/>
              </a:defRPr>
            </a:lvl1pPr>
            <a:lvl2pPr marL="742950" indent="-285750" eaLnBrk="0" hangingPunct="0">
              <a:defRPr>
                <a:solidFill>
                  <a:schemeClr val="tx1"/>
                </a:solidFill>
                <a:latin typeface="Arial" panose="020B0604020202020204" pitchFamily="34" charset="0"/>
              </a:defRPr>
            </a:lvl2pPr>
            <a:lvl3pPr marL="1143000" indent="-228600" eaLnBrk="0" hangingPunct="0">
              <a:defRPr>
                <a:solidFill>
                  <a:schemeClr val="tx1"/>
                </a:solidFill>
                <a:latin typeface="Arial" panose="020B0604020202020204" pitchFamily="34" charset="0"/>
              </a:defRPr>
            </a:lvl3pPr>
            <a:lvl4pPr marL="1600200" indent="-228600" eaLnBrk="0" hangingPunct="0">
              <a:defRPr>
                <a:solidFill>
                  <a:schemeClr val="tx1"/>
                </a:solidFill>
                <a:latin typeface="Arial" panose="020B0604020202020204" pitchFamily="34" charset="0"/>
              </a:defRPr>
            </a:lvl4pPr>
            <a:lvl5pPr marL="2057400" indent="-228600" eaLnBrk="0" hangingPunct="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eaLnBrk="1" hangingPunct="1"/>
            <a:fld id="{B217F34B-C770-457B-B1EE-5B8675901E26}" type="slidenum">
              <a:rPr lang="en-US" altLang="en-US"/>
              <a:pPr eaLnBrk="1" hangingPunct="1"/>
              <a:t>28</a:t>
            </a:fld>
            <a:endParaRPr lang="en-US" altLang="en-US"/>
          </a:p>
        </p:txBody>
      </p:sp>
      <p:sp>
        <p:nvSpPr>
          <p:cNvPr id="10244" name="Rectangle 2">
            <a:extLst>
              <a:ext uri="{FF2B5EF4-FFF2-40B4-BE49-F238E27FC236}">
                <a16:creationId xmlns:a16="http://schemas.microsoft.com/office/drawing/2014/main" id="{319EFBF0-6EF2-7599-8441-3A33EF2AFB08}"/>
              </a:ext>
            </a:extLst>
          </p:cNvPr>
          <p:cNvSpPr>
            <a:spLocks noGrp="1" noChangeArrowheads="1"/>
          </p:cNvSpPr>
          <p:nvPr>
            <p:ph type="title" idx="4294967295"/>
          </p:nvPr>
        </p:nvSpPr>
        <p:spPr>
          <a:xfrm>
            <a:off x="492369" y="274638"/>
            <a:ext cx="9642231" cy="701676"/>
          </a:xfrm>
          <a:ln>
            <a:solidFill>
              <a:schemeClr val="tx1"/>
            </a:solidFill>
            <a:miter lim="800000"/>
            <a:headEnd/>
            <a:tailEnd/>
          </a:ln>
        </p:spPr>
        <p:txBody>
          <a:bodyPr>
            <a:normAutofit fontScale="90000"/>
          </a:bodyPr>
          <a:lstStyle/>
          <a:p>
            <a:r>
              <a:rPr lang="en-US" sz="2800" dirty="0"/>
              <a:t>Using financial calculator to find price in year 0 – Using cash flow function</a:t>
            </a:r>
            <a:endParaRPr lang="en-US" altLang="en-US" sz="2800" dirty="0"/>
          </a:p>
        </p:txBody>
      </p:sp>
      <p:sp>
        <p:nvSpPr>
          <p:cNvPr id="10245" name="Rectangle 3">
            <a:extLst>
              <a:ext uri="{FF2B5EF4-FFF2-40B4-BE49-F238E27FC236}">
                <a16:creationId xmlns:a16="http://schemas.microsoft.com/office/drawing/2014/main" id="{5893FB3A-5A3A-4C0D-4F31-0BFE0A75478B}"/>
              </a:ext>
            </a:extLst>
          </p:cNvPr>
          <p:cNvSpPr>
            <a:spLocks noGrp="1" noChangeArrowheads="1"/>
          </p:cNvSpPr>
          <p:nvPr>
            <p:ph type="body" idx="4294967295"/>
          </p:nvPr>
        </p:nvSpPr>
        <p:spPr>
          <a:xfrm>
            <a:off x="1219200" y="1447800"/>
            <a:ext cx="9296400" cy="914400"/>
          </a:xfrm>
        </p:spPr>
        <p:txBody>
          <a:bodyPr>
            <a:normAutofit/>
          </a:bodyPr>
          <a:lstStyle/>
          <a:p>
            <a:pPr eaLnBrk="1" hangingPunct="1">
              <a:buFontTx/>
              <a:buNone/>
            </a:pPr>
            <a:r>
              <a:rPr lang="en-US" altLang="en-US" sz="1800" dirty="0"/>
              <a:t>Use the cash flow menu: use </a:t>
            </a:r>
            <a:r>
              <a:rPr lang="en-US" altLang="en-US" sz="1800" u="sng" dirty="0"/>
              <a:t>enter</a:t>
            </a:r>
            <a:r>
              <a:rPr lang="en-US" altLang="en-US" sz="1800" dirty="0"/>
              <a:t> and </a:t>
            </a:r>
            <a:r>
              <a:rPr lang="en-US" altLang="en-US" sz="1800" u="sng" dirty="0"/>
              <a:t>down arrow.</a:t>
            </a:r>
          </a:p>
          <a:p>
            <a:pPr eaLnBrk="1" hangingPunct="1">
              <a:buFontTx/>
              <a:buNone/>
            </a:pPr>
            <a:r>
              <a:rPr lang="en-US" altLang="en-US" sz="1800" u="sng" dirty="0"/>
              <a:t>To clear cash flow registry press    CF---</a:t>
            </a:r>
            <a:r>
              <a:rPr lang="en-US" altLang="en-US" sz="1800" u="sng" dirty="0">
                <a:sym typeface="Wingdings" panose="05000000000000000000" pitchFamily="2" charset="2"/>
              </a:rPr>
              <a:t> 2</a:t>
            </a:r>
            <a:r>
              <a:rPr lang="en-US" altLang="en-US" sz="1800" u="sng" baseline="30000" dirty="0">
                <a:sym typeface="Wingdings" panose="05000000000000000000" pitchFamily="2" charset="2"/>
              </a:rPr>
              <a:t>nd</a:t>
            </a:r>
            <a:r>
              <a:rPr lang="en-US" altLang="en-US" sz="1800" u="sng" dirty="0">
                <a:sym typeface="Wingdings" panose="05000000000000000000" pitchFamily="2" charset="2"/>
              </a:rPr>
              <a:t>--- CER Work</a:t>
            </a:r>
            <a:endParaRPr lang="en-US" altLang="en-US" sz="1800" u="sng" dirty="0"/>
          </a:p>
        </p:txBody>
      </p:sp>
      <p:sp>
        <p:nvSpPr>
          <p:cNvPr id="10246" name="Text Box 4">
            <a:extLst>
              <a:ext uri="{FF2B5EF4-FFF2-40B4-BE49-F238E27FC236}">
                <a16:creationId xmlns:a16="http://schemas.microsoft.com/office/drawing/2014/main" id="{1DE90668-658D-C743-8607-E0FB1156EAD2}"/>
              </a:ext>
            </a:extLst>
          </p:cNvPr>
          <p:cNvSpPr txBox="1">
            <a:spLocks noChangeArrowheads="1"/>
          </p:cNvSpPr>
          <p:nvPr/>
        </p:nvSpPr>
        <p:spPr bwMode="auto">
          <a:xfrm>
            <a:off x="2286000" y="4852988"/>
            <a:ext cx="914400" cy="469900"/>
          </a:xfrm>
          <a:prstGeom prst="rect">
            <a:avLst/>
          </a:prstGeom>
          <a:gradFill rotWithShape="1">
            <a:gsLst>
              <a:gs pos="0">
                <a:srgbClr val="993300"/>
              </a:gs>
              <a:gs pos="50000">
                <a:srgbClr val="CC6600"/>
              </a:gs>
              <a:gs pos="100000">
                <a:srgbClr val="993300"/>
              </a:gs>
            </a:gsLst>
            <a:lin ang="5400000" scaled="1"/>
          </a:gradFill>
          <a:ln w="12700" cap="sq">
            <a:solidFill>
              <a:srgbClr val="800000"/>
            </a:solidFill>
            <a:miter lim="800000"/>
            <a:headEnd type="none" w="sm" len="sm"/>
            <a:tailEnd type="none" w="sm" len="sm"/>
          </a:ln>
        </p:spPr>
        <p:txBody>
          <a:bodyPr>
            <a:spAutoFit/>
          </a:bodyPr>
          <a:lstStyle>
            <a:lvl1pPr eaLnBrk="0" hangingPunct="0">
              <a:defRPr>
                <a:solidFill>
                  <a:schemeClr val="tx1"/>
                </a:solidFill>
                <a:latin typeface="Arial" panose="020B0604020202020204" pitchFamily="34" charset="0"/>
              </a:defRPr>
            </a:lvl1pPr>
            <a:lvl2pPr marL="742950" indent="-285750" eaLnBrk="0" hangingPunct="0">
              <a:defRPr>
                <a:solidFill>
                  <a:schemeClr val="tx1"/>
                </a:solidFill>
                <a:latin typeface="Arial" panose="020B0604020202020204" pitchFamily="34" charset="0"/>
              </a:defRPr>
            </a:lvl2pPr>
            <a:lvl3pPr marL="1143000" indent="-228600" eaLnBrk="0" hangingPunct="0">
              <a:defRPr>
                <a:solidFill>
                  <a:schemeClr val="tx1"/>
                </a:solidFill>
                <a:latin typeface="Arial" panose="020B0604020202020204" pitchFamily="34" charset="0"/>
              </a:defRPr>
            </a:lvl3pPr>
            <a:lvl4pPr marL="1600200" indent="-228600" eaLnBrk="0" hangingPunct="0">
              <a:defRPr>
                <a:solidFill>
                  <a:schemeClr val="tx1"/>
                </a:solidFill>
                <a:latin typeface="Arial" panose="020B0604020202020204" pitchFamily="34" charset="0"/>
              </a:defRPr>
            </a:lvl4pPr>
            <a:lvl5pPr marL="2057400" indent="-228600" eaLnBrk="0" hangingPunct="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algn="ctr" eaLnBrk="1" hangingPunct="1">
              <a:spcBef>
                <a:spcPct val="50000"/>
              </a:spcBef>
            </a:pPr>
            <a:r>
              <a:rPr lang="en-US" altLang="en-US" sz="2400">
                <a:latin typeface="Times New Roman" panose="02020603050405020304" pitchFamily="18" charset="0"/>
              </a:rPr>
              <a:t>CF2</a:t>
            </a:r>
          </a:p>
        </p:txBody>
      </p:sp>
      <p:sp>
        <p:nvSpPr>
          <p:cNvPr id="10247" name="Text Box 5">
            <a:extLst>
              <a:ext uri="{FF2B5EF4-FFF2-40B4-BE49-F238E27FC236}">
                <a16:creationId xmlns:a16="http://schemas.microsoft.com/office/drawing/2014/main" id="{265ED59C-40E5-F692-5E76-F950EC1DD6C0}"/>
              </a:ext>
            </a:extLst>
          </p:cNvPr>
          <p:cNvSpPr txBox="1">
            <a:spLocks noChangeArrowheads="1"/>
          </p:cNvSpPr>
          <p:nvPr/>
        </p:nvSpPr>
        <p:spPr bwMode="auto">
          <a:xfrm>
            <a:off x="2286000" y="3252788"/>
            <a:ext cx="914400" cy="469900"/>
          </a:xfrm>
          <a:prstGeom prst="rect">
            <a:avLst/>
          </a:prstGeom>
          <a:gradFill rotWithShape="1">
            <a:gsLst>
              <a:gs pos="0">
                <a:srgbClr val="993300"/>
              </a:gs>
              <a:gs pos="50000">
                <a:srgbClr val="CC6600"/>
              </a:gs>
              <a:gs pos="100000">
                <a:srgbClr val="993300"/>
              </a:gs>
            </a:gsLst>
            <a:lin ang="5400000" scaled="1"/>
          </a:gradFill>
          <a:ln w="12700" cap="sq">
            <a:solidFill>
              <a:srgbClr val="800000"/>
            </a:solidFill>
            <a:miter lim="800000"/>
            <a:headEnd type="none" w="sm" len="sm"/>
            <a:tailEnd type="none" w="sm" len="sm"/>
          </a:ln>
        </p:spPr>
        <p:txBody>
          <a:bodyPr>
            <a:spAutoFit/>
          </a:bodyPr>
          <a:lstStyle>
            <a:lvl1pPr eaLnBrk="0" hangingPunct="0">
              <a:defRPr>
                <a:solidFill>
                  <a:schemeClr val="tx1"/>
                </a:solidFill>
                <a:latin typeface="Arial" panose="020B0604020202020204" pitchFamily="34" charset="0"/>
              </a:defRPr>
            </a:lvl1pPr>
            <a:lvl2pPr marL="742950" indent="-285750" eaLnBrk="0" hangingPunct="0">
              <a:defRPr>
                <a:solidFill>
                  <a:schemeClr val="tx1"/>
                </a:solidFill>
                <a:latin typeface="Arial" panose="020B0604020202020204" pitchFamily="34" charset="0"/>
              </a:defRPr>
            </a:lvl2pPr>
            <a:lvl3pPr marL="1143000" indent="-228600" eaLnBrk="0" hangingPunct="0">
              <a:defRPr>
                <a:solidFill>
                  <a:schemeClr val="tx1"/>
                </a:solidFill>
                <a:latin typeface="Arial" panose="020B0604020202020204" pitchFamily="34" charset="0"/>
              </a:defRPr>
            </a:lvl3pPr>
            <a:lvl4pPr marL="1600200" indent="-228600" eaLnBrk="0" hangingPunct="0">
              <a:defRPr>
                <a:solidFill>
                  <a:schemeClr val="tx1"/>
                </a:solidFill>
                <a:latin typeface="Arial" panose="020B0604020202020204" pitchFamily="34" charset="0"/>
              </a:defRPr>
            </a:lvl4pPr>
            <a:lvl5pPr marL="2057400" indent="-228600" eaLnBrk="0" hangingPunct="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algn="ctr" eaLnBrk="1" hangingPunct="1">
              <a:spcBef>
                <a:spcPct val="50000"/>
              </a:spcBef>
            </a:pPr>
            <a:r>
              <a:rPr lang="en-US" altLang="en-US" sz="2400">
                <a:latin typeface="Times New Roman" panose="02020603050405020304" pitchFamily="18" charset="0"/>
              </a:rPr>
              <a:t>CF1</a:t>
            </a:r>
          </a:p>
        </p:txBody>
      </p:sp>
      <p:sp>
        <p:nvSpPr>
          <p:cNvPr id="10248" name="Text Box 6">
            <a:extLst>
              <a:ext uri="{FF2B5EF4-FFF2-40B4-BE49-F238E27FC236}">
                <a16:creationId xmlns:a16="http://schemas.microsoft.com/office/drawing/2014/main" id="{C2A3AF20-2797-D8B7-DCC1-E5E41FA53ACA}"/>
              </a:ext>
            </a:extLst>
          </p:cNvPr>
          <p:cNvSpPr txBox="1">
            <a:spLocks noChangeArrowheads="1"/>
          </p:cNvSpPr>
          <p:nvPr/>
        </p:nvSpPr>
        <p:spPr bwMode="auto">
          <a:xfrm>
            <a:off x="2286000" y="5653088"/>
            <a:ext cx="914400" cy="469900"/>
          </a:xfrm>
          <a:prstGeom prst="rect">
            <a:avLst/>
          </a:prstGeom>
          <a:gradFill rotWithShape="1">
            <a:gsLst>
              <a:gs pos="0">
                <a:srgbClr val="993300"/>
              </a:gs>
              <a:gs pos="50000">
                <a:srgbClr val="CC6600"/>
              </a:gs>
              <a:gs pos="100000">
                <a:srgbClr val="993300"/>
              </a:gs>
            </a:gsLst>
            <a:lin ang="5400000" scaled="1"/>
          </a:gradFill>
          <a:ln w="12700" cap="sq">
            <a:solidFill>
              <a:srgbClr val="800000"/>
            </a:solidFill>
            <a:miter lim="800000"/>
            <a:headEnd type="none" w="sm" len="sm"/>
            <a:tailEnd type="none" w="sm" len="sm"/>
          </a:ln>
        </p:spPr>
        <p:txBody>
          <a:bodyPr>
            <a:spAutoFit/>
          </a:bodyPr>
          <a:lstStyle>
            <a:lvl1pPr eaLnBrk="0" hangingPunct="0">
              <a:defRPr>
                <a:solidFill>
                  <a:schemeClr val="tx1"/>
                </a:solidFill>
                <a:latin typeface="Arial" panose="020B0604020202020204" pitchFamily="34" charset="0"/>
              </a:defRPr>
            </a:lvl1pPr>
            <a:lvl2pPr marL="742950" indent="-285750" eaLnBrk="0" hangingPunct="0">
              <a:defRPr>
                <a:solidFill>
                  <a:schemeClr val="tx1"/>
                </a:solidFill>
                <a:latin typeface="Arial" panose="020B0604020202020204" pitchFamily="34" charset="0"/>
              </a:defRPr>
            </a:lvl2pPr>
            <a:lvl3pPr marL="1143000" indent="-228600" eaLnBrk="0" hangingPunct="0">
              <a:defRPr>
                <a:solidFill>
                  <a:schemeClr val="tx1"/>
                </a:solidFill>
                <a:latin typeface="Arial" panose="020B0604020202020204" pitchFamily="34" charset="0"/>
              </a:defRPr>
            </a:lvl3pPr>
            <a:lvl4pPr marL="1600200" indent="-228600" eaLnBrk="0" hangingPunct="0">
              <a:defRPr>
                <a:solidFill>
                  <a:schemeClr val="tx1"/>
                </a:solidFill>
                <a:latin typeface="Arial" panose="020B0604020202020204" pitchFamily="34" charset="0"/>
              </a:defRPr>
            </a:lvl4pPr>
            <a:lvl5pPr marL="2057400" indent="-228600" eaLnBrk="0" hangingPunct="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algn="ctr" eaLnBrk="1" hangingPunct="1">
              <a:spcBef>
                <a:spcPct val="50000"/>
              </a:spcBef>
            </a:pPr>
            <a:r>
              <a:rPr lang="en-US" altLang="en-US" sz="2400">
                <a:latin typeface="Times New Roman" panose="02020603050405020304" pitchFamily="18" charset="0"/>
              </a:rPr>
              <a:t>F2</a:t>
            </a:r>
          </a:p>
        </p:txBody>
      </p:sp>
      <p:sp>
        <p:nvSpPr>
          <p:cNvPr id="10249" name="Text Box 7">
            <a:extLst>
              <a:ext uri="{FF2B5EF4-FFF2-40B4-BE49-F238E27FC236}">
                <a16:creationId xmlns:a16="http://schemas.microsoft.com/office/drawing/2014/main" id="{06AD4278-8ADE-5E85-6067-BB16784719C5}"/>
              </a:ext>
            </a:extLst>
          </p:cNvPr>
          <p:cNvSpPr txBox="1">
            <a:spLocks noChangeArrowheads="1"/>
          </p:cNvSpPr>
          <p:nvPr/>
        </p:nvSpPr>
        <p:spPr bwMode="auto">
          <a:xfrm>
            <a:off x="2286000" y="4052888"/>
            <a:ext cx="914400" cy="469900"/>
          </a:xfrm>
          <a:prstGeom prst="rect">
            <a:avLst/>
          </a:prstGeom>
          <a:gradFill rotWithShape="1">
            <a:gsLst>
              <a:gs pos="0">
                <a:srgbClr val="993300"/>
              </a:gs>
              <a:gs pos="50000">
                <a:srgbClr val="CC6600"/>
              </a:gs>
              <a:gs pos="100000">
                <a:srgbClr val="993300"/>
              </a:gs>
            </a:gsLst>
            <a:lin ang="5400000" scaled="1"/>
          </a:gradFill>
          <a:ln w="12700" cap="sq">
            <a:solidFill>
              <a:srgbClr val="800000"/>
            </a:solidFill>
            <a:miter lim="800000"/>
            <a:headEnd type="none" w="sm" len="sm"/>
            <a:tailEnd type="none" w="sm" len="sm"/>
          </a:ln>
        </p:spPr>
        <p:txBody>
          <a:bodyPr>
            <a:spAutoFit/>
          </a:bodyPr>
          <a:lstStyle>
            <a:lvl1pPr eaLnBrk="0" hangingPunct="0">
              <a:defRPr>
                <a:solidFill>
                  <a:schemeClr val="tx1"/>
                </a:solidFill>
                <a:latin typeface="Arial" panose="020B0604020202020204" pitchFamily="34" charset="0"/>
              </a:defRPr>
            </a:lvl1pPr>
            <a:lvl2pPr marL="742950" indent="-285750" eaLnBrk="0" hangingPunct="0">
              <a:defRPr>
                <a:solidFill>
                  <a:schemeClr val="tx1"/>
                </a:solidFill>
                <a:latin typeface="Arial" panose="020B0604020202020204" pitchFamily="34" charset="0"/>
              </a:defRPr>
            </a:lvl2pPr>
            <a:lvl3pPr marL="1143000" indent="-228600" eaLnBrk="0" hangingPunct="0">
              <a:defRPr>
                <a:solidFill>
                  <a:schemeClr val="tx1"/>
                </a:solidFill>
                <a:latin typeface="Arial" panose="020B0604020202020204" pitchFamily="34" charset="0"/>
              </a:defRPr>
            </a:lvl3pPr>
            <a:lvl4pPr marL="1600200" indent="-228600" eaLnBrk="0" hangingPunct="0">
              <a:defRPr>
                <a:solidFill>
                  <a:schemeClr val="tx1"/>
                </a:solidFill>
                <a:latin typeface="Arial" panose="020B0604020202020204" pitchFamily="34" charset="0"/>
              </a:defRPr>
            </a:lvl4pPr>
            <a:lvl5pPr marL="2057400" indent="-228600" eaLnBrk="0" hangingPunct="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algn="ctr" eaLnBrk="1" hangingPunct="1">
              <a:spcBef>
                <a:spcPct val="50000"/>
              </a:spcBef>
            </a:pPr>
            <a:r>
              <a:rPr lang="en-US" altLang="en-US" sz="2400">
                <a:latin typeface="Times New Roman" panose="02020603050405020304" pitchFamily="18" charset="0"/>
              </a:rPr>
              <a:t>F1</a:t>
            </a:r>
          </a:p>
        </p:txBody>
      </p:sp>
      <p:sp>
        <p:nvSpPr>
          <p:cNvPr id="10250" name="Text Box 8">
            <a:extLst>
              <a:ext uri="{FF2B5EF4-FFF2-40B4-BE49-F238E27FC236}">
                <a16:creationId xmlns:a16="http://schemas.microsoft.com/office/drawing/2014/main" id="{F12C5E3E-0D6C-B5C3-7FC4-E03CDFACE3B0}"/>
              </a:ext>
            </a:extLst>
          </p:cNvPr>
          <p:cNvSpPr txBox="1">
            <a:spLocks noChangeArrowheads="1"/>
          </p:cNvSpPr>
          <p:nvPr/>
        </p:nvSpPr>
        <p:spPr bwMode="auto">
          <a:xfrm>
            <a:off x="2286000" y="2452688"/>
            <a:ext cx="914400" cy="469900"/>
          </a:xfrm>
          <a:prstGeom prst="rect">
            <a:avLst/>
          </a:prstGeom>
          <a:gradFill rotWithShape="1">
            <a:gsLst>
              <a:gs pos="0">
                <a:srgbClr val="993300"/>
              </a:gs>
              <a:gs pos="50000">
                <a:srgbClr val="CC6600"/>
              </a:gs>
              <a:gs pos="100000">
                <a:srgbClr val="993300"/>
              </a:gs>
            </a:gsLst>
            <a:lin ang="5400000" scaled="1"/>
          </a:gradFill>
          <a:ln w="12700" cap="sq">
            <a:solidFill>
              <a:srgbClr val="800000"/>
            </a:solidFill>
            <a:miter lim="800000"/>
            <a:headEnd type="none" w="sm" len="sm"/>
            <a:tailEnd type="none" w="sm" len="sm"/>
          </a:ln>
        </p:spPr>
        <p:txBody>
          <a:bodyPr>
            <a:spAutoFit/>
          </a:bodyPr>
          <a:lstStyle>
            <a:lvl1pPr eaLnBrk="0" hangingPunct="0">
              <a:defRPr>
                <a:solidFill>
                  <a:schemeClr val="tx1"/>
                </a:solidFill>
                <a:latin typeface="Arial" panose="020B0604020202020204" pitchFamily="34" charset="0"/>
              </a:defRPr>
            </a:lvl1pPr>
            <a:lvl2pPr marL="742950" indent="-285750" eaLnBrk="0" hangingPunct="0">
              <a:defRPr>
                <a:solidFill>
                  <a:schemeClr val="tx1"/>
                </a:solidFill>
                <a:latin typeface="Arial" panose="020B0604020202020204" pitchFamily="34" charset="0"/>
              </a:defRPr>
            </a:lvl2pPr>
            <a:lvl3pPr marL="1143000" indent="-228600" eaLnBrk="0" hangingPunct="0">
              <a:defRPr>
                <a:solidFill>
                  <a:schemeClr val="tx1"/>
                </a:solidFill>
                <a:latin typeface="Arial" panose="020B0604020202020204" pitchFamily="34" charset="0"/>
              </a:defRPr>
            </a:lvl3pPr>
            <a:lvl4pPr marL="1600200" indent="-228600" eaLnBrk="0" hangingPunct="0">
              <a:defRPr>
                <a:solidFill>
                  <a:schemeClr val="tx1"/>
                </a:solidFill>
                <a:latin typeface="Arial" panose="020B0604020202020204" pitchFamily="34" charset="0"/>
              </a:defRPr>
            </a:lvl4pPr>
            <a:lvl5pPr marL="2057400" indent="-228600" eaLnBrk="0" hangingPunct="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algn="ctr" eaLnBrk="1" hangingPunct="1">
              <a:spcBef>
                <a:spcPct val="50000"/>
              </a:spcBef>
            </a:pPr>
            <a:r>
              <a:rPr lang="en-US" altLang="en-US" sz="2400">
                <a:latin typeface="Times New Roman" panose="02020603050405020304" pitchFamily="18" charset="0"/>
              </a:rPr>
              <a:t>CF0</a:t>
            </a:r>
          </a:p>
        </p:txBody>
      </p:sp>
      <p:sp>
        <p:nvSpPr>
          <p:cNvPr id="10251" name="Text Box 9">
            <a:extLst>
              <a:ext uri="{FF2B5EF4-FFF2-40B4-BE49-F238E27FC236}">
                <a16:creationId xmlns:a16="http://schemas.microsoft.com/office/drawing/2014/main" id="{5E7E7D9A-4683-5BC8-07B0-885F5B5BB604}"/>
              </a:ext>
            </a:extLst>
          </p:cNvPr>
          <p:cNvSpPr txBox="1">
            <a:spLocks noChangeArrowheads="1"/>
          </p:cNvSpPr>
          <p:nvPr/>
        </p:nvSpPr>
        <p:spPr bwMode="auto">
          <a:xfrm>
            <a:off x="3810000" y="4052888"/>
            <a:ext cx="914400" cy="40011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cap="sq">
                <a:solidFill>
                  <a:srgbClr val="000000"/>
                </a:solidFill>
                <a:miter lim="800000"/>
                <a:headEnd type="none" w="sm" len="sm"/>
                <a:tailEnd type="none" w="sm" len="sm"/>
              </a14:hiddenLine>
            </a:ext>
          </a:extLst>
        </p:spPr>
        <p:txBody>
          <a:bodyPr>
            <a:spAutoFit/>
          </a:bodyPr>
          <a:lstStyle>
            <a:lvl1pPr eaLnBrk="0" hangingPunct="0">
              <a:defRPr>
                <a:solidFill>
                  <a:schemeClr val="tx1"/>
                </a:solidFill>
                <a:latin typeface="Arial" panose="020B0604020202020204" pitchFamily="34" charset="0"/>
              </a:defRPr>
            </a:lvl1pPr>
            <a:lvl2pPr marL="742950" indent="-285750" eaLnBrk="0" hangingPunct="0">
              <a:defRPr>
                <a:solidFill>
                  <a:schemeClr val="tx1"/>
                </a:solidFill>
                <a:latin typeface="Arial" panose="020B0604020202020204" pitchFamily="34" charset="0"/>
              </a:defRPr>
            </a:lvl2pPr>
            <a:lvl3pPr marL="1143000" indent="-228600" eaLnBrk="0" hangingPunct="0">
              <a:defRPr>
                <a:solidFill>
                  <a:schemeClr val="tx1"/>
                </a:solidFill>
                <a:latin typeface="Arial" panose="020B0604020202020204" pitchFamily="34" charset="0"/>
              </a:defRPr>
            </a:lvl3pPr>
            <a:lvl4pPr marL="1600200" indent="-228600" eaLnBrk="0" hangingPunct="0">
              <a:defRPr>
                <a:solidFill>
                  <a:schemeClr val="tx1"/>
                </a:solidFill>
                <a:latin typeface="Arial" panose="020B0604020202020204" pitchFamily="34" charset="0"/>
              </a:defRPr>
            </a:lvl4pPr>
            <a:lvl5pPr marL="2057400" indent="-228600" eaLnBrk="0" hangingPunct="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algn="ctr" eaLnBrk="1" hangingPunct="1">
              <a:spcBef>
                <a:spcPct val="50000"/>
              </a:spcBef>
            </a:pPr>
            <a:r>
              <a:rPr lang="en-US" altLang="en-US" sz="2000" dirty="0">
                <a:solidFill>
                  <a:srgbClr val="644A1A"/>
                </a:solidFill>
                <a:latin typeface="Times New Roman" panose="02020603050405020304" pitchFamily="18" charset="0"/>
                <a:cs typeface="Times New Roman" panose="02020603050405020304" pitchFamily="18" charset="0"/>
              </a:rPr>
              <a:t>1</a:t>
            </a:r>
            <a:endParaRPr lang="en-US" altLang="en-US" sz="2000" dirty="0">
              <a:solidFill>
                <a:srgbClr val="644A1A"/>
              </a:solidFill>
              <a:latin typeface="Times New Roman" panose="02020603050405020304" pitchFamily="18" charset="0"/>
            </a:endParaRPr>
          </a:p>
        </p:txBody>
      </p:sp>
      <p:sp>
        <p:nvSpPr>
          <p:cNvPr id="10252" name="Text Box 10">
            <a:extLst>
              <a:ext uri="{FF2B5EF4-FFF2-40B4-BE49-F238E27FC236}">
                <a16:creationId xmlns:a16="http://schemas.microsoft.com/office/drawing/2014/main" id="{C1630331-2F59-6B30-CFE9-C80939A81416}"/>
              </a:ext>
            </a:extLst>
          </p:cNvPr>
          <p:cNvSpPr txBox="1">
            <a:spLocks noChangeArrowheads="1"/>
          </p:cNvSpPr>
          <p:nvPr/>
        </p:nvSpPr>
        <p:spPr bwMode="auto">
          <a:xfrm>
            <a:off x="3810000" y="3252788"/>
            <a:ext cx="914400" cy="40011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cap="sq">
                <a:solidFill>
                  <a:srgbClr val="000000"/>
                </a:solidFill>
                <a:miter lim="800000"/>
                <a:headEnd type="none" w="sm" len="sm"/>
                <a:tailEnd type="none" w="sm" len="sm"/>
              </a14:hiddenLine>
            </a:ext>
          </a:extLst>
        </p:spPr>
        <p:txBody>
          <a:bodyPr>
            <a:spAutoFit/>
          </a:bodyPr>
          <a:lstStyle>
            <a:lvl1pPr eaLnBrk="0" hangingPunct="0">
              <a:defRPr>
                <a:solidFill>
                  <a:schemeClr val="tx1"/>
                </a:solidFill>
                <a:latin typeface="Arial" panose="020B0604020202020204" pitchFamily="34" charset="0"/>
              </a:defRPr>
            </a:lvl1pPr>
            <a:lvl2pPr marL="742950" indent="-285750" eaLnBrk="0" hangingPunct="0">
              <a:defRPr>
                <a:solidFill>
                  <a:schemeClr val="tx1"/>
                </a:solidFill>
                <a:latin typeface="Arial" panose="020B0604020202020204" pitchFamily="34" charset="0"/>
              </a:defRPr>
            </a:lvl2pPr>
            <a:lvl3pPr marL="1143000" indent="-228600" eaLnBrk="0" hangingPunct="0">
              <a:defRPr>
                <a:solidFill>
                  <a:schemeClr val="tx1"/>
                </a:solidFill>
                <a:latin typeface="Arial" panose="020B0604020202020204" pitchFamily="34" charset="0"/>
              </a:defRPr>
            </a:lvl3pPr>
            <a:lvl4pPr marL="1600200" indent="-228600" eaLnBrk="0" hangingPunct="0">
              <a:defRPr>
                <a:solidFill>
                  <a:schemeClr val="tx1"/>
                </a:solidFill>
                <a:latin typeface="Arial" panose="020B0604020202020204" pitchFamily="34" charset="0"/>
              </a:defRPr>
            </a:lvl4pPr>
            <a:lvl5pPr marL="2057400" indent="-228600" eaLnBrk="0" hangingPunct="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algn="ctr" eaLnBrk="1" hangingPunct="1">
              <a:spcBef>
                <a:spcPct val="50000"/>
              </a:spcBef>
            </a:pPr>
            <a:r>
              <a:rPr lang="en-US" altLang="en-US" sz="2000" dirty="0">
                <a:solidFill>
                  <a:srgbClr val="644A1A"/>
                </a:solidFill>
                <a:latin typeface="Times New Roman" panose="02020603050405020304" pitchFamily="18" charset="0"/>
              </a:rPr>
              <a:t>2.60</a:t>
            </a:r>
          </a:p>
        </p:txBody>
      </p:sp>
      <p:sp>
        <p:nvSpPr>
          <p:cNvPr id="10253" name="Text Box 11">
            <a:extLst>
              <a:ext uri="{FF2B5EF4-FFF2-40B4-BE49-F238E27FC236}">
                <a16:creationId xmlns:a16="http://schemas.microsoft.com/office/drawing/2014/main" id="{FBE437DA-10B3-1DA2-52ED-F6D572510613}"/>
              </a:ext>
            </a:extLst>
          </p:cNvPr>
          <p:cNvSpPr txBox="1">
            <a:spLocks noChangeArrowheads="1"/>
          </p:cNvSpPr>
          <p:nvPr/>
        </p:nvSpPr>
        <p:spPr bwMode="auto">
          <a:xfrm>
            <a:off x="3810000" y="5653088"/>
            <a:ext cx="914400" cy="40011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cap="sq">
                <a:solidFill>
                  <a:srgbClr val="000000"/>
                </a:solidFill>
                <a:miter lim="800000"/>
                <a:headEnd type="none" w="sm" len="sm"/>
                <a:tailEnd type="none" w="sm" len="sm"/>
              </a14:hiddenLine>
            </a:ext>
          </a:extLst>
        </p:spPr>
        <p:txBody>
          <a:bodyPr>
            <a:spAutoFit/>
          </a:bodyPr>
          <a:lstStyle>
            <a:lvl1pPr eaLnBrk="0" hangingPunct="0">
              <a:defRPr>
                <a:solidFill>
                  <a:schemeClr val="tx1"/>
                </a:solidFill>
                <a:latin typeface="Arial" panose="020B0604020202020204" pitchFamily="34" charset="0"/>
              </a:defRPr>
            </a:lvl1pPr>
            <a:lvl2pPr marL="742950" indent="-285750" eaLnBrk="0" hangingPunct="0">
              <a:defRPr>
                <a:solidFill>
                  <a:schemeClr val="tx1"/>
                </a:solidFill>
                <a:latin typeface="Arial" panose="020B0604020202020204" pitchFamily="34" charset="0"/>
              </a:defRPr>
            </a:lvl2pPr>
            <a:lvl3pPr marL="1143000" indent="-228600" eaLnBrk="0" hangingPunct="0">
              <a:defRPr>
                <a:solidFill>
                  <a:schemeClr val="tx1"/>
                </a:solidFill>
                <a:latin typeface="Arial" panose="020B0604020202020204" pitchFamily="34" charset="0"/>
              </a:defRPr>
            </a:lvl3pPr>
            <a:lvl4pPr marL="1600200" indent="-228600" eaLnBrk="0" hangingPunct="0">
              <a:defRPr>
                <a:solidFill>
                  <a:schemeClr val="tx1"/>
                </a:solidFill>
                <a:latin typeface="Arial" panose="020B0604020202020204" pitchFamily="34" charset="0"/>
              </a:defRPr>
            </a:lvl4pPr>
            <a:lvl5pPr marL="2057400" indent="-228600" eaLnBrk="0" hangingPunct="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algn="ctr" eaLnBrk="1" hangingPunct="1">
              <a:spcBef>
                <a:spcPct val="50000"/>
              </a:spcBef>
            </a:pPr>
            <a:r>
              <a:rPr lang="en-US" altLang="en-US" sz="2000" dirty="0">
                <a:solidFill>
                  <a:srgbClr val="644A1A"/>
                </a:solidFill>
                <a:latin typeface="Times New Roman" panose="02020603050405020304" pitchFamily="18" charset="0"/>
              </a:rPr>
              <a:t>1</a:t>
            </a:r>
          </a:p>
        </p:txBody>
      </p:sp>
      <p:sp>
        <p:nvSpPr>
          <p:cNvPr id="10254" name="Text Box 12">
            <a:extLst>
              <a:ext uri="{FF2B5EF4-FFF2-40B4-BE49-F238E27FC236}">
                <a16:creationId xmlns:a16="http://schemas.microsoft.com/office/drawing/2014/main" id="{D49D1DC6-01D6-2B52-B87B-8086CD2A5129}"/>
              </a:ext>
            </a:extLst>
          </p:cNvPr>
          <p:cNvSpPr txBox="1">
            <a:spLocks noChangeArrowheads="1"/>
          </p:cNvSpPr>
          <p:nvPr/>
        </p:nvSpPr>
        <p:spPr bwMode="auto">
          <a:xfrm>
            <a:off x="10134600" y="2532676"/>
            <a:ext cx="1828800" cy="40011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cap="sq">
                <a:solidFill>
                  <a:srgbClr val="000000"/>
                </a:solidFill>
                <a:miter lim="800000"/>
                <a:headEnd type="none" w="sm" len="sm"/>
                <a:tailEnd type="none" w="sm" len="sm"/>
              </a14:hiddenLine>
            </a:ext>
          </a:extLst>
        </p:spPr>
        <p:txBody>
          <a:bodyPr>
            <a:spAutoFit/>
          </a:bodyPr>
          <a:lstStyle>
            <a:lvl1pPr eaLnBrk="0" hangingPunct="0">
              <a:defRPr>
                <a:solidFill>
                  <a:schemeClr val="tx1"/>
                </a:solidFill>
                <a:latin typeface="Arial" panose="020B0604020202020204" pitchFamily="34" charset="0"/>
              </a:defRPr>
            </a:lvl1pPr>
            <a:lvl2pPr marL="742950" indent="-285750" eaLnBrk="0" hangingPunct="0">
              <a:defRPr>
                <a:solidFill>
                  <a:schemeClr val="tx1"/>
                </a:solidFill>
                <a:latin typeface="Arial" panose="020B0604020202020204" pitchFamily="34" charset="0"/>
              </a:defRPr>
            </a:lvl2pPr>
            <a:lvl3pPr marL="1143000" indent="-228600" eaLnBrk="0" hangingPunct="0">
              <a:defRPr>
                <a:solidFill>
                  <a:schemeClr val="tx1"/>
                </a:solidFill>
                <a:latin typeface="Arial" panose="020B0604020202020204" pitchFamily="34" charset="0"/>
              </a:defRPr>
            </a:lvl3pPr>
            <a:lvl4pPr marL="1600200" indent="-228600" eaLnBrk="0" hangingPunct="0">
              <a:defRPr>
                <a:solidFill>
                  <a:schemeClr val="tx1"/>
                </a:solidFill>
                <a:latin typeface="Arial" panose="020B0604020202020204" pitchFamily="34" charset="0"/>
              </a:defRPr>
            </a:lvl4pPr>
            <a:lvl5pPr marL="2057400" indent="-228600" eaLnBrk="0" hangingPunct="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r>
              <a:rPr lang="en-US" altLang="en-US" sz="2000" dirty="0">
                <a:solidFill>
                  <a:srgbClr val="FF0000"/>
                </a:solidFill>
                <a:latin typeface="Times New Roman" panose="02020603050405020304" pitchFamily="18" charset="0"/>
              </a:rPr>
              <a:t>54.11</a:t>
            </a:r>
          </a:p>
        </p:txBody>
      </p:sp>
      <p:sp>
        <p:nvSpPr>
          <p:cNvPr id="10255" name="Text Box 13">
            <a:extLst>
              <a:ext uri="{FF2B5EF4-FFF2-40B4-BE49-F238E27FC236}">
                <a16:creationId xmlns:a16="http://schemas.microsoft.com/office/drawing/2014/main" id="{5274403C-4432-86C6-710A-F24B0ACAEAFD}"/>
              </a:ext>
            </a:extLst>
          </p:cNvPr>
          <p:cNvSpPr txBox="1">
            <a:spLocks noChangeArrowheads="1"/>
          </p:cNvSpPr>
          <p:nvPr/>
        </p:nvSpPr>
        <p:spPr bwMode="auto">
          <a:xfrm>
            <a:off x="3810000" y="2452688"/>
            <a:ext cx="914400" cy="40011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cap="sq">
                <a:solidFill>
                  <a:srgbClr val="000000"/>
                </a:solidFill>
                <a:miter lim="800000"/>
                <a:headEnd type="none" w="sm" len="sm"/>
                <a:tailEnd type="none" w="sm" len="sm"/>
              </a14:hiddenLine>
            </a:ext>
          </a:extLst>
        </p:spPr>
        <p:txBody>
          <a:bodyPr>
            <a:spAutoFit/>
          </a:bodyPr>
          <a:lstStyle>
            <a:lvl1pPr eaLnBrk="0" hangingPunct="0">
              <a:defRPr>
                <a:solidFill>
                  <a:schemeClr val="tx1"/>
                </a:solidFill>
                <a:latin typeface="Arial" panose="020B0604020202020204" pitchFamily="34" charset="0"/>
              </a:defRPr>
            </a:lvl1pPr>
            <a:lvl2pPr marL="742950" indent="-285750" eaLnBrk="0" hangingPunct="0">
              <a:defRPr>
                <a:solidFill>
                  <a:schemeClr val="tx1"/>
                </a:solidFill>
                <a:latin typeface="Arial" panose="020B0604020202020204" pitchFamily="34" charset="0"/>
              </a:defRPr>
            </a:lvl2pPr>
            <a:lvl3pPr marL="1143000" indent="-228600" eaLnBrk="0" hangingPunct="0">
              <a:defRPr>
                <a:solidFill>
                  <a:schemeClr val="tx1"/>
                </a:solidFill>
                <a:latin typeface="Arial" panose="020B0604020202020204" pitchFamily="34" charset="0"/>
              </a:defRPr>
            </a:lvl3pPr>
            <a:lvl4pPr marL="1600200" indent="-228600" eaLnBrk="0" hangingPunct="0">
              <a:defRPr>
                <a:solidFill>
                  <a:schemeClr val="tx1"/>
                </a:solidFill>
                <a:latin typeface="Arial" panose="020B0604020202020204" pitchFamily="34" charset="0"/>
              </a:defRPr>
            </a:lvl4pPr>
            <a:lvl5pPr marL="2057400" indent="-228600" eaLnBrk="0" hangingPunct="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algn="ctr" eaLnBrk="1" hangingPunct="1">
              <a:spcBef>
                <a:spcPct val="50000"/>
              </a:spcBef>
            </a:pPr>
            <a:r>
              <a:rPr lang="en-US" altLang="en-US" sz="2000" dirty="0">
                <a:solidFill>
                  <a:srgbClr val="644A1A"/>
                </a:solidFill>
                <a:latin typeface="Times New Roman" panose="02020603050405020304" pitchFamily="18" charset="0"/>
              </a:rPr>
              <a:t>0</a:t>
            </a:r>
          </a:p>
        </p:txBody>
      </p:sp>
      <p:sp>
        <p:nvSpPr>
          <p:cNvPr id="10256" name="Text Box 14">
            <a:extLst>
              <a:ext uri="{FF2B5EF4-FFF2-40B4-BE49-F238E27FC236}">
                <a16:creationId xmlns:a16="http://schemas.microsoft.com/office/drawing/2014/main" id="{22710EA6-96D6-07DB-3577-86CD4AAE0E67}"/>
              </a:ext>
            </a:extLst>
          </p:cNvPr>
          <p:cNvSpPr txBox="1">
            <a:spLocks noChangeArrowheads="1"/>
          </p:cNvSpPr>
          <p:nvPr/>
        </p:nvSpPr>
        <p:spPr bwMode="auto">
          <a:xfrm>
            <a:off x="3581400" y="4752976"/>
            <a:ext cx="1143000" cy="40011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cap="sq">
                <a:solidFill>
                  <a:srgbClr val="000000"/>
                </a:solidFill>
                <a:miter lim="800000"/>
                <a:headEnd type="none" w="sm" len="sm"/>
                <a:tailEnd type="none" w="sm" len="sm"/>
              </a14:hiddenLine>
            </a:ext>
          </a:extLst>
        </p:spPr>
        <p:txBody>
          <a:bodyPr wrap="square">
            <a:spAutoFit/>
          </a:bodyPr>
          <a:lstStyle>
            <a:lvl1pPr eaLnBrk="0" hangingPunct="0">
              <a:defRPr>
                <a:solidFill>
                  <a:schemeClr val="tx1"/>
                </a:solidFill>
                <a:latin typeface="Arial" panose="020B0604020202020204" pitchFamily="34" charset="0"/>
              </a:defRPr>
            </a:lvl1pPr>
            <a:lvl2pPr marL="742950" indent="-285750" eaLnBrk="0" hangingPunct="0">
              <a:defRPr>
                <a:solidFill>
                  <a:schemeClr val="tx1"/>
                </a:solidFill>
                <a:latin typeface="Arial" panose="020B0604020202020204" pitchFamily="34" charset="0"/>
              </a:defRPr>
            </a:lvl2pPr>
            <a:lvl3pPr marL="1143000" indent="-228600" eaLnBrk="0" hangingPunct="0">
              <a:defRPr>
                <a:solidFill>
                  <a:schemeClr val="tx1"/>
                </a:solidFill>
                <a:latin typeface="Arial" panose="020B0604020202020204" pitchFamily="34" charset="0"/>
              </a:defRPr>
            </a:lvl3pPr>
            <a:lvl4pPr marL="1600200" indent="-228600" eaLnBrk="0" hangingPunct="0">
              <a:defRPr>
                <a:solidFill>
                  <a:schemeClr val="tx1"/>
                </a:solidFill>
                <a:latin typeface="Arial" panose="020B0604020202020204" pitchFamily="34" charset="0"/>
              </a:defRPr>
            </a:lvl4pPr>
            <a:lvl5pPr marL="2057400" indent="-228600" eaLnBrk="0" hangingPunct="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algn="ctr" eaLnBrk="1" hangingPunct="1">
              <a:spcBef>
                <a:spcPct val="50000"/>
              </a:spcBef>
            </a:pPr>
            <a:r>
              <a:rPr lang="en-US" altLang="en-US" sz="2000" dirty="0">
                <a:solidFill>
                  <a:srgbClr val="644A1A"/>
                </a:solidFill>
                <a:latin typeface="Times New Roman" panose="02020603050405020304" pitchFamily="18" charset="0"/>
                <a:cs typeface="Times New Roman" panose="02020603050405020304" pitchFamily="18" charset="0"/>
              </a:rPr>
              <a:t>3.38</a:t>
            </a:r>
            <a:endParaRPr lang="en-US" altLang="en-US" sz="2000" dirty="0">
              <a:solidFill>
                <a:srgbClr val="644A1A"/>
              </a:solidFill>
              <a:latin typeface="Times New Roman" panose="02020603050405020304" pitchFamily="18" charset="0"/>
            </a:endParaRPr>
          </a:p>
        </p:txBody>
      </p:sp>
      <p:sp>
        <p:nvSpPr>
          <p:cNvPr id="10257" name="Text Box 15">
            <a:extLst>
              <a:ext uri="{FF2B5EF4-FFF2-40B4-BE49-F238E27FC236}">
                <a16:creationId xmlns:a16="http://schemas.microsoft.com/office/drawing/2014/main" id="{F3537F14-BAC4-9D65-9157-574989364486}"/>
              </a:ext>
            </a:extLst>
          </p:cNvPr>
          <p:cNvSpPr txBox="1">
            <a:spLocks noChangeArrowheads="1"/>
          </p:cNvSpPr>
          <p:nvPr/>
        </p:nvSpPr>
        <p:spPr bwMode="auto">
          <a:xfrm>
            <a:off x="4800600" y="4803012"/>
            <a:ext cx="914400" cy="469900"/>
          </a:xfrm>
          <a:prstGeom prst="rect">
            <a:avLst/>
          </a:prstGeom>
          <a:gradFill rotWithShape="1">
            <a:gsLst>
              <a:gs pos="0">
                <a:srgbClr val="993300"/>
              </a:gs>
              <a:gs pos="50000">
                <a:srgbClr val="CC6600"/>
              </a:gs>
              <a:gs pos="100000">
                <a:srgbClr val="993300"/>
              </a:gs>
            </a:gsLst>
            <a:lin ang="5400000" scaled="1"/>
          </a:gradFill>
          <a:ln w="12700" cap="sq">
            <a:solidFill>
              <a:srgbClr val="800000"/>
            </a:solidFill>
            <a:miter lim="800000"/>
            <a:headEnd type="none" w="sm" len="sm"/>
            <a:tailEnd type="none" w="sm" len="sm"/>
          </a:ln>
        </p:spPr>
        <p:txBody>
          <a:bodyPr>
            <a:spAutoFit/>
          </a:bodyPr>
          <a:lstStyle>
            <a:lvl1pPr eaLnBrk="0" hangingPunct="0">
              <a:defRPr>
                <a:solidFill>
                  <a:schemeClr val="tx1"/>
                </a:solidFill>
                <a:latin typeface="Arial" panose="020B0604020202020204" pitchFamily="34" charset="0"/>
              </a:defRPr>
            </a:lvl1pPr>
            <a:lvl2pPr marL="742950" indent="-285750" eaLnBrk="0" hangingPunct="0">
              <a:defRPr>
                <a:solidFill>
                  <a:schemeClr val="tx1"/>
                </a:solidFill>
                <a:latin typeface="Arial" panose="020B0604020202020204" pitchFamily="34" charset="0"/>
              </a:defRPr>
            </a:lvl2pPr>
            <a:lvl3pPr marL="1143000" indent="-228600" eaLnBrk="0" hangingPunct="0">
              <a:defRPr>
                <a:solidFill>
                  <a:schemeClr val="tx1"/>
                </a:solidFill>
                <a:latin typeface="Arial" panose="020B0604020202020204" pitchFamily="34" charset="0"/>
              </a:defRPr>
            </a:lvl3pPr>
            <a:lvl4pPr marL="1600200" indent="-228600" eaLnBrk="0" hangingPunct="0">
              <a:defRPr>
                <a:solidFill>
                  <a:schemeClr val="tx1"/>
                </a:solidFill>
                <a:latin typeface="Arial" panose="020B0604020202020204" pitchFamily="34" charset="0"/>
              </a:defRPr>
            </a:lvl4pPr>
            <a:lvl5pPr marL="2057400" indent="-228600" eaLnBrk="0" hangingPunct="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algn="ctr" eaLnBrk="1" hangingPunct="1">
              <a:spcBef>
                <a:spcPct val="50000"/>
              </a:spcBef>
            </a:pPr>
            <a:r>
              <a:rPr lang="en-US" altLang="en-US" sz="2400">
                <a:latin typeface="Times New Roman" panose="02020603050405020304" pitchFamily="18" charset="0"/>
              </a:rPr>
              <a:t>I</a:t>
            </a:r>
          </a:p>
        </p:txBody>
      </p:sp>
      <p:sp>
        <p:nvSpPr>
          <p:cNvPr id="10260" name="Text Box 19">
            <a:extLst>
              <a:ext uri="{FF2B5EF4-FFF2-40B4-BE49-F238E27FC236}">
                <a16:creationId xmlns:a16="http://schemas.microsoft.com/office/drawing/2014/main" id="{2A9655A6-74AB-B228-5852-0C90E14CB420}"/>
              </a:ext>
            </a:extLst>
          </p:cNvPr>
          <p:cNvSpPr txBox="1">
            <a:spLocks noChangeArrowheads="1"/>
          </p:cNvSpPr>
          <p:nvPr/>
        </p:nvSpPr>
        <p:spPr bwMode="auto">
          <a:xfrm>
            <a:off x="4800600" y="2462213"/>
            <a:ext cx="914400" cy="469900"/>
          </a:xfrm>
          <a:prstGeom prst="rect">
            <a:avLst/>
          </a:prstGeom>
          <a:gradFill rotWithShape="1">
            <a:gsLst>
              <a:gs pos="0">
                <a:srgbClr val="993300"/>
              </a:gs>
              <a:gs pos="50000">
                <a:srgbClr val="CC6600"/>
              </a:gs>
              <a:gs pos="100000">
                <a:srgbClr val="993300"/>
              </a:gs>
            </a:gsLst>
            <a:lin ang="5400000" scaled="1"/>
          </a:gradFill>
          <a:ln w="12700" cap="sq">
            <a:solidFill>
              <a:srgbClr val="800000"/>
            </a:solidFill>
            <a:miter lim="800000"/>
            <a:headEnd type="none" w="sm" len="sm"/>
            <a:tailEnd type="none" w="sm" len="sm"/>
          </a:ln>
        </p:spPr>
        <p:txBody>
          <a:bodyPr>
            <a:spAutoFit/>
          </a:bodyPr>
          <a:lstStyle>
            <a:lvl1pPr eaLnBrk="0" hangingPunct="0">
              <a:defRPr>
                <a:solidFill>
                  <a:schemeClr val="tx1"/>
                </a:solidFill>
                <a:latin typeface="Arial" panose="020B0604020202020204" pitchFamily="34" charset="0"/>
              </a:defRPr>
            </a:lvl1pPr>
            <a:lvl2pPr marL="742950" indent="-285750" eaLnBrk="0" hangingPunct="0">
              <a:defRPr>
                <a:solidFill>
                  <a:schemeClr val="tx1"/>
                </a:solidFill>
                <a:latin typeface="Arial" panose="020B0604020202020204" pitchFamily="34" charset="0"/>
              </a:defRPr>
            </a:lvl2pPr>
            <a:lvl3pPr marL="1143000" indent="-228600" eaLnBrk="0" hangingPunct="0">
              <a:defRPr>
                <a:solidFill>
                  <a:schemeClr val="tx1"/>
                </a:solidFill>
                <a:latin typeface="Arial" panose="020B0604020202020204" pitchFamily="34" charset="0"/>
              </a:defRPr>
            </a:lvl3pPr>
            <a:lvl4pPr marL="1600200" indent="-228600" eaLnBrk="0" hangingPunct="0">
              <a:defRPr>
                <a:solidFill>
                  <a:schemeClr val="tx1"/>
                </a:solidFill>
                <a:latin typeface="Arial" panose="020B0604020202020204" pitchFamily="34" charset="0"/>
              </a:defRPr>
            </a:lvl4pPr>
            <a:lvl5pPr marL="2057400" indent="-228600" eaLnBrk="0" hangingPunct="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algn="ctr" eaLnBrk="1" hangingPunct="1">
              <a:spcBef>
                <a:spcPct val="50000"/>
              </a:spcBef>
            </a:pPr>
            <a:r>
              <a:rPr lang="en-US" altLang="en-US" sz="2400">
                <a:latin typeface="Times New Roman" panose="02020603050405020304" pitchFamily="18" charset="0"/>
              </a:rPr>
              <a:t>CF3</a:t>
            </a:r>
          </a:p>
        </p:txBody>
      </p:sp>
      <p:sp>
        <p:nvSpPr>
          <p:cNvPr id="10262" name="Text Box 21">
            <a:extLst>
              <a:ext uri="{FF2B5EF4-FFF2-40B4-BE49-F238E27FC236}">
                <a16:creationId xmlns:a16="http://schemas.microsoft.com/office/drawing/2014/main" id="{1C332FB2-DC9A-F0C3-0CE1-791F42687942}"/>
              </a:ext>
            </a:extLst>
          </p:cNvPr>
          <p:cNvSpPr txBox="1">
            <a:spLocks noChangeArrowheads="1"/>
          </p:cNvSpPr>
          <p:nvPr/>
        </p:nvSpPr>
        <p:spPr bwMode="auto">
          <a:xfrm>
            <a:off x="4800600" y="3262313"/>
            <a:ext cx="914400" cy="469900"/>
          </a:xfrm>
          <a:prstGeom prst="rect">
            <a:avLst/>
          </a:prstGeom>
          <a:gradFill rotWithShape="1">
            <a:gsLst>
              <a:gs pos="0">
                <a:srgbClr val="993300"/>
              </a:gs>
              <a:gs pos="50000">
                <a:srgbClr val="CC6600"/>
              </a:gs>
              <a:gs pos="100000">
                <a:srgbClr val="993300"/>
              </a:gs>
            </a:gsLst>
            <a:lin ang="5400000" scaled="1"/>
          </a:gradFill>
          <a:ln w="12700" cap="sq">
            <a:solidFill>
              <a:srgbClr val="800000"/>
            </a:solidFill>
            <a:miter lim="800000"/>
            <a:headEnd type="none" w="sm" len="sm"/>
            <a:tailEnd type="none" w="sm" len="sm"/>
          </a:ln>
        </p:spPr>
        <p:txBody>
          <a:bodyPr>
            <a:spAutoFit/>
          </a:bodyPr>
          <a:lstStyle>
            <a:lvl1pPr eaLnBrk="0" hangingPunct="0">
              <a:defRPr>
                <a:solidFill>
                  <a:schemeClr val="tx1"/>
                </a:solidFill>
                <a:latin typeface="Arial" panose="020B0604020202020204" pitchFamily="34" charset="0"/>
              </a:defRPr>
            </a:lvl1pPr>
            <a:lvl2pPr marL="742950" indent="-285750" eaLnBrk="0" hangingPunct="0">
              <a:defRPr>
                <a:solidFill>
                  <a:schemeClr val="tx1"/>
                </a:solidFill>
                <a:latin typeface="Arial" panose="020B0604020202020204" pitchFamily="34" charset="0"/>
              </a:defRPr>
            </a:lvl2pPr>
            <a:lvl3pPr marL="1143000" indent="-228600" eaLnBrk="0" hangingPunct="0">
              <a:defRPr>
                <a:solidFill>
                  <a:schemeClr val="tx1"/>
                </a:solidFill>
                <a:latin typeface="Arial" panose="020B0604020202020204" pitchFamily="34" charset="0"/>
              </a:defRPr>
            </a:lvl3pPr>
            <a:lvl4pPr marL="1600200" indent="-228600" eaLnBrk="0" hangingPunct="0">
              <a:defRPr>
                <a:solidFill>
                  <a:schemeClr val="tx1"/>
                </a:solidFill>
                <a:latin typeface="Arial" panose="020B0604020202020204" pitchFamily="34" charset="0"/>
              </a:defRPr>
            </a:lvl4pPr>
            <a:lvl5pPr marL="2057400" indent="-228600" eaLnBrk="0" hangingPunct="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algn="ctr" eaLnBrk="1" hangingPunct="1">
              <a:spcBef>
                <a:spcPct val="50000"/>
              </a:spcBef>
            </a:pPr>
            <a:r>
              <a:rPr lang="en-US" altLang="en-US" sz="2400">
                <a:latin typeface="Times New Roman" panose="02020603050405020304" pitchFamily="18" charset="0"/>
              </a:rPr>
              <a:t>F3</a:t>
            </a:r>
          </a:p>
        </p:txBody>
      </p:sp>
      <p:sp>
        <p:nvSpPr>
          <p:cNvPr id="10263" name="Text Box 22">
            <a:extLst>
              <a:ext uri="{FF2B5EF4-FFF2-40B4-BE49-F238E27FC236}">
                <a16:creationId xmlns:a16="http://schemas.microsoft.com/office/drawing/2014/main" id="{DC9B3D12-2DAD-9291-4E76-09D2686596D3}"/>
              </a:ext>
            </a:extLst>
          </p:cNvPr>
          <p:cNvSpPr txBox="1">
            <a:spLocks noChangeArrowheads="1"/>
          </p:cNvSpPr>
          <p:nvPr/>
        </p:nvSpPr>
        <p:spPr bwMode="auto">
          <a:xfrm>
            <a:off x="6324600" y="3262313"/>
            <a:ext cx="914400" cy="40011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cap="sq">
                <a:solidFill>
                  <a:srgbClr val="000000"/>
                </a:solidFill>
                <a:miter lim="800000"/>
                <a:headEnd type="none" w="sm" len="sm"/>
                <a:tailEnd type="none" w="sm" len="sm"/>
              </a14:hiddenLine>
            </a:ext>
          </a:extLst>
        </p:spPr>
        <p:txBody>
          <a:bodyPr>
            <a:spAutoFit/>
          </a:bodyPr>
          <a:lstStyle>
            <a:lvl1pPr eaLnBrk="0" hangingPunct="0">
              <a:defRPr>
                <a:solidFill>
                  <a:schemeClr val="tx1"/>
                </a:solidFill>
                <a:latin typeface="Arial" panose="020B0604020202020204" pitchFamily="34" charset="0"/>
              </a:defRPr>
            </a:lvl1pPr>
            <a:lvl2pPr marL="742950" indent="-285750" eaLnBrk="0" hangingPunct="0">
              <a:defRPr>
                <a:solidFill>
                  <a:schemeClr val="tx1"/>
                </a:solidFill>
                <a:latin typeface="Arial" panose="020B0604020202020204" pitchFamily="34" charset="0"/>
              </a:defRPr>
            </a:lvl2pPr>
            <a:lvl3pPr marL="1143000" indent="-228600" eaLnBrk="0" hangingPunct="0">
              <a:defRPr>
                <a:solidFill>
                  <a:schemeClr val="tx1"/>
                </a:solidFill>
                <a:latin typeface="Arial" panose="020B0604020202020204" pitchFamily="34" charset="0"/>
              </a:defRPr>
            </a:lvl3pPr>
            <a:lvl4pPr marL="1600200" indent="-228600" eaLnBrk="0" hangingPunct="0">
              <a:defRPr>
                <a:solidFill>
                  <a:schemeClr val="tx1"/>
                </a:solidFill>
                <a:latin typeface="Arial" panose="020B0604020202020204" pitchFamily="34" charset="0"/>
              </a:defRPr>
            </a:lvl4pPr>
            <a:lvl5pPr marL="2057400" indent="-228600" eaLnBrk="0" hangingPunct="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algn="ctr" eaLnBrk="1" hangingPunct="1">
              <a:spcBef>
                <a:spcPct val="50000"/>
              </a:spcBef>
            </a:pPr>
            <a:r>
              <a:rPr lang="en-US" altLang="en-US" sz="2000" dirty="0">
                <a:solidFill>
                  <a:srgbClr val="644A1A"/>
                </a:solidFill>
                <a:latin typeface="Times New Roman" panose="02020603050405020304" pitchFamily="18" charset="0"/>
                <a:cs typeface="Times New Roman" panose="02020603050405020304" pitchFamily="18" charset="0"/>
              </a:rPr>
              <a:t>1</a:t>
            </a:r>
            <a:endParaRPr lang="en-US" altLang="en-US" sz="2000" dirty="0">
              <a:solidFill>
                <a:srgbClr val="644A1A"/>
              </a:solidFill>
              <a:latin typeface="Times New Roman" panose="02020603050405020304" pitchFamily="18" charset="0"/>
            </a:endParaRPr>
          </a:p>
        </p:txBody>
      </p:sp>
      <p:sp>
        <p:nvSpPr>
          <p:cNvPr id="10264" name="Text Box 23">
            <a:extLst>
              <a:ext uri="{FF2B5EF4-FFF2-40B4-BE49-F238E27FC236}">
                <a16:creationId xmlns:a16="http://schemas.microsoft.com/office/drawing/2014/main" id="{4E996DEF-6A9D-3073-4AD7-74D1D4733DB7}"/>
              </a:ext>
            </a:extLst>
          </p:cNvPr>
          <p:cNvSpPr txBox="1">
            <a:spLocks noChangeArrowheads="1"/>
          </p:cNvSpPr>
          <p:nvPr/>
        </p:nvSpPr>
        <p:spPr bwMode="auto">
          <a:xfrm>
            <a:off x="6002215" y="2462213"/>
            <a:ext cx="1693985" cy="40011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cap="sq">
                <a:solidFill>
                  <a:srgbClr val="000000"/>
                </a:solidFill>
                <a:miter lim="800000"/>
                <a:headEnd type="none" w="sm" len="sm"/>
                <a:tailEnd type="none" w="sm" len="sm"/>
              </a14:hiddenLine>
            </a:ext>
          </a:extLst>
        </p:spPr>
        <p:txBody>
          <a:bodyPr wrap="square">
            <a:spAutoFit/>
          </a:bodyPr>
          <a:lstStyle>
            <a:lvl1pPr eaLnBrk="0" hangingPunct="0">
              <a:defRPr>
                <a:solidFill>
                  <a:schemeClr val="tx1"/>
                </a:solidFill>
                <a:latin typeface="Arial" panose="020B0604020202020204" pitchFamily="34" charset="0"/>
              </a:defRPr>
            </a:lvl1pPr>
            <a:lvl2pPr marL="742950" indent="-285750" eaLnBrk="0" hangingPunct="0">
              <a:defRPr>
                <a:solidFill>
                  <a:schemeClr val="tx1"/>
                </a:solidFill>
                <a:latin typeface="Arial" panose="020B0604020202020204" pitchFamily="34" charset="0"/>
              </a:defRPr>
            </a:lvl2pPr>
            <a:lvl3pPr marL="1143000" indent="-228600" eaLnBrk="0" hangingPunct="0">
              <a:defRPr>
                <a:solidFill>
                  <a:schemeClr val="tx1"/>
                </a:solidFill>
                <a:latin typeface="Arial" panose="020B0604020202020204" pitchFamily="34" charset="0"/>
              </a:defRPr>
            </a:lvl3pPr>
            <a:lvl4pPr marL="1600200" indent="-228600" eaLnBrk="0" hangingPunct="0">
              <a:defRPr>
                <a:solidFill>
                  <a:schemeClr val="tx1"/>
                </a:solidFill>
                <a:latin typeface="Arial" panose="020B0604020202020204" pitchFamily="34" charset="0"/>
              </a:defRPr>
            </a:lvl4pPr>
            <a:lvl5pPr marL="2057400" indent="-228600" eaLnBrk="0" hangingPunct="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algn="ctr" eaLnBrk="1" hangingPunct="1">
              <a:spcBef>
                <a:spcPct val="50000"/>
              </a:spcBef>
            </a:pPr>
            <a:r>
              <a:rPr lang="en-US" altLang="en-US" sz="2000" dirty="0">
                <a:solidFill>
                  <a:srgbClr val="644A1A"/>
                </a:solidFill>
                <a:latin typeface="Times New Roman" panose="02020603050405020304" pitchFamily="18" charset="0"/>
              </a:rPr>
              <a:t>4.394+66.54</a:t>
            </a:r>
          </a:p>
        </p:txBody>
      </p:sp>
      <p:sp>
        <p:nvSpPr>
          <p:cNvPr id="10267" name="Text Box 26">
            <a:extLst>
              <a:ext uri="{FF2B5EF4-FFF2-40B4-BE49-F238E27FC236}">
                <a16:creationId xmlns:a16="http://schemas.microsoft.com/office/drawing/2014/main" id="{E0692BB6-907D-664A-1417-CEE993F3122B}"/>
              </a:ext>
            </a:extLst>
          </p:cNvPr>
          <p:cNvSpPr txBox="1">
            <a:spLocks noChangeArrowheads="1"/>
          </p:cNvSpPr>
          <p:nvPr/>
        </p:nvSpPr>
        <p:spPr bwMode="auto">
          <a:xfrm>
            <a:off x="4724400" y="5618193"/>
            <a:ext cx="914400" cy="469900"/>
          </a:xfrm>
          <a:prstGeom prst="rect">
            <a:avLst/>
          </a:prstGeom>
          <a:gradFill rotWithShape="1">
            <a:gsLst>
              <a:gs pos="0">
                <a:srgbClr val="993300"/>
              </a:gs>
              <a:gs pos="50000">
                <a:srgbClr val="CC6600"/>
              </a:gs>
              <a:gs pos="100000">
                <a:srgbClr val="993300"/>
              </a:gs>
            </a:gsLst>
            <a:lin ang="5400000" scaled="1"/>
          </a:gradFill>
          <a:ln w="12700" cap="sq">
            <a:solidFill>
              <a:srgbClr val="800000"/>
            </a:solidFill>
            <a:miter lim="800000"/>
            <a:headEnd type="none" w="sm" len="sm"/>
            <a:tailEnd type="none" w="sm" len="sm"/>
          </a:ln>
        </p:spPr>
        <p:txBody>
          <a:bodyPr>
            <a:spAutoFit/>
          </a:bodyPr>
          <a:lstStyle>
            <a:lvl1pPr eaLnBrk="0" hangingPunct="0">
              <a:defRPr>
                <a:solidFill>
                  <a:schemeClr val="tx1"/>
                </a:solidFill>
                <a:latin typeface="Arial" panose="020B0604020202020204" pitchFamily="34" charset="0"/>
              </a:defRPr>
            </a:lvl1pPr>
            <a:lvl2pPr marL="742950" indent="-285750" eaLnBrk="0" hangingPunct="0">
              <a:defRPr>
                <a:solidFill>
                  <a:schemeClr val="tx1"/>
                </a:solidFill>
                <a:latin typeface="Arial" panose="020B0604020202020204" pitchFamily="34" charset="0"/>
              </a:defRPr>
            </a:lvl2pPr>
            <a:lvl3pPr marL="1143000" indent="-228600" eaLnBrk="0" hangingPunct="0">
              <a:defRPr>
                <a:solidFill>
                  <a:schemeClr val="tx1"/>
                </a:solidFill>
                <a:latin typeface="Arial" panose="020B0604020202020204" pitchFamily="34" charset="0"/>
              </a:defRPr>
            </a:lvl3pPr>
            <a:lvl4pPr marL="1600200" indent="-228600" eaLnBrk="0" hangingPunct="0">
              <a:defRPr>
                <a:solidFill>
                  <a:schemeClr val="tx1"/>
                </a:solidFill>
                <a:latin typeface="Arial" panose="020B0604020202020204" pitchFamily="34" charset="0"/>
              </a:defRPr>
            </a:lvl4pPr>
            <a:lvl5pPr marL="2057400" indent="-228600" eaLnBrk="0" hangingPunct="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algn="ctr" eaLnBrk="1" hangingPunct="1">
              <a:spcBef>
                <a:spcPct val="50000"/>
              </a:spcBef>
            </a:pPr>
            <a:r>
              <a:rPr lang="en-US" altLang="en-US" sz="2400" dirty="0">
                <a:latin typeface="Times New Roman" panose="02020603050405020304" pitchFamily="18" charset="0"/>
              </a:rPr>
              <a:t>NPV</a:t>
            </a:r>
          </a:p>
        </p:txBody>
      </p:sp>
      <p:sp>
        <p:nvSpPr>
          <p:cNvPr id="10268" name="Text Box 27">
            <a:extLst>
              <a:ext uri="{FF2B5EF4-FFF2-40B4-BE49-F238E27FC236}">
                <a16:creationId xmlns:a16="http://schemas.microsoft.com/office/drawing/2014/main" id="{F71E19C8-DE45-D198-96B4-B7009245228A}"/>
              </a:ext>
            </a:extLst>
          </p:cNvPr>
          <p:cNvSpPr txBox="1">
            <a:spLocks noChangeArrowheads="1"/>
          </p:cNvSpPr>
          <p:nvPr/>
        </p:nvSpPr>
        <p:spPr bwMode="auto">
          <a:xfrm>
            <a:off x="4800600" y="4062413"/>
            <a:ext cx="914400" cy="469900"/>
          </a:xfrm>
          <a:prstGeom prst="rect">
            <a:avLst/>
          </a:prstGeom>
          <a:gradFill rotWithShape="1">
            <a:gsLst>
              <a:gs pos="0">
                <a:srgbClr val="993300"/>
              </a:gs>
              <a:gs pos="50000">
                <a:srgbClr val="CC6600"/>
              </a:gs>
              <a:gs pos="100000">
                <a:srgbClr val="993300"/>
              </a:gs>
            </a:gsLst>
            <a:lin ang="5400000" scaled="1"/>
          </a:gradFill>
          <a:ln w="12700" cap="sq">
            <a:solidFill>
              <a:srgbClr val="800000"/>
            </a:solidFill>
            <a:miter lim="800000"/>
            <a:headEnd type="none" w="sm" len="sm"/>
            <a:tailEnd type="none" w="sm" len="sm"/>
          </a:ln>
        </p:spPr>
        <p:txBody>
          <a:bodyPr>
            <a:spAutoFit/>
          </a:bodyPr>
          <a:lstStyle>
            <a:lvl1pPr eaLnBrk="0" hangingPunct="0">
              <a:defRPr>
                <a:solidFill>
                  <a:schemeClr val="tx1"/>
                </a:solidFill>
                <a:latin typeface="Arial" panose="020B0604020202020204" pitchFamily="34" charset="0"/>
              </a:defRPr>
            </a:lvl1pPr>
            <a:lvl2pPr marL="742950" indent="-285750" eaLnBrk="0" hangingPunct="0">
              <a:defRPr>
                <a:solidFill>
                  <a:schemeClr val="tx1"/>
                </a:solidFill>
                <a:latin typeface="Arial" panose="020B0604020202020204" pitchFamily="34" charset="0"/>
              </a:defRPr>
            </a:lvl2pPr>
            <a:lvl3pPr marL="1143000" indent="-228600" eaLnBrk="0" hangingPunct="0">
              <a:defRPr>
                <a:solidFill>
                  <a:schemeClr val="tx1"/>
                </a:solidFill>
                <a:latin typeface="Arial" panose="020B0604020202020204" pitchFamily="34" charset="0"/>
              </a:defRPr>
            </a:lvl3pPr>
            <a:lvl4pPr marL="1600200" indent="-228600" eaLnBrk="0" hangingPunct="0">
              <a:defRPr>
                <a:solidFill>
                  <a:schemeClr val="tx1"/>
                </a:solidFill>
                <a:latin typeface="Arial" panose="020B0604020202020204" pitchFamily="34" charset="0"/>
              </a:defRPr>
            </a:lvl4pPr>
            <a:lvl5pPr marL="2057400" indent="-228600" eaLnBrk="0" hangingPunct="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algn="ctr" eaLnBrk="1" hangingPunct="1">
              <a:spcBef>
                <a:spcPct val="50000"/>
              </a:spcBef>
            </a:pPr>
            <a:r>
              <a:rPr lang="en-US" altLang="en-US" sz="2400" dirty="0">
                <a:latin typeface="Times New Roman" panose="02020603050405020304" pitchFamily="18" charset="0"/>
              </a:rPr>
              <a:t>NPV</a:t>
            </a:r>
          </a:p>
        </p:txBody>
      </p:sp>
      <p:sp>
        <p:nvSpPr>
          <p:cNvPr id="10269" name="Text Box 28">
            <a:extLst>
              <a:ext uri="{FF2B5EF4-FFF2-40B4-BE49-F238E27FC236}">
                <a16:creationId xmlns:a16="http://schemas.microsoft.com/office/drawing/2014/main" id="{A7CB6442-48FB-379A-95D8-347447F496A0}"/>
              </a:ext>
            </a:extLst>
          </p:cNvPr>
          <p:cNvSpPr txBox="1">
            <a:spLocks noChangeArrowheads="1"/>
          </p:cNvSpPr>
          <p:nvPr/>
        </p:nvSpPr>
        <p:spPr bwMode="auto">
          <a:xfrm>
            <a:off x="8610600" y="2556243"/>
            <a:ext cx="762000" cy="376238"/>
          </a:xfrm>
          <a:prstGeom prst="rect">
            <a:avLst/>
          </a:prstGeom>
          <a:noFill/>
          <a:ln w="9525">
            <a:solidFill>
              <a:schemeClr val="tx1"/>
            </a:solidFill>
            <a:miter lim="800000"/>
            <a:headEnd/>
            <a:tailEnd/>
          </a:ln>
          <a:extLst>
            <a:ext uri="{909E8E84-426E-40DD-AFC4-6F175D3DCCD1}">
              <a14:hiddenFill xmlns:a14="http://schemas.microsoft.com/office/drawing/2010/main">
                <a:solidFill>
                  <a:srgbClr val="FFFFFF"/>
                </a:solidFill>
              </a14:hiddenFill>
            </a:ext>
          </a:extLst>
        </p:spPr>
        <p:txBody>
          <a:bodyPr>
            <a:spAutoFit/>
          </a:bodyPr>
          <a:lstStyle>
            <a:lvl1pPr eaLnBrk="0" hangingPunct="0">
              <a:defRPr>
                <a:solidFill>
                  <a:schemeClr val="tx1"/>
                </a:solidFill>
                <a:latin typeface="Arial" panose="020B0604020202020204" pitchFamily="34" charset="0"/>
              </a:defRPr>
            </a:lvl1pPr>
            <a:lvl2pPr marL="742950" indent="-285750" eaLnBrk="0" hangingPunct="0">
              <a:defRPr>
                <a:solidFill>
                  <a:schemeClr val="tx1"/>
                </a:solidFill>
                <a:latin typeface="Arial" panose="020B0604020202020204" pitchFamily="34" charset="0"/>
              </a:defRPr>
            </a:lvl2pPr>
            <a:lvl3pPr marL="1143000" indent="-228600" eaLnBrk="0" hangingPunct="0">
              <a:defRPr>
                <a:solidFill>
                  <a:schemeClr val="tx1"/>
                </a:solidFill>
                <a:latin typeface="Arial" panose="020B0604020202020204" pitchFamily="34" charset="0"/>
              </a:defRPr>
            </a:lvl3pPr>
            <a:lvl4pPr marL="1600200" indent="-228600" eaLnBrk="0" hangingPunct="0">
              <a:defRPr>
                <a:solidFill>
                  <a:schemeClr val="tx1"/>
                </a:solidFill>
                <a:latin typeface="Arial" panose="020B0604020202020204" pitchFamily="34" charset="0"/>
              </a:defRPr>
            </a:lvl4pPr>
            <a:lvl5pPr marL="2057400" indent="-228600" eaLnBrk="0" hangingPunct="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eaLnBrk="1" hangingPunct="1">
              <a:spcBef>
                <a:spcPct val="50000"/>
              </a:spcBef>
            </a:pPr>
            <a:r>
              <a:rPr lang="en-US" altLang="en-US" dirty="0"/>
              <a:t>CPT</a:t>
            </a:r>
          </a:p>
        </p:txBody>
      </p:sp>
      <p:sp>
        <p:nvSpPr>
          <p:cNvPr id="3" name="TextBox 2">
            <a:extLst>
              <a:ext uri="{FF2B5EF4-FFF2-40B4-BE49-F238E27FC236}">
                <a16:creationId xmlns:a16="http://schemas.microsoft.com/office/drawing/2014/main" id="{FFD60866-C40F-BE4C-69AD-619DDDC3A2DA}"/>
              </a:ext>
            </a:extLst>
          </p:cNvPr>
          <p:cNvSpPr txBox="1"/>
          <p:nvPr/>
        </p:nvSpPr>
        <p:spPr>
          <a:xfrm>
            <a:off x="2286000" y="6438900"/>
            <a:ext cx="6096000" cy="369332"/>
          </a:xfrm>
          <a:prstGeom prst="rect">
            <a:avLst/>
          </a:prstGeom>
          <a:noFill/>
        </p:spPr>
        <p:txBody>
          <a:bodyPr wrap="square">
            <a:spAutoFit/>
          </a:bodyPr>
          <a:lstStyle/>
          <a:p>
            <a:r>
              <a:rPr lang="en-US" dirty="0"/>
              <a:t>https://www.youtube.com/watch?v=yW1BTmxQeDc</a:t>
            </a:r>
          </a:p>
        </p:txBody>
      </p:sp>
      <p:sp>
        <p:nvSpPr>
          <p:cNvPr id="6" name="Text Box 17">
            <a:extLst>
              <a:ext uri="{FF2B5EF4-FFF2-40B4-BE49-F238E27FC236}">
                <a16:creationId xmlns:a16="http://schemas.microsoft.com/office/drawing/2014/main" id="{B0D1EDD0-F805-A875-A675-E09B9F56BA69}"/>
              </a:ext>
            </a:extLst>
          </p:cNvPr>
          <p:cNvSpPr txBox="1">
            <a:spLocks noChangeArrowheads="1"/>
          </p:cNvSpPr>
          <p:nvPr/>
        </p:nvSpPr>
        <p:spPr bwMode="auto">
          <a:xfrm>
            <a:off x="6137030" y="4828411"/>
            <a:ext cx="914400" cy="40011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cap="sq">
                <a:solidFill>
                  <a:srgbClr val="000000"/>
                </a:solidFill>
                <a:miter lim="800000"/>
                <a:headEnd type="none" w="sm" len="sm"/>
                <a:tailEnd type="none" w="sm" len="sm"/>
              </a14:hiddenLine>
            </a:ext>
          </a:extLst>
        </p:spPr>
        <p:txBody>
          <a:bodyPr>
            <a:spAutoFit/>
          </a:bodyPr>
          <a:lstStyle>
            <a:lvl1pPr eaLnBrk="0" hangingPunct="0">
              <a:defRPr>
                <a:solidFill>
                  <a:schemeClr val="tx1"/>
                </a:solidFill>
                <a:latin typeface="Arial" panose="020B0604020202020204" pitchFamily="34" charset="0"/>
              </a:defRPr>
            </a:lvl1pPr>
            <a:lvl2pPr marL="742950" indent="-285750" eaLnBrk="0" hangingPunct="0">
              <a:defRPr>
                <a:solidFill>
                  <a:schemeClr val="tx1"/>
                </a:solidFill>
                <a:latin typeface="Arial" panose="020B0604020202020204" pitchFamily="34" charset="0"/>
              </a:defRPr>
            </a:lvl2pPr>
            <a:lvl3pPr marL="1143000" indent="-228600" eaLnBrk="0" hangingPunct="0">
              <a:defRPr>
                <a:solidFill>
                  <a:schemeClr val="tx1"/>
                </a:solidFill>
                <a:latin typeface="Arial" panose="020B0604020202020204" pitchFamily="34" charset="0"/>
              </a:defRPr>
            </a:lvl3pPr>
            <a:lvl4pPr marL="1600200" indent="-228600" eaLnBrk="0" hangingPunct="0">
              <a:defRPr>
                <a:solidFill>
                  <a:schemeClr val="tx1"/>
                </a:solidFill>
                <a:latin typeface="Arial" panose="020B0604020202020204" pitchFamily="34" charset="0"/>
              </a:defRPr>
            </a:lvl4pPr>
            <a:lvl5pPr marL="2057400" indent="-228600" eaLnBrk="0" hangingPunct="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algn="ctr" eaLnBrk="1" hangingPunct="1">
              <a:spcBef>
                <a:spcPct val="50000"/>
              </a:spcBef>
            </a:pPr>
            <a:r>
              <a:rPr lang="en-US" altLang="en-US" sz="2000" dirty="0">
                <a:solidFill>
                  <a:srgbClr val="644A1A"/>
                </a:solidFill>
                <a:latin typeface="Times New Roman" panose="02020603050405020304" pitchFamily="18" charset="0"/>
                <a:cs typeface="Times New Roman" panose="02020603050405020304" pitchFamily="18" charset="0"/>
              </a:rPr>
              <a:t>13</a:t>
            </a:r>
            <a:endParaRPr lang="en-US" altLang="en-US" sz="2000" dirty="0">
              <a:solidFill>
                <a:srgbClr val="644A1A"/>
              </a:solidFill>
              <a:latin typeface="Times New Roman" panose="02020603050405020304" pitchFamily="18" charset="0"/>
            </a:endParaRPr>
          </a:p>
        </p:txBody>
      </p:sp>
    </p:spTree>
    <p:extLst>
      <p:ext uri="{BB962C8B-B14F-4D97-AF65-F5344CB8AC3E}">
        <p14:creationId xmlns:p14="http://schemas.microsoft.com/office/powerpoint/2010/main" val="1639444443"/>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267" name="Slide Number Placeholder 7">
            <a:extLst>
              <a:ext uri="{FF2B5EF4-FFF2-40B4-BE49-F238E27FC236}">
                <a16:creationId xmlns:a16="http://schemas.microsoft.com/office/drawing/2014/main" id="{97558E16-96D7-19CE-CC8F-922F1C5E92D4}"/>
              </a:ext>
            </a:extLst>
          </p:cNvPr>
          <p:cNvSpPr>
            <a:spLocks noGrp="1"/>
          </p:cNvSpPr>
          <p:nvPr>
            <p:ph type="sldNum" sz="quarter" idx="12"/>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a:solidFill>
                  <a:schemeClr val="tx1"/>
                </a:solidFill>
                <a:latin typeface="Arial" panose="020B0604020202020204" pitchFamily="34" charset="0"/>
              </a:defRPr>
            </a:lvl1pPr>
            <a:lvl2pPr marL="742950" indent="-285750" eaLnBrk="0" hangingPunct="0">
              <a:defRPr>
                <a:solidFill>
                  <a:schemeClr val="tx1"/>
                </a:solidFill>
                <a:latin typeface="Arial" panose="020B0604020202020204" pitchFamily="34" charset="0"/>
              </a:defRPr>
            </a:lvl2pPr>
            <a:lvl3pPr marL="1143000" indent="-228600" eaLnBrk="0" hangingPunct="0">
              <a:defRPr>
                <a:solidFill>
                  <a:schemeClr val="tx1"/>
                </a:solidFill>
                <a:latin typeface="Arial" panose="020B0604020202020204" pitchFamily="34" charset="0"/>
              </a:defRPr>
            </a:lvl3pPr>
            <a:lvl4pPr marL="1600200" indent="-228600" eaLnBrk="0" hangingPunct="0">
              <a:defRPr>
                <a:solidFill>
                  <a:schemeClr val="tx1"/>
                </a:solidFill>
                <a:latin typeface="Arial" panose="020B0604020202020204" pitchFamily="34" charset="0"/>
              </a:defRPr>
            </a:lvl4pPr>
            <a:lvl5pPr marL="2057400" indent="-228600" eaLnBrk="0" hangingPunct="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eaLnBrk="1" hangingPunct="1"/>
            <a:fld id="{3ABA4900-ACF9-4A25-864B-64B00A4D3F0E}" type="slidenum">
              <a:rPr lang="en-US" altLang="en-US"/>
              <a:pPr eaLnBrk="1" hangingPunct="1"/>
              <a:t>29</a:t>
            </a:fld>
            <a:endParaRPr lang="en-US" altLang="en-US"/>
          </a:p>
        </p:txBody>
      </p:sp>
      <p:sp>
        <p:nvSpPr>
          <p:cNvPr id="11268" name="Rectangle 2">
            <a:extLst>
              <a:ext uri="{FF2B5EF4-FFF2-40B4-BE49-F238E27FC236}">
                <a16:creationId xmlns:a16="http://schemas.microsoft.com/office/drawing/2014/main" id="{C87871FA-5721-ADFC-0FF7-8E4389E86ED3}"/>
              </a:ext>
            </a:extLst>
          </p:cNvPr>
          <p:cNvSpPr>
            <a:spLocks noGrp="1" noChangeArrowheads="1"/>
          </p:cNvSpPr>
          <p:nvPr>
            <p:ph type="title"/>
          </p:nvPr>
        </p:nvSpPr>
        <p:spPr>
          <a:ln>
            <a:solidFill>
              <a:schemeClr val="tx1"/>
            </a:solidFill>
            <a:miter lim="800000"/>
            <a:headEnd/>
            <a:tailEnd/>
          </a:ln>
        </p:spPr>
        <p:txBody>
          <a:bodyPr/>
          <a:lstStyle/>
          <a:p>
            <a:pPr eaLnBrk="1" hangingPunct="1"/>
            <a:r>
              <a:rPr lang="en-US" altLang="en-US" sz="3200" dirty="0"/>
              <a:t>Example 3 – Nonconstant growth</a:t>
            </a:r>
          </a:p>
        </p:txBody>
      </p:sp>
      <p:sp>
        <p:nvSpPr>
          <p:cNvPr id="11269" name="Rectangle 3">
            <a:extLst>
              <a:ext uri="{FF2B5EF4-FFF2-40B4-BE49-F238E27FC236}">
                <a16:creationId xmlns:a16="http://schemas.microsoft.com/office/drawing/2014/main" id="{1A15D3EE-3C7D-31DB-2EBB-8C830AC109EE}"/>
              </a:ext>
            </a:extLst>
          </p:cNvPr>
          <p:cNvSpPr>
            <a:spLocks noGrp="1" noChangeArrowheads="1"/>
          </p:cNvSpPr>
          <p:nvPr>
            <p:ph type="body" sz="half" idx="1"/>
          </p:nvPr>
        </p:nvSpPr>
        <p:spPr>
          <a:xfrm>
            <a:off x="609600" y="1600201"/>
            <a:ext cx="10644554" cy="4525963"/>
          </a:xfrm>
        </p:spPr>
        <p:txBody>
          <a:bodyPr/>
          <a:lstStyle/>
          <a:p>
            <a:pPr eaLnBrk="1" hangingPunct="1"/>
            <a:r>
              <a:rPr lang="en-US" altLang="en-US" sz="2400" dirty="0"/>
              <a:t>A company is expected to have the following growth pattern in its dividends:</a:t>
            </a:r>
          </a:p>
          <a:p>
            <a:pPr eaLnBrk="1" hangingPunct="1"/>
            <a:r>
              <a:rPr lang="en-US" altLang="en-US" sz="2400" dirty="0"/>
              <a:t>No growth for the first three years</a:t>
            </a:r>
          </a:p>
          <a:p>
            <a:pPr eaLnBrk="1" hangingPunct="1"/>
            <a:r>
              <a:rPr lang="en-US" altLang="en-US" sz="2400" dirty="0"/>
              <a:t>A constant growth rate of 6% thereafter.</a:t>
            </a:r>
          </a:p>
          <a:p>
            <a:pPr eaLnBrk="1" hangingPunct="1"/>
            <a:r>
              <a:rPr lang="en-US" altLang="en-US" sz="2400" dirty="0"/>
              <a:t>The company just paid its annual dividend of $2.00  (this is D0)</a:t>
            </a:r>
          </a:p>
          <a:p>
            <a:pPr eaLnBrk="1" hangingPunct="1"/>
            <a:r>
              <a:rPr lang="en-US" altLang="en-US" sz="2400" dirty="0"/>
              <a:t>Required rate of return is 13%.</a:t>
            </a:r>
          </a:p>
          <a:p>
            <a:pPr eaLnBrk="1" hangingPunct="1"/>
            <a:r>
              <a:rPr lang="en-US" altLang="en-US" sz="2400" dirty="0"/>
              <a:t>What is the expected current market price?</a:t>
            </a:r>
          </a:p>
        </p:txBody>
      </p:sp>
    </p:spTree>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125" name="Slide Number Placeholder 3">
            <a:extLst>
              <a:ext uri="{FF2B5EF4-FFF2-40B4-BE49-F238E27FC236}">
                <a16:creationId xmlns:a16="http://schemas.microsoft.com/office/drawing/2014/main" id="{036FF4FA-B0B6-4AF9-06D7-0ECE86AF9DF5}"/>
              </a:ext>
            </a:extLst>
          </p:cNvPr>
          <p:cNvSpPr>
            <a:spLocks noGrp="1"/>
          </p:cNvSpPr>
          <p:nvPr>
            <p:ph type="sldNum" sz="quarter" idx="12"/>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a:solidFill>
                  <a:schemeClr val="tx1"/>
                </a:solidFill>
                <a:latin typeface="Arial" panose="020B0604020202020204" pitchFamily="34" charset="0"/>
              </a:defRPr>
            </a:lvl1pPr>
            <a:lvl2pPr marL="742950" indent="-285750" eaLnBrk="0" hangingPunct="0">
              <a:defRPr>
                <a:solidFill>
                  <a:schemeClr val="tx1"/>
                </a:solidFill>
                <a:latin typeface="Arial" panose="020B0604020202020204" pitchFamily="34" charset="0"/>
              </a:defRPr>
            </a:lvl2pPr>
            <a:lvl3pPr marL="1143000" indent="-228600" eaLnBrk="0" hangingPunct="0">
              <a:defRPr>
                <a:solidFill>
                  <a:schemeClr val="tx1"/>
                </a:solidFill>
                <a:latin typeface="Arial" panose="020B0604020202020204" pitchFamily="34" charset="0"/>
              </a:defRPr>
            </a:lvl3pPr>
            <a:lvl4pPr marL="1600200" indent="-228600" eaLnBrk="0" hangingPunct="0">
              <a:defRPr>
                <a:solidFill>
                  <a:schemeClr val="tx1"/>
                </a:solidFill>
                <a:latin typeface="Arial" panose="020B0604020202020204" pitchFamily="34" charset="0"/>
              </a:defRPr>
            </a:lvl4pPr>
            <a:lvl5pPr marL="2057400" indent="-228600" eaLnBrk="0" hangingPunct="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eaLnBrk="1" hangingPunct="1"/>
            <a:fld id="{B910D847-F1F8-442F-A119-159E69E7D64D}" type="slidenum">
              <a:rPr lang="en-US" altLang="en-US"/>
              <a:pPr eaLnBrk="1" hangingPunct="1"/>
              <a:t>30</a:t>
            </a:fld>
            <a:endParaRPr lang="en-US" altLang="en-US"/>
          </a:p>
        </p:txBody>
      </p:sp>
      <p:sp>
        <p:nvSpPr>
          <p:cNvPr id="5126" name="Rectangle 5">
            <a:extLst>
              <a:ext uri="{FF2B5EF4-FFF2-40B4-BE49-F238E27FC236}">
                <a16:creationId xmlns:a16="http://schemas.microsoft.com/office/drawing/2014/main" id="{65914C4F-F4BD-ED8D-7B16-48C7E021EB93}"/>
              </a:ext>
            </a:extLst>
          </p:cNvPr>
          <p:cNvSpPr>
            <a:spLocks noChangeArrowheads="1"/>
          </p:cNvSpPr>
          <p:nvPr/>
        </p:nvSpPr>
        <p:spPr bwMode="auto">
          <a:xfrm>
            <a:off x="2576514" y="2679700"/>
            <a:ext cx="338235" cy="4591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wrap="none" lIns="90488" tIns="44450" rIns="90488" bIns="44450">
            <a:spAutoFit/>
          </a:bodyPr>
          <a:lstStyle>
            <a:lvl1pPr eaLnBrk="0" hangingPunct="0">
              <a:defRPr>
                <a:solidFill>
                  <a:schemeClr val="tx1"/>
                </a:solidFill>
                <a:latin typeface="Arial" panose="020B0604020202020204" pitchFamily="34" charset="0"/>
              </a:defRPr>
            </a:lvl1pPr>
            <a:lvl2pPr marL="742950" indent="-285750" eaLnBrk="0" hangingPunct="0">
              <a:defRPr>
                <a:solidFill>
                  <a:schemeClr val="tx1"/>
                </a:solidFill>
                <a:latin typeface="Arial" panose="020B0604020202020204" pitchFamily="34" charset="0"/>
              </a:defRPr>
            </a:lvl2pPr>
            <a:lvl3pPr marL="1143000" indent="-228600" eaLnBrk="0" hangingPunct="0">
              <a:defRPr>
                <a:solidFill>
                  <a:schemeClr val="tx1"/>
                </a:solidFill>
                <a:latin typeface="Arial" panose="020B0604020202020204" pitchFamily="34" charset="0"/>
              </a:defRPr>
            </a:lvl3pPr>
            <a:lvl4pPr marL="1600200" indent="-228600" eaLnBrk="0" hangingPunct="0">
              <a:defRPr>
                <a:solidFill>
                  <a:schemeClr val="tx1"/>
                </a:solidFill>
                <a:latin typeface="Arial" panose="020B0604020202020204" pitchFamily="34" charset="0"/>
              </a:defRPr>
            </a:lvl4pPr>
            <a:lvl5pPr marL="2057400" indent="-228600" eaLnBrk="0" hangingPunct="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r>
              <a:rPr lang="en-US" altLang="en-US" sz="2400" b="1">
                <a:solidFill>
                  <a:schemeClr val="tx2"/>
                </a:solidFill>
                <a:latin typeface="Calibri" panose="020F0502020204030204" pitchFamily="34" charset="0"/>
                <a:cs typeface="Arial" panose="020B0604020202020204" pitchFamily="34" charset="0"/>
              </a:rPr>
              <a:t>0</a:t>
            </a:r>
          </a:p>
        </p:txBody>
      </p:sp>
      <p:sp>
        <p:nvSpPr>
          <p:cNvPr id="5127" name="Line 6">
            <a:extLst>
              <a:ext uri="{FF2B5EF4-FFF2-40B4-BE49-F238E27FC236}">
                <a16:creationId xmlns:a16="http://schemas.microsoft.com/office/drawing/2014/main" id="{32101799-01BF-67D3-8720-7678B900D014}"/>
              </a:ext>
            </a:extLst>
          </p:cNvPr>
          <p:cNvSpPr>
            <a:spLocks noChangeShapeType="1"/>
          </p:cNvSpPr>
          <p:nvPr/>
        </p:nvSpPr>
        <p:spPr bwMode="auto">
          <a:xfrm>
            <a:off x="4267200" y="4140201"/>
            <a:ext cx="0" cy="479425"/>
          </a:xfrm>
          <a:prstGeom prst="line">
            <a:avLst/>
          </a:prstGeom>
          <a:noFill/>
          <a:ln w="25400">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en-US"/>
          </a:p>
        </p:txBody>
      </p:sp>
      <p:sp>
        <p:nvSpPr>
          <p:cNvPr id="5128" name="Line 7">
            <a:extLst>
              <a:ext uri="{FF2B5EF4-FFF2-40B4-BE49-F238E27FC236}">
                <a16:creationId xmlns:a16="http://schemas.microsoft.com/office/drawing/2014/main" id="{DD424AD9-0A17-599B-E858-E9EDC31C2261}"/>
              </a:ext>
            </a:extLst>
          </p:cNvPr>
          <p:cNvSpPr>
            <a:spLocks noChangeShapeType="1"/>
          </p:cNvSpPr>
          <p:nvPr/>
        </p:nvSpPr>
        <p:spPr bwMode="auto">
          <a:xfrm>
            <a:off x="5867400" y="4140201"/>
            <a:ext cx="0" cy="798513"/>
          </a:xfrm>
          <a:prstGeom prst="line">
            <a:avLst/>
          </a:prstGeom>
          <a:noFill/>
          <a:ln w="25400">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en-US"/>
          </a:p>
        </p:txBody>
      </p:sp>
      <p:sp>
        <p:nvSpPr>
          <p:cNvPr id="5129" name="Line 8">
            <a:extLst>
              <a:ext uri="{FF2B5EF4-FFF2-40B4-BE49-F238E27FC236}">
                <a16:creationId xmlns:a16="http://schemas.microsoft.com/office/drawing/2014/main" id="{06FF9205-05D7-3E69-5EB6-CFE3BBE66411}"/>
              </a:ext>
            </a:extLst>
          </p:cNvPr>
          <p:cNvSpPr>
            <a:spLocks noChangeShapeType="1"/>
          </p:cNvSpPr>
          <p:nvPr/>
        </p:nvSpPr>
        <p:spPr bwMode="auto">
          <a:xfrm>
            <a:off x="7543800" y="4140201"/>
            <a:ext cx="0" cy="771525"/>
          </a:xfrm>
          <a:prstGeom prst="line">
            <a:avLst/>
          </a:prstGeom>
          <a:noFill/>
          <a:ln w="25400">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en-US"/>
          </a:p>
        </p:txBody>
      </p:sp>
      <p:sp>
        <p:nvSpPr>
          <p:cNvPr id="5130" name="Line 9">
            <a:extLst>
              <a:ext uri="{FF2B5EF4-FFF2-40B4-BE49-F238E27FC236}">
                <a16:creationId xmlns:a16="http://schemas.microsoft.com/office/drawing/2014/main" id="{6E27B42F-5CB1-A802-38CA-524CE600A08B}"/>
              </a:ext>
            </a:extLst>
          </p:cNvPr>
          <p:cNvSpPr>
            <a:spLocks noChangeShapeType="1"/>
          </p:cNvSpPr>
          <p:nvPr/>
        </p:nvSpPr>
        <p:spPr bwMode="auto">
          <a:xfrm flipH="1">
            <a:off x="3235326" y="4648200"/>
            <a:ext cx="1044575" cy="0"/>
          </a:xfrm>
          <a:prstGeom prst="line">
            <a:avLst/>
          </a:prstGeom>
          <a:noFill/>
          <a:ln w="25400">
            <a:solidFill>
              <a:schemeClr val="tx1"/>
            </a:solidFill>
            <a:round/>
            <a:headEnd/>
            <a:tailEnd type="triangle" w="med" len="med"/>
          </a:ln>
          <a:extLst>
            <a:ext uri="{909E8E84-426E-40DD-AFC4-6F175D3DCCD1}">
              <a14:hiddenFill xmlns:a14="http://schemas.microsoft.com/office/drawing/2010/main">
                <a:noFill/>
              </a14:hiddenFill>
            </a:ext>
          </a:extLst>
        </p:spPr>
        <p:txBody>
          <a:bodyPr wrap="none" anchor="ctr"/>
          <a:lstStyle/>
          <a:p>
            <a:endParaRPr lang="en-US"/>
          </a:p>
        </p:txBody>
      </p:sp>
      <p:sp>
        <p:nvSpPr>
          <p:cNvPr id="5131" name="Line 10">
            <a:extLst>
              <a:ext uri="{FF2B5EF4-FFF2-40B4-BE49-F238E27FC236}">
                <a16:creationId xmlns:a16="http://schemas.microsoft.com/office/drawing/2014/main" id="{5DC9FF24-9E19-50D1-A53C-9BDA50495A61}"/>
              </a:ext>
            </a:extLst>
          </p:cNvPr>
          <p:cNvSpPr>
            <a:spLocks noChangeShapeType="1"/>
          </p:cNvSpPr>
          <p:nvPr/>
        </p:nvSpPr>
        <p:spPr bwMode="auto">
          <a:xfrm flipH="1">
            <a:off x="3235326" y="4957763"/>
            <a:ext cx="2644775" cy="0"/>
          </a:xfrm>
          <a:prstGeom prst="line">
            <a:avLst/>
          </a:prstGeom>
          <a:noFill/>
          <a:ln w="25400">
            <a:solidFill>
              <a:schemeClr val="tx1"/>
            </a:solidFill>
            <a:round/>
            <a:headEnd/>
            <a:tailEnd type="triangle" w="med" len="med"/>
          </a:ln>
          <a:extLst>
            <a:ext uri="{909E8E84-426E-40DD-AFC4-6F175D3DCCD1}">
              <a14:hiddenFill xmlns:a14="http://schemas.microsoft.com/office/drawing/2010/main">
                <a:noFill/>
              </a14:hiddenFill>
            </a:ext>
          </a:extLst>
        </p:spPr>
        <p:txBody>
          <a:bodyPr wrap="none" anchor="ctr"/>
          <a:lstStyle/>
          <a:p>
            <a:endParaRPr lang="en-US"/>
          </a:p>
        </p:txBody>
      </p:sp>
      <p:sp>
        <p:nvSpPr>
          <p:cNvPr id="5132" name="Line 11">
            <a:extLst>
              <a:ext uri="{FF2B5EF4-FFF2-40B4-BE49-F238E27FC236}">
                <a16:creationId xmlns:a16="http://schemas.microsoft.com/office/drawing/2014/main" id="{2B8003F9-8338-943B-F0BB-9E701B2BB6DF}"/>
              </a:ext>
            </a:extLst>
          </p:cNvPr>
          <p:cNvSpPr>
            <a:spLocks noChangeShapeType="1"/>
          </p:cNvSpPr>
          <p:nvPr/>
        </p:nvSpPr>
        <p:spPr bwMode="auto">
          <a:xfrm flipH="1">
            <a:off x="3235325" y="5286375"/>
            <a:ext cx="3378200" cy="0"/>
          </a:xfrm>
          <a:prstGeom prst="line">
            <a:avLst/>
          </a:prstGeom>
          <a:noFill/>
          <a:ln w="25400">
            <a:solidFill>
              <a:schemeClr val="tx1"/>
            </a:solidFill>
            <a:round/>
            <a:headEnd/>
            <a:tailEnd type="triangle" w="med" len="med"/>
          </a:ln>
          <a:extLst>
            <a:ext uri="{909E8E84-426E-40DD-AFC4-6F175D3DCCD1}">
              <a14:hiddenFill xmlns:a14="http://schemas.microsoft.com/office/drawing/2010/main">
                <a:noFill/>
              </a14:hiddenFill>
            </a:ext>
          </a:extLst>
        </p:spPr>
        <p:txBody>
          <a:bodyPr wrap="none" anchor="ctr"/>
          <a:lstStyle/>
          <a:p>
            <a:endParaRPr lang="en-US"/>
          </a:p>
        </p:txBody>
      </p:sp>
      <p:sp>
        <p:nvSpPr>
          <p:cNvPr id="5133" name="Line 12">
            <a:extLst>
              <a:ext uri="{FF2B5EF4-FFF2-40B4-BE49-F238E27FC236}">
                <a16:creationId xmlns:a16="http://schemas.microsoft.com/office/drawing/2014/main" id="{A870FA7F-41F1-D638-BBE8-1C781181FDF6}"/>
              </a:ext>
            </a:extLst>
          </p:cNvPr>
          <p:cNvSpPr>
            <a:spLocks noChangeShapeType="1"/>
          </p:cNvSpPr>
          <p:nvPr/>
        </p:nvSpPr>
        <p:spPr bwMode="auto">
          <a:xfrm flipH="1">
            <a:off x="3235326" y="5562601"/>
            <a:ext cx="2022475" cy="23813"/>
          </a:xfrm>
          <a:prstGeom prst="line">
            <a:avLst/>
          </a:prstGeom>
          <a:noFill/>
          <a:ln w="25400">
            <a:solidFill>
              <a:schemeClr val="tx1"/>
            </a:solidFill>
            <a:round/>
            <a:headEnd/>
            <a:tailEnd type="triangle" w="med" len="med"/>
          </a:ln>
          <a:extLst>
            <a:ext uri="{909E8E84-426E-40DD-AFC4-6F175D3DCCD1}">
              <a14:hiddenFill xmlns:a14="http://schemas.microsoft.com/office/drawing/2010/main">
                <a:noFill/>
              </a14:hiddenFill>
            </a:ext>
          </a:extLst>
        </p:spPr>
        <p:txBody>
          <a:bodyPr wrap="none" anchor="ctr"/>
          <a:lstStyle/>
          <a:p>
            <a:endParaRPr lang="en-US"/>
          </a:p>
        </p:txBody>
      </p:sp>
      <p:sp>
        <p:nvSpPr>
          <p:cNvPr id="5134" name="Rectangle 13">
            <a:extLst>
              <a:ext uri="{FF2B5EF4-FFF2-40B4-BE49-F238E27FC236}">
                <a16:creationId xmlns:a16="http://schemas.microsoft.com/office/drawing/2014/main" id="{AE729DCB-4264-0873-053A-50A1C40CFC77}"/>
              </a:ext>
            </a:extLst>
          </p:cNvPr>
          <p:cNvSpPr>
            <a:spLocks noChangeArrowheads="1"/>
          </p:cNvSpPr>
          <p:nvPr/>
        </p:nvSpPr>
        <p:spPr bwMode="auto">
          <a:xfrm>
            <a:off x="2087564" y="4437063"/>
            <a:ext cx="1041953" cy="4591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wrap="none" lIns="90488" tIns="44450" rIns="90488" bIns="44450">
            <a:spAutoFit/>
          </a:bodyPr>
          <a:lstStyle>
            <a:lvl1pPr eaLnBrk="0" hangingPunct="0">
              <a:defRPr>
                <a:solidFill>
                  <a:schemeClr val="tx1"/>
                </a:solidFill>
                <a:latin typeface="Arial" panose="020B0604020202020204" pitchFamily="34" charset="0"/>
              </a:defRPr>
            </a:lvl1pPr>
            <a:lvl2pPr marL="742950" indent="-285750" eaLnBrk="0" hangingPunct="0">
              <a:defRPr>
                <a:solidFill>
                  <a:schemeClr val="tx1"/>
                </a:solidFill>
                <a:latin typeface="Arial" panose="020B0604020202020204" pitchFamily="34" charset="0"/>
              </a:defRPr>
            </a:lvl2pPr>
            <a:lvl3pPr marL="1143000" indent="-228600" eaLnBrk="0" hangingPunct="0">
              <a:defRPr>
                <a:solidFill>
                  <a:schemeClr val="tx1"/>
                </a:solidFill>
                <a:latin typeface="Arial" panose="020B0604020202020204" pitchFamily="34" charset="0"/>
              </a:defRPr>
            </a:lvl3pPr>
            <a:lvl4pPr marL="1600200" indent="-228600" eaLnBrk="0" hangingPunct="0">
              <a:defRPr>
                <a:solidFill>
                  <a:schemeClr val="tx1"/>
                </a:solidFill>
                <a:latin typeface="Arial" panose="020B0604020202020204" pitchFamily="34" charset="0"/>
              </a:defRPr>
            </a:lvl4pPr>
            <a:lvl5pPr marL="2057400" indent="-228600" eaLnBrk="0" hangingPunct="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r>
              <a:rPr lang="en-US" altLang="en-US" sz="2400" b="1">
                <a:latin typeface="Calibri" panose="020F0502020204030204" pitchFamily="34" charset="0"/>
                <a:cs typeface="Arial" panose="020B0604020202020204" pitchFamily="34" charset="0"/>
              </a:rPr>
              <a:t>1.7699</a:t>
            </a:r>
          </a:p>
        </p:txBody>
      </p:sp>
      <p:sp>
        <p:nvSpPr>
          <p:cNvPr id="5135" name="Rectangle 14">
            <a:extLst>
              <a:ext uri="{FF2B5EF4-FFF2-40B4-BE49-F238E27FC236}">
                <a16:creationId xmlns:a16="http://schemas.microsoft.com/office/drawing/2014/main" id="{60995180-1CEC-869E-2C73-195941D29C4E}"/>
              </a:ext>
            </a:extLst>
          </p:cNvPr>
          <p:cNvSpPr>
            <a:spLocks noChangeArrowheads="1"/>
          </p:cNvSpPr>
          <p:nvPr/>
        </p:nvSpPr>
        <p:spPr bwMode="auto">
          <a:xfrm>
            <a:off x="2087564" y="4773613"/>
            <a:ext cx="1041953" cy="4591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wrap="none" lIns="90488" tIns="44450" rIns="90488" bIns="44450">
            <a:spAutoFit/>
          </a:bodyPr>
          <a:lstStyle>
            <a:lvl1pPr eaLnBrk="0" hangingPunct="0">
              <a:defRPr>
                <a:solidFill>
                  <a:schemeClr val="tx1"/>
                </a:solidFill>
                <a:latin typeface="Arial" panose="020B0604020202020204" pitchFamily="34" charset="0"/>
              </a:defRPr>
            </a:lvl1pPr>
            <a:lvl2pPr marL="742950" indent="-285750" eaLnBrk="0" hangingPunct="0">
              <a:defRPr>
                <a:solidFill>
                  <a:schemeClr val="tx1"/>
                </a:solidFill>
                <a:latin typeface="Arial" panose="020B0604020202020204" pitchFamily="34" charset="0"/>
              </a:defRPr>
            </a:lvl2pPr>
            <a:lvl3pPr marL="1143000" indent="-228600" eaLnBrk="0" hangingPunct="0">
              <a:defRPr>
                <a:solidFill>
                  <a:schemeClr val="tx1"/>
                </a:solidFill>
                <a:latin typeface="Arial" panose="020B0604020202020204" pitchFamily="34" charset="0"/>
              </a:defRPr>
            </a:lvl3pPr>
            <a:lvl4pPr marL="1600200" indent="-228600" eaLnBrk="0" hangingPunct="0">
              <a:defRPr>
                <a:solidFill>
                  <a:schemeClr val="tx1"/>
                </a:solidFill>
                <a:latin typeface="Arial" panose="020B0604020202020204" pitchFamily="34" charset="0"/>
              </a:defRPr>
            </a:lvl4pPr>
            <a:lvl5pPr marL="2057400" indent="-228600" eaLnBrk="0" hangingPunct="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r>
              <a:rPr lang="en-US" altLang="en-US" sz="2400" b="1">
                <a:latin typeface="Calibri" panose="020F0502020204030204" pitchFamily="34" charset="0"/>
                <a:cs typeface="Arial" panose="020B0604020202020204" pitchFamily="34" charset="0"/>
              </a:rPr>
              <a:t>1.5663</a:t>
            </a:r>
          </a:p>
        </p:txBody>
      </p:sp>
      <p:sp>
        <p:nvSpPr>
          <p:cNvPr id="5136" name="Rectangle 15">
            <a:extLst>
              <a:ext uri="{FF2B5EF4-FFF2-40B4-BE49-F238E27FC236}">
                <a16:creationId xmlns:a16="http://schemas.microsoft.com/office/drawing/2014/main" id="{CF1D730E-FE7C-CDF6-4170-3CA88E0EB50B}"/>
              </a:ext>
            </a:extLst>
          </p:cNvPr>
          <p:cNvSpPr>
            <a:spLocks noChangeArrowheads="1"/>
          </p:cNvSpPr>
          <p:nvPr/>
        </p:nvSpPr>
        <p:spPr bwMode="auto">
          <a:xfrm>
            <a:off x="2087564" y="5086350"/>
            <a:ext cx="1041953" cy="4591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wrap="none" lIns="90488" tIns="44450" rIns="90488" bIns="44450">
            <a:spAutoFit/>
          </a:bodyPr>
          <a:lstStyle>
            <a:lvl1pPr eaLnBrk="0" hangingPunct="0">
              <a:defRPr>
                <a:solidFill>
                  <a:schemeClr val="tx1"/>
                </a:solidFill>
                <a:latin typeface="Arial" panose="020B0604020202020204" pitchFamily="34" charset="0"/>
              </a:defRPr>
            </a:lvl1pPr>
            <a:lvl2pPr marL="742950" indent="-285750" eaLnBrk="0" hangingPunct="0">
              <a:defRPr>
                <a:solidFill>
                  <a:schemeClr val="tx1"/>
                </a:solidFill>
                <a:latin typeface="Arial" panose="020B0604020202020204" pitchFamily="34" charset="0"/>
              </a:defRPr>
            </a:lvl2pPr>
            <a:lvl3pPr marL="1143000" indent="-228600" eaLnBrk="0" hangingPunct="0">
              <a:defRPr>
                <a:solidFill>
                  <a:schemeClr val="tx1"/>
                </a:solidFill>
                <a:latin typeface="Arial" panose="020B0604020202020204" pitchFamily="34" charset="0"/>
              </a:defRPr>
            </a:lvl3pPr>
            <a:lvl4pPr marL="1600200" indent="-228600" eaLnBrk="0" hangingPunct="0">
              <a:defRPr>
                <a:solidFill>
                  <a:schemeClr val="tx1"/>
                </a:solidFill>
                <a:latin typeface="Arial" panose="020B0604020202020204" pitchFamily="34" charset="0"/>
              </a:defRPr>
            </a:lvl4pPr>
            <a:lvl5pPr marL="2057400" indent="-228600" eaLnBrk="0" hangingPunct="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r>
              <a:rPr lang="en-US" altLang="en-US" sz="2400" b="1">
                <a:latin typeface="Calibri" panose="020F0502020204030204" pitchFamily="34" charset="0"/>
                <a:cs typeface="Arial" panose="020B0604020202020204" pitchFamily="34" charset="0"/>
              </a:rPr>
              <a:t>1.3861</a:t>
            </a:r>
          </a:p>
        </p:txBody>
      </p:sp>
      <p:sp>
        <p:nvSpPr>
          <p:cNvPr id="5137" name="Rectangle 16">
            <a:extLst>
              <a:ext uri="{FF2B5EF4-FFF2-40B4-BE49-F238E27FC236}">
                <a16:creationId xmlns:a16="http://schemas.microsoft.com/office/drawing/2014/main" id="{CCF2726A-ECD7-6069-01D0-A5EB904AE0FC}"/>
              </a:ext>
            </a:extLst>
          </p:cNvPr>
          <p:cNvSpPr>
            <a:spLocks noChangeArrowheads="1"/>
          </p:cNvSpPr>
          <p:nvPr/>
        </p:nvSpPr>
        <p:spPr bwMode="auto">
          <a:xfrm>
            <a:off x="1890714" y="5399088"/>
            <a:ext cx="1197445" cy="4591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wrap="none" lIns="90488" tIns="44450" rIns="90488" bIns="44450">
            <a:spAutoFit/>
          </a:bodyPr>
          <a:lstStyle>
            <a:lvl1pPr eaLnBrk="0" hangingPunct="0">
              <a:defRPr>
                <a:solidFill>
                  <a:schemeClr val="tx1"/>
                </a:solidFill>
                <a:latin typeface="Arial" panose="020B0604020202020204" pitchFamily="34" charset="0"/>
              </a:defRPr>
            </a:lvl1pPr>
            <a:lvl2pPr marL="742950" indent="-285750" eaLnBrk="0" hangingPunct="0">
              <a:defRPr>
                <a:solidFill>
                  <a:schemeClr val="tx1"/>
                </a:solidFill>
                <a:latin typeface="Arial" panose="020B0604020202020204" pitchFamily="34" charset="0"/>
              </a:defRPr>
            </a:lvl2pPr>
            <a:lvl3pPr marL="1143000" indent="-228600" eaLnBrk="0" hangingPunct="0">
              <a:defRPr>
                <a:solidFill>
                  <a:schemeClr val="tx1"/>
                </a:solidFill>
                <a:latin typeface="Arial" panose="020B0604020202020204" pitchFamily="34" charset="0"/>
              </a:defRPr>
            </a:lvl3pPr>
            <a:lvl4pPr marL="1600200" indent="-228600" eaLnBrk="0" hangingPunct="0">
              <a:defRPr>
                <a:solidFill>
                  <a:schemeClr val="tx1"/>
                </a:solidFill>
                <a:latin typeface="Arial" panose="020B0604020202020204" pitchFamily="34" charset="0"/>
              </a:defRPr>
            </a:lvl4pPr>
            <a:lvl5pPr marL="2057400" indent="-228600" eaLnBrk="0" hangingPunct="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r>
              <a:rPr lang="en-US" altLang="en-US" sz="2400" b="1">
                <a:latin typeface="Calibri" panose="020F0502020204030204" pitchFamily="34" charset="0"/>
                <a:cs typeface="Arial" panose="020B0604020202020204" pitchFamily="34" charset="0"/>
              </a:rPr>
              <a:t>20.9895</a:t>
            </a:r>
          </a:p>
        </p:txBody>
      </p:sp>
      <p:sp>
        <p:nvSpPr>
          <p:cNvPr id="5138" name="Line 17">
            <a:extLst>
              <a:ext uri="{FF2B5EF4-FFF2-40B4-BE49-F238E27FC236}">
                <a16:creationId xmlns:a16="http://schemas.microsoft.com/office/drawing/2014/main" id="{576608EC-17E5-591D-FB1B-96C153E24510}"/>
              </a:ext>
            </a:extLst>
          </p:cNvPr>
          <p:cNvSpPr>
            <a:spLocks noChangeShapeType="1"/>
          </p:cNvSpPr>
          <p:nvPr/>
        </p:nvSpPr>
        <p:spPr bwMode="auto">
          <a:xfrm>
            <a:off x="2743200" y="3162301"/>
            <a:ext cx="0" cy="411163"/>
          </a:xfrm>
          <a:prstGeom prst="line">
            <a:avLst/>
          </a:prstGeom>
          <a:noFill/>
          <a:ln w="25400">
            <a:solidFill>
              <a:schemeClr val="tx2"/>
            </a:solidFill>
            <a:round/>
            <a:headEnd/>
            <a:tailEnd/>
          </a:ln>
          <a:extLst>
            <a:ext uri="{909E8E84-426E-40DD-AFC4-6F175D3DCCD1}">
              <a14:hiddenFill xmlns:a14="http://schemas.microsoft.com/office/drawing/2010/main">
                <a:noFill/>
              </a14:hiddenFill>
            </a:ext>
          </a:extLst>
        </p:spPr>
        <p:txBody>
          <a:bodyPr wrap="none" anchor="ctr"/>
          <a:lstStyle/>
          <a:p>
            <a:endParaRPr lang="en-US"/>
          </a:p>
        </p:txBody>
      </p:sp>
      <p:sp>
        <p:nvSpPr>
          <p:cNvPr id="5139" name="Rectangle 18">
            <a:extLst>
              <a:ext uri="{FF2B5EF4-FFF2-40B4-BE49-F238E27FC236}">
                <a16:creationId xmlns:a16="http://schemas.microsoft.com/office/drawing/2014/main" id="{ADDFF69E-2CB6-2F28-AF82-969FE4F0431F}"/>
              </a:ext>
            </a:extLst>
          </p:cNvPr>
          <p:cNvSpPr>
            <a:spLocks noChangeArrowheads="1"/>
          </p:cNvSpPr>
          <p:nvPr/>
        </p:nvSpPr>
        <p:spPr bwMode="auto">
          <a:xfrm>
            <a:off x="3925888" y="3495675"/>
            <a:ext cx="692150" cy="4778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wrap="none" anchor="ctr"/>
          <a:lstStyle>
            <a:lvl1pPr eaLnBrk="0" hangingPunct="0">
              <a:defRPr>
                <a:solidFill>
                  <a:schemeClr val="tx1"/>
                </a:solidFill>
                <a:latin typeface="Arial" panose="020B0604020202020204" pitchFamily="34" charset="0"/>
              </a:defRPr>
            </a:lvl1pPr>
            <a:lvl2pPr marL="742950" indent="-285750" eaLnBrk="0" hangingPunct="0">
              <a:defRPr>
                <a:solidFill>
                  <a:schemeClr val="tx1"/>
                </a:solidFill>
                <a:latin typeface="Arial" panose="020B0604020202020204" pitchFamily="34" charset="0"/>
              </a:defRPr>
            </a:lvl2pPr>
            <a:lvl3pPr marL="1143000" indent="-228600" eaLnBrk="0" hangingPunct="0">
              <a:defRPr>
                <a:solidFill>
                  <a:schemeClr val="tx1"/>
                </a:solidFill>
                <a:latin typeface="Arial" panose="020B0604020202020204" pitchFamily="34" charset="0"/>
              </a:defRPr>
            </a:lvl3pPr>
            <a:lvl4pPr marL="1600200" indent="-228600" eaLnBrk="0" hangingPunct="0">
              <a:defRPr>
                <a:solidFill>
                  <a:schemeClr val="tx1"/>
                </a:solidFill>
                <a:latin typeface="Arial" panose="020B0604020202020204" pitchFamily="34" charset="0"/>
              </a:defRPr>
            </a:lvl4pPr>
            <a:lvl5pPr marL="2057400" indent="-228600" eaLnBrk="0" hangingPunct="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eaLnBrk="1" hangingPunct="1"/>
            <a:endParaRPr lang="en-US" altLang="en-US">
              <a:latin typeface="Calibri" panose="020F0502020204030204" pitchFamily="34" charset="0"/>
              <a:cs typeface="Arial" panose="020B0604020202020204" pitchFamily="34" charset="0"/>
            </a:endParaRPr>
          </a:p>
        </p:txBody>
      </p:sp>
      <p:sp>
        <p:nvSpPr>
          <p:cNvPr id="5140" name="Line 19">
            <a:extLst>
              <a:ext uri="{FF2B5EF4-FFF2-40B4-BE49-F238E27FC236}">
                <a16:creationId xmlns:a16="http://schemas.microsoft.com/office/drawing/2014/main" id="{ED61486C-B20E-17BA-AC80-41229F4DF883}"/>
              </a:ext>
            </a:extLst>
          </p:cNvPr>
          <p:cNvSpPr>
            <a:spLocks noChangeShapeType="1"/>
          </p:cNvSpPr>
          <p:nvPr/>
        </p:nvSpPr>
        <p:spPr bwMode="auto">
          <a:xfrm>
            <a:off x="4292600" y="3162301"/>
            <a:ext cx="0" cy="411163"/>
          </a:xfrm>
          <a:prstGeom prst="line">
            <a:avLst/>
          </a:prstGeom>
          <a:noFill/>
          <a:ln w="25400">
            <a:solidFill>
              <a:schemeClr val="tx2"/>
            </a:solidFill>
            <a:round/>
            <a:headEnd/>
            <a:tailEnd/>
          </a:ln>
          <a:extLst>
            <a:ext uri="{909E8E84-426E-40DD-AFC4-6F175D3DCCD1}">
              <a14:hiddenFill xmlns:a14="http://schemas.microsoft.com/office/drawing/2010/main">
                <a:noFill/>
              </a14:hiddenFill>
            </a:ext>
          </a:extLst>
        </p:spPr>
        <p:txBody>
          <a:bodyPr wrap="none" anchor="ctr"/>
          <a:lstStyle/>
          <a:p>
            <a:endParaRPr lang="en-US"/>
          </a:p>
        </p:txBody>
      </p:sp>
      <p:sp>
        <p:nvSpPr>
          <p:cNvPr id="5141" name="Rectangle 20">
            <a:extLst>
              <a:ext uri="{FF2B5EF4-FFF2-40B4-BE49-F238E27FC236}">
                <a16:creationId xmlns:a16="http://schemas.microsoft.com/office/drawing/2014/main" id="{A8454D95-F669-7023-ADD1-311598E597D5}"/>
              </a:ext>
            </a:extLst>
          </p:cNvPr>
          <p:cNvSpPr>
            <a:spLocks noChangeArrowheads="1"/>
          </p:cNvSpPr>
          <p:nvPr/>
        </p:nvSpPr>
        <p:spPr bwMode="auto">
          <a:xfrm>
            <a:off x="4132264" y="2679700"/>
            <a:ext cx="338235" cy="4591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wrap="none" lIns="90488" tIns="44450" rIns="90488" bIns="44450">
            <a:spAutoFit/>
          </a:bodyPr>
          <a:lstStyle>
            <a:lvl1pPr eaLnBrk="0" hangingPunct="0">
              <a:defRPr>
                <a:solidFill>
                  <a:schemeClr val="tx1"/>
                </a:solidFill>
                <a:latin typeface="Arial" panose="020B0604020202020204" pitchFamily="34" charset="0"/>
              </a:defRPr>
            </a:lvl1pPr>
            <a:lvl2pPr marL="742950" indent="-285750" eaLnBrk="0" hangingPunct="0">
              <a:defRPr>
                <a:solidFill>
                  <a:schemeClr val="tx1"/>
                </a:solidFill>
                <a:latin typeface="Arial" panose="020B0604020202020204" pitchFamily="34" charset="0"/>
              </a:defRPr>
            </a:lvl2pPr>
            <a:lvl3pPr marL="1143000" indent="-228600" eaLnBrk="0" hangingPunct="0">
              <a:defRPr>
                <a:solidFill>
                  <a:schemeClr val="tx1"/>
                </a:solidFill>
                <a:latin typeface="Arial" panose="020B0604020202020204" pitchFamily="34" charset="0"/>
              </a:defRPr>
            </a:lvl3pPr>
            <a:lvl4pPr marL="1600200" indent="-228600" eaLnBrk="0" hangingPunct="0">
              <a:defRPr>
                <a:solidFill>
                  <a:schemeClr val="tx1"/>
                </a:solidFill>
                <a:latin typeface="Arial" panose="020B0604020202020204" pitchFamily="34" charset="0"/>
              </a:defRPr>
            </a:lvl4pPr>
            <a:lvl5pPr marL="2057400" indent="-228600" eaLnBrk="0" hangingPunct="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r>
              <a:rPr lang="en-US" altLang="en-US" sz="2400" b="1">
                <a:solidFill>
                  <a:schemeClr val="tx2"/>
                </a:solidFill>
                <a:latin typeface="Calibri" panose="020F0502020204030204" pitchFamily="34" charset="0"/>
                <a:cs typeface="Arial" panose="020B0604020202020204" pitchFamily="34" charset="0"/>
              </a:rPr>
              <a:t>1</a:t>
            </a:r>
          </a:p>
        </p:txBody>
      </p:sp>
      <p:sp>
        <p:nvSpPr>
          <p:cNvPr id="5142" name="Line 21">
            <a:extLst>
              <a:ext uri="{FF2B5EF4-FFF2-40B4-BE49-F238E27FC236}">
                <a16:creationId xmlns:a16="http://schemas.microsoft.com/office/drawing/2014/main" id="{681E21FB-BF15-2BCE-E0C8-31C7F54720F0}"/>
              </a:ext>
            </a:extLst>
          </p:cNvPr>
          <p:cNvSpPr>
            <a:spLocks noChangeShapeType="1"/>
          </p:cNvSpPr>
          <p:nvPr/>
        </p:nvSpPr>
        <p:spPr bwMode="auto">
          <a:xfrm>
            <a:off x="5843588" y="3162301"/>
            <a:ext cx="0" cy="411163"/>
          </a:xfrm>
          <a:prstGeom prst="line">
            <a:avLst/>
          </a:prstGeom>
          <a:noFill/>
          <a:ln w="25400">
            <a:solidFill>
              <a:schemeClr val="tx2"/>
            </a:solidFill>
            <a:round/>
            <a:headEnd/>
            <a:tailEnd/>
          </a:ln>
          <a:extLst>
            <a:ext uri="{909E8E84-426E-40DD-AFC4-6F175D3DCCD1}">
              <a14:hiddenFill xmlns:a14="http://schemas.microsoft.com/office/drawing/2010/main">
                <a:noFill/>
              </a14:hiddenFill>
            </a:ext>
          </a:extLst>
        </p:spPr>
        <p:txBody>
          <a:bodyPr wrap="none" anchor="ctr"/>
          <a:lstStyle/>
          <a:p>
            <a:endParaRPr lang="en-US"/>
          </a:p>
        </p:txBody>
      </p:sp>
      <p:sp>
        <p:nvSpPr>
          <p:cNvPr id="5143" name="Rectangle 22">
            <a:extLst>
              <a:ext uri="{FF2B5EF4-FFF2-40B4-BE49-F238E27FC236}">
                <a16:creationId xmlns:a16="http://schemas.microsoft.com/office/drawing/2014/main" id="{CA23620D-561B-4573-E093-3E9E740CCD01}"/>
              </a:ext>
            </a:extLst>
          </p:cNvPr>
          <p:cNvSpPr>
            <a:spLocks noChangeArrowheads="1"/>
          </p:cNvSpPr>
          <p:nvPr/>
        </p:nvSpPr>
        <p:spPr bwMode="auto">
          <a:xfrm>
            <a:off x="5502275" y="3649664"/>
            <a:ext cx="692150" cy="4778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wrap="none" anchor="ctr"/>
          <a:lstStyle>
            <a:lvl1pPr eaLnBrk="0" hangingPunct="0">
              <a:defRPr>
                <a:solidFill>
                  <a:schemeClr val="tx1"/>
                </a:solidFill>
                <a:latin typeface="Arial" panose="020B0604020202020204" pitchFamily="34" charset="0"/>
              </a:defRPr>
            </a:lvl1pPr>
            <a:lvl2pPr marL="742950" indent="-285750" eaLnBrk="0" hangingPunct="0">
              <a:defRPr>
                <a:solidFill>
                  <a:schemeClr val="tx1"/>
                </a:solidFill>
                <a:latin typeface="Arial" panose="020B0604020202020204" pitchFamily="34" charset="0"/>
              </a:defRPr>
            </a:lvl2pPr>
            <a:lvl3pPr marL="1143000" indent="-228600" eaLnBrk="0" hangingPunct="0">
              <a:defRPr>
                <a:solidFill>
                  <a:schemeClr val="tx1"/>
                </a:solidFill>
                <a:latin typeface="Arial" panose="020B0604020202020204" pitchFamily="34" charset="0"/>
              </a:defRPr>
            </a:lvl3pPr>
            <a:lvl4pPr marL="1600200" indent="-228600" eaLnBrk="0" hangingPunct="0">
              <a:defRPr>
                <a:solidFill>
                  <a:schemeClr val="tx1"/>
                </a:solidFill>
                <a:latin typeface="Arial" panose="020B0604020202020204" pitchFamily="34" charset="0"/>
              </a:defRPr>
            </a:lvl4pPr>
            <a:lvl5pPr marL="2057400" indent="-228600" eaLnBrk="0" hangingPunct="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eaLnBrk="1" hangingPunct="1"/>
            <a:endParaRPr lang="en-US" altLang="en-US">
              <a:latin typeface="Calibri" panose="020F0502020204030204" pitchFamily="34" charset="0"/>
              <a:cs typeface="Arial" panose="020B0604020202020204" pitchFamily="34" charset="0"/>
            </a:endParaRPr>
          </a:p>
        </p:txBody>
      </p:sp>
      <p:sp>
        <p:nvSpPr>
          <p:cNvPr id="5144" name="Rectangle 23">
            <a:extLst>
              <a:ext uri="{FF2B5EF4-FFF2-40B4-BE49-F238E27FC236}">
                <a16:creationId xmlns:a16="http://schemas.microsoft.com/office/drawing/2014/main" id="{10D97591-D3B8-A053-2F38-6000B1E9AED5}"/>
              </a:ext>
            </a:extLst>
          </p:cNvPr>
          <p:cNvSpPr>
            <a:spLocks noChangeArrowheads="1"/>
          </p:cNvSpPr>
          <p:nvPr/>
        </p:nvSpPr>
        <p:spPr bwMode="auto">
          <a:xfrm>
            <a:off x="5691189" y="2679700"/>
            <a:ext cx="338235" cy="4591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wrap="none" lIns="90488" tIns="44450" rIns="90488" bIns="44450">
            <a:spAutoFit/>
          </a:bodyPr>
          <a:lstStyle>
            <a:lvl1pPr eaLnBrk="0" hangingPunct="0">
              <a:defRPr>
                <a:solidFill>
                  <a:schemeClr val="tx1"/>
                </a:solidFill>
                <a:latin typeface="Arial" panose="020B0604020202020204" pitchFamily="34" charset="0"/>
              </a:defRPr>
            </a:lvl1pPr>
            <a:lvl2pPr marL="742950" indent="-285750" eaLnBrk="0" hangingPunct="0">
              <a:defRPr>
                <a:solidFill>
                  <a:schemeClr val="tx1"/>
                </a:solidFill>
                <a:latin typeface="Arial" panose="020B0604020202020204" pitchFamily="34" charset="0"/>
              </a:defRPr>
            </a:lvl2pPr>
            <a:lvl3pPr marL="1143000" indent="-228600" eaLnBrk="0" hangingPunct="0">
              <a:defRPr>
                <a:solidFill>
                  <a:schemeClr val="tx1"/>
                </a:solidFill>
                <a:latin typeface="Arial" panose="020B0604020202020204" pitchFamily="34" charset="0"/>
              </a:defRPr>
            </a:lvl3pPr>
            <a:lvl4pPr marL="1600200" indent="-228600" eaLnBrk="0" hangingPunct="0">
              <a:defRPr>
                <a:solidFill>
                  <a:schemeClr val="tx1"/>
                </a:solidFill>
                <a:latin typeface="Arial" panose="020B0604020202020204" pitchFamily="34" charset="0"/>
              </a:defRPr>
            </a:lvl4pPr>
            <a:lvl5pPr marL="2057400" indent="-228600" eaLnBrk="0" hangingPunct="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r>
              <a:rPr lang="en-US" altLang="en-US" sz="2400" b="1">
                <a:solidFill>
                  <a:schemeClr val="tx2"/>
                </a:solidFill>
                <a:latin typeface="Calibri" panose="020F0502020204030204" pitchFamily="34" charset="0"/>
                <a:cs typeface="Arial" panose="020B0604020202020204" pitchFamily="34" charset="0"/>
              </a:rPr>
              <a:t>2</a:t>
            </a:r>
          </a:p>
        </p:txBody>
      </p:sp>
      <p:sp>
        <p:nvSpPr>
          <p:cNvPr id="5145" name="Rectangle 24">
            <a:extLst>
              <a:ext uri="{FF2B5EF4-FFF2-40B4-BE49-F238E27FC236}">
                <a16:creationId xmlns:a16="http://schemas.microsoft.com/office/drawing/2014/main" id="{65837EC2-8080-6409-738D-BC0AE0C9F476}"/>
              </a:ext>
            </a:extLst>
          </p:cNvPr>
          <p:cNvSpPr>
            <a:spLocks noChangeArrowheads="1"/>
          </p:cNvSpPr>
          <p:nvPr/>
        </p:nvSpPr>
        <p:spPr bwMode="auto">
          <a:xfrm>
            <a:off x="7226300" y="3649664"/>
            <a:ext cx="692150" cy="4778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wrap="none" anchor="ctr"/>
          <a:lstStyle>
            <a:lvl1pPr eaLnBrk="0" hangingPunct="0">
              <a:defRPr>
                <a:solidFill>
                  <a:schemeClr val="tx1"/>
                </a:solidFill>
                <a:latin typeface="Arial" panose="020B0604020202020204" pitchFamily="34" charset="0"/>
              </a:defRPr>
            </a:lvl1pPr>
            <a:lvl2pPr marL="742950" indent="-285750" eaLnBrk="0" hangingPunct="0">
              <a:defRPr>
                <a:solidFill>
                  <a:schemeClr val="tx1"/>
                </a:solidFill>
                <a:latin typeface="Arial" panose="020B0604020202020204" pitchFamily="34" charset="0"/>
              </a:defRPr>
            </a:lvl2pPr>
            <a:lvl3pPr marL="1143000" indent="-228600" eaLnBrk="0" hangingPunct="0">
              <a:defRPr>
                <a:solidFill>
                  <a:schemeClr val="tx1"/>
                </a:solidFill>
                <a:latin typeface="Arial" panose="020B0604020202020204" pitchFamily="34" charset="0"/>
              </a:defRPr>
            </a:lvl3pPr>
            <a:lvl4pPr marL="1600200" indent="-228600" eaLnBrk="0" hangingPunct="0">
              <a:defRPr>
                <a:solidFill>
                  <a:schemeClr val="tx1"/>
                </a:solidFill>
                <a:latin typeface="Arial" panose="020B0604020202020204" pitchFamily="34" charset="0"/>
              </a:defRPr>
            </a:lvl4pPr>
            <a:lvl5pPr marL="2057400" indent="-228600" eaLnBrk="0" hangingPunct="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eaLnBrk="1" hangingPunct="1"/>
            <a:endParaRPr lang="en-US" altLang="en-US">
              <a:latin typeface="Calibri" panose="020F0502020204030204" pitchFamily="34" charset="0"/>
              <a:cs typeface="Arial" panose="020B0604020202020204" pitchFamily="34" charset="0"/>
            </a:endParaRPr>
          </a:p>
        </p:txBody>
      </p:sp>
      <p:sp>
        <p:nvSpPr>
          <p:cNvPr id="5146" name="Line 25">
            <a:extLst>
              <a:ext uri="{FF2B5EF4-FFF2-40B4-BE49-F238E27FC236}">
                <a16:creationId xmlns:a16="http://schemas.microsoft.com/office/drawing/2014/main" id="{ACD2741D-2A80-C68E-5DC3-051A75BC8BA2}"/>
              </a:ext>
            </a:extLst>
          </p:cNvPr>
          <p:cNvSpPr>
            <a:spLocks noChangeShapeType="1"/>
          </p:cNvSpPr>
          <p:nvPr/>
        </p:nvSpPr>
        <p:spPr bwMode="auto">
          <a:xfrm>
            <a:off x="7562850" y="3162301"/>
            <a:ext cx="0" cy="411163"/>
          </a:xfrm>
          <a:prstGeom prst="line">
            <a:avLst/>
          </a:prstGeom>
          <a:noFill/>
          <a:ln w="25400">
            <a:solidFill>
              <a:schemeClr val="tx2"/>
            </a:solidFill>
            <a:round/>
            <a:headEnd/>
            <a:tailEnd/>
          </a:ln>
          <a:extLst>
            <a:ext uri="{909E8E84-426E-40DD-AFC4-6F175D3DCCD1}">
              <a14:hiddenFill xmlns:a14="http://schemas.microsoft.com/office/drawing/2010/main">
                <a:noFill/>
              </a14:hiddenFill>
            </a:ext>
          </a:extLst>
        </p:spPr>
        <p:txBody>
          <a:bodyPr wrap="none" anchor="ctr"/>
          <a:lstStyle/>
          <a:p>
            <a:endParaRPr lang="en-US"/>
          </a:p>
        </p:txBody>
      </p:sp>
      <p:sp>
        <p:nvSpPr>
          <p:cNvPr id="5147" name="Rectangle 26">
            <a:extLst>
              <a:ext uri="{FF2B5EF4-FFF2-40B4-BE49-F238E27FC236}">
                <a16:creationId xmlns:a16="http://schemas.microsoft.com/office/drawing/2014/main" id="{3502E34F-7ED8-F739-58D0-C0B55FDFA34F}"/>
              </a:ext>
            </a:extLst>
          </p:cNvPr>
          <p:cNvSpPr>
            <a:spLocks noChangeArrowheads="1"/>
          </p:cNvSpPr>
          <p:nvPr/>
        </p:nvSpPr>
        <p:spPr bwMode="auto">
          <a:xfrm>
            <a:off x="7350126" y="2679700"/>
            <a:ext cx="338235" cy="4591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wrap="none" lIns="90488" tIns="44450" rIns="90488" bIns="44450">
            <a:spAutoFit/>
          </a:bodyPr>
          <a:lstStyle>
            <a:lvl1pPr eaLnBrk="0" hangingPunct="0">
              <a:defRPr>
                <a:solidFill>
                  <a:schemeClr val="tx1"/>
                </a:solidFill>
                <a:latin typeface="Arial" panose="020B0604020202020204" pitchFamily="34" charset="0"/>
              </a:defRPr>
            </a:lvl1pPr>
            <a:lvl2pPr marL="742950" indent="-285750" eaLnBrk="0" hangingPunct="0">
              <a:defRPr>
                <a:solidFill>
                  <a:schemeClr val="tx1"/>
                </a:solidFill>
                <a:latin typeface="Arial" panose="020B0604020202020204" pitchFamily="34" charset="0"/>
              </a:defRPr>
            </a:lvl2pPr>
            <a:lvl3pPr marL="1143000" indent="-228600" eaLnBrk="0" hangingPunct="0">
              <a:defRPr>
                <a:solidFill>
                  <a:schemeClr val="tx1"/>
                </a:solidFill>
                <a:latin typeface="Arial" panose="020B0604020202020204" pitchFamily="34" charset="0"/>
              </a:defRPr>
            </a:lvl3pPr>
            <a:lvl4pPr marL="1600200" indent="-228600" eaLnBrk="0" hangingPunct="0">
              <a:defRPr>
                <a:solidFill>
                  <a:schemeClr val="tx1"/>
                </a:solidFill>
                <a:latin typeface="Arial" panose="020B0604020202020204" pitchFamily="34" charset="0"/>
              </a:defRPr>
            </a:lvl4pPr>
            <a:lvl5pPr marL="2057400" indent="-228600" eaLnBrk="0" hangingPunct="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r>
              <a:rPr lang="en-US" altLang="en-US" sz="2400" b="1">
                <a:solidFill>
                  <a:schemeClr val="tx2"/>
                </a:solidFill>
                <a:latin typeface="Calibri" panose="020F0502020204030204" pitchFamily="34" charset="0"/>
                <a:cs typeface="Arial" panose="020B0604020202020204" pitchFamily="34" charset="0"/>
              </a:rPr>
              <a:t>3</a:t>
            </a:r>
          </a:p>
        </p:txBody>
      </p:sp>
      <p:sp>
        <p:nvSpPr>
          <p:cNvPr id="5148" name="Line 27">
            <a:extLst>
              <a:ext uri="{FF2B5EF4-FFF2-40B4-BE49-F238E27FC236}">
                <a16:creationId xmlns:a16="http://schemas.microsoft.com/office/drawing/2014/main" id="{5B4C3978-78F7-6791-CDF4-A90DA5BA0BEF}"/>
              </a:ext>
            </a:extLst>
          </p:cNvPr>
          <p:cNvSpPr>
            <a:spLocks noChangeShapeType="1"/>
          </p:cNvSpPr>
          <p:nvPr/>
        </p:nvSpPr>
        <p:spPr bwMode="auto">
          <a:xfrm>
            <a:off x="9220200" y="3101976"/>
            <a:ext cx="0" cy="531813"/>
          </a:xfrm>
          <a:prstGeom prst="line">
            <a:avLst/>
          </a:prstGeom>
          <a:noFill/>
          <a:ln w="25400">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en-US"/>
          </a:p>
        </p:txBody>
      </p:sp>
      <p:sp>
        <p:nvSpPr>
          <p:cNvPr id="5149" name="Rectangle 28">
            <a:extLst>
              <a:ext uri="{FF2B5EF4-FFF2-40B4-BE49-F238E27FC236}">
                <a16:creationId xmlns:a16="http://schemas.microsoft.com/office/drawing/2014/main" id="{A81B3447-9A53-23CE-D1F4-B8FDD91E610E}"/>
              </a:ext>
            </a:extLst>
          </p:cNvPr>
          <p:cNvSpPr>
            <a:spLocks noChangeArrowheads="1"/>
          </p:cNvSpPr>
          <p:nvPr/>
        </p:nvSpPr>
        <p:spPr bwMode="auto">
          <a:xfrm>
            <a:off x="8899526" y="3519489"/>
            <a:ext cx="625475" cy="4794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wrap="none" anchor="ctr"/>
          <a:lstStyle>
            <a:lvl1pPr eaLnBrk="0" hangingPunct="0">
              <a:defRPr>
                <a:solidFill>
                  <a:schemeClr val="tx1"/>
                </a:solidFill>
                <a:latin typeface="Arial" panose="020B0604020202020204" pitchFamily="34" charset="0"/>
              </a:defRPr>
            </a:lvl1pPr>
            <a:lvl2pPr marL="742950" indent="-285750" eaLnBrk="0" hangingPunct="0">
              <a:defRPr>
                <a:solidFill>
                  <a:schemeClr val="tx1"/>
                </a:solidFill>
                <a:latin typeface="Arial" panose="020B0604020202020204" pitchFamily="34" charset="0"/>
              </a:defRPr>
            </a:lvl2pPr>
            <a:lvl3pPr marL="1143000" indent="-228600" eaLnBrk="0" hangingPunct="0">
              <a:defRPr>
                <a:solidFill>
                  <a:schemeClr val="tx1"/>
                </a:solidFill>
                <a:latin typeface="Arial" panose="020B0604020202020204" pitchFamily="34" charset="0"/>
              </a:defRPr>
            </a:lvl3pPr>
            <a:lvl4pPr marL="1600200" indent="-228600" eaLnBrk="0" hangingPunct="0">
              <a:defRPr>
                <a:solidFill>
                  <a:schemeClr val="tx1"/>
                </a:solidFill>
                <a:latin typeface="Arial" panose="020B0604020202020204" pitchFamily="34" charset="0"/>
              </a:defRPr>
            </a:lvl4pPr>
            <a:lvl5pPr marL="2057400" indent="-228600" eaLnBrk="0" hangingPunct="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eaLnBrk="1" hangingPunct="1"/>
            <a:endParaRPr lang="en-US" altLang="en-US">
              <a:latin typeface="Calibri" panose="020F0502020204030204" pitchFamily="34" charset="0"/>
              <a:cs typeface="Arial" panose="020B0604020202020204" pitchFamily="34" charset="0"/>
            </a:endParaRPr>
          </a:p>
        </p:txBody>
      </p:sp>
      <p:sp>
        <p:nvSpPr>
          <p:cNvPr id="5150" name="Rectangle 29">
            <a:extLst>
              <a:ext uri="{FF2B5EF4-FFF2-40B4-BE49-F238E27FC236}">
                <a16:creationId xmlns:a16="http://schemas.microsoft.com/office/drawing/2014/main" id="{BF9D6834-55AB-9317-2432-1ED2D3947557}"/>
              </a:ext>
            </a:extLst>
          </p:cNvPr>
          <p:cNvSpPr>
            <a:spLocks noChangeArrowheads="1"/>
          </p:cNvSpPr>
          <p:nvPr/>
        </p:nvSpPr>
        <p:spPr bwMode="auto">
          <a:xfrm>
            <a:off x="9053514" y="2679700"/>
            <a:ext cx="338235" cy="4591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wrap="none" lIns="90488" tIns="44450" rIns="90488" bIns="44450">
            <a:spAutoFit/>
          </a:bodyPr>
          <a:lstStyle>
            <a:lvl1pPr eaLnBrk="0" hangingPunct="0">
              <a:defRPr>
                <a:solidFill>
                  <a:schemeClr val="tx1"/>
                </a:solidFill>
                <a:latin typeface="Arial" panose="020B0604020202020204" pitchFamily="34" charset="0"/>
              </a:defRPr>
            </a:lvl1pPr>
            <a:lvl2pPr marL="742950" indent="-285750" eaLnBrk="0" hangingPunct="0">
              <a:defRPr>
                <a:solidFill>
                  <a:schemeClr val="tx1"/>
                </a:solidFill>
                <a:latin typeface="Arial" panose="020B0604020202020204" pitchFamily="34" charset="0"/>
              </a:defRPr>
            </a:lvl2pPr>
            <a:lvl3pPr marL="1143000" indent="-228600" eaLnBrk="0" hangingPunct="0">
              <a:defRPr>
                <a:solidFill>
                  <a:schemeClr val="tx1"/>
                </a:solidFill>
                <a:latin typeface="Arial" panose="020B0604020202020204" pitchFamily="34" charset="0"/>
              </a:defRPr>
            </a:lvl3pPr>
            <a:lvl4pPr marL="1600200" indent="-228600" eaLnBrk="0" hangingPunct="0">
              <a:defRPr>
                <a:solidFill>
                  <a:schemeClr val="tx1"/>
                </a:solidFill>
                <a:latin typeface="Arial" panose="020B0604020202020204" pitchFamily="34" charset="0"/>
              </a:defRPr>
            </a:lvl4pPr>
            <a:lvl5pPr marL="2057400" indent="-228600" eaLnBrk="0" hangingPunct="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r>
              <a:rPr lang="en-US" altLang="en-US" sz="2400" b="1">
                <a:solidFill>
                  <a:schemeClr val="bg2"/>
                </a:solidFill>
                <a:latin typeface="Calibri" panose="020F0502020204030204" pitchFamily="34" charset="0"/>
                <a:cs typeface="Arial" panose="020B0604020202020204" pitchFamily="34" charset="0"/>
              </a:rPr>
              <a:t>4</a:t>
            </a:r>
          </a:p>
        </p:txBody>
      </p:sp>
      <p:sp>
        <p:nvSpPr>
          <p:cNvPr id="5151" name="Line 31">
            <a:extLst>
              <a:ext uri="{FF2B5EF4-FFF2-40B4-BE49-F238E27FC236}">
                <a16:creationId xmlns:a16="http://schemas.microsoft.com/office/drawing/2014/main" id="{9E6E7890-B337-77A6-EF48-736FFD377FAF}"/>
              </a:ext>
            </a:extLst>
          </p:cNvPr>
          <p:cNvSpPr>
            <a:spLocks noChangeShapeType="1"/>
          </p:cNvSpPr>
          <p:nvPr/>
        </p:nvSpPr>
        <p:spPr bwMode="auto">
          <a:xfrm>
            <a:off x="2003426" y="5764213"/>
            <a:ext cx="1069975" cy="0"/>
          </a:xfrm>
          <a:prstGeom prst="line">
            <a:avLst/>
          </a:prstGeom>
          <a:noFill/>
          <a:ln w="25400">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en-US"/>
          </a:p>
        </p:txBody>
      </p:sp>
      <p:sp>
        <p:nvSpPr>
          <p:cNvPr id="5152" name="Rectangle 32">
            <a:extLst>
              <a:ext uri="{FF2B5EF4-FFF2-40B4-BE49-F238E27FC236}">
                <a16:creationId xmlns:a16="http://schemas.microsoft.com/office/drawing/2014/main" id="{6143F44A-F07B-9485-55CD-F006CEA09F29}"/>
              </a:ext>
            </a:extLst>
          </p:cNvPr>
          <p:cNvSpPr>
            <a:spLocks noChangeArrowheads="1"/>
          </p:cNvSpPr>
          <p:nvPr/>
        </p:nvSpPr>
        <p:spPr bwMode="auto">
          <a:xfrm>
            <a:off x="1892301" y="5708650"/>
            <a:ext cx="1197445" cy="4591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wrap="none" lIns="90488" tIns="44450" rIns="90488" bIns="44450">
            <a:spAutoFit/>
          </a:bodyPr>
          <a:lstStyle>
            <a:lvl1pPr eaLnBrk="0" hangingPunct="0">
              <a:defRPr>
                <a:solidFill>
                  <a:schemeClr val="tx1"/>
                </a:solidFill>
                <a:latin typeface="Arial" panose="020B0604020202020204" pitchFamily="34" charset="0"/>
              </a:defRPr>
            </a:lvl1pPr>
            <a:lvl2pPr marL="742950" indent="-285750" eaLnBrk="0" hangingPunct="0">
              <a:defRPr>
                <a:solidFill>
                  <a:schemeClr val="tx1"/>
                </a:solidFill>
                <a:latin typeface="Arial" panose="020B0604020202020204" pitchFamily="34" charset="0"/>
              </a:defRPr>
            </a:lvl2pPr>
            <a:lvl3pPr marL="1143000" indent="-228600" eaLnBrk="0" hangingPunct="0">
              <a:defRPr>
                <a:solidFill>
                  <a:schemeClr val="tx1"/>
                </a:solidFill>
                <a:latin typeface="Arial" panose="020B0604020202020204" pitchFamily="34" charset="0"/>
              </a:defRPr>
            </a:lvl3pPr>
            <a:lvl4pPr marL="1600200" indent="-228600" eaLnBrk="0" hangingPunct="0">
              <a:defRPr>
                <a:solidFill>
                  <a:schemeClr val="tx1"/>
                </a:solidFill>
                <a:latin typeface="Arial" panose="020B0604020202020204" pitchFamily="34" charset="0"/>
              </a:defRPr>
            </a:lvl4pPr>
            <a:lvl5pPr marL="2057400" indent="-228600" eaLnBrk="0" hangingPunct="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r>
              <a:rPr lang="en-US" altLang="en-US" sz="2400" b="1" u="sng">
                <a:solidFill>
                  <a:schemeClr val="hlink"/>
                </a:solidFill>
                <a:latin typeface="Calibri" panose="020F0502020204030204" pitchFamily="34" charset="0"/>
                <a:cs typeface="Arial" panose="020B0604020202020204" pitchFamily="34" charset="0"/>
              </a:rPr>
              <a:t>25.7118</a:t>
            </a:r>
            <a:endParaRPr lang="en-US" altLang="en-US" sz="2400" b="1" u="sng">
              <a:latin typeface="Calibri" panose="020F0502020204030204" pitchFamily="34" charset="0"/>
              <a:cs typeface="Arial" panose="020B0604020202020204" pitchFamily="34" charset="0"/>
            </a:endParaRPr>
          </a:p>
        </p:txBody>
      </p:sp>
      <p:sp>
        <p:nvSpPr>
          <p:cNvPr id="5153" name="Rectangle 33">
            <a:extLst>
              <a:ext uri="{FF2B5EF4-FFF2-40B4-BE49-F238E27FC236}">
                <a16:creationId xmlns:a16="http://schemas.microsoft.com/office/drawing/2014/main" id="{F46BE1EF-507B-660A-FD1E-61ABDF4AFEB4}"/>
              </a:ext>
            </a:extLst>
          </p:cNvPr>
          <p:cNvSpPr>
            <a:spLocks noChangeArrowheads="1"/>
          </p:cNvSpPr>
          <p:nvPr/>
        </p:nvSpPr>
        <p:spPr bwMode="auto">
          <a:xfrm>
            <a:off x="2881314" y="3268664"/>
            <a:ext cx="865623" cy="39754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wrap="none" lIns="90488" tIns="44450" rIns="90488" bIns="44450">
            <a:spAutoFit/>
          </a:bodyPr>
          <a:lstStyle>
            <a:lvl1pPr eaLnBrk="0" hangingPunct="0">
              <a:defRPr>
                <a:solidFill>
                  <a:schemeClr val="tx1"/>
                </a:solidFill>
                <a:latin typeface="Arial" panose="020B0604020202020204" pitchFamily="34" charset="0"/>
              </a:defRPr>
            </a:lvl1pPr>
            <a:lvl2pPr marL="742950" indent="-285750" eaLnBrk="0" hangingPunct="0">
              <a:defRPr>
                <a:solidFill>
                  <a:schemeClr val="tx1"/>
                </a:solidFill>
                <a:latin typeface="Arial" panose="020B0604020202020204" pitchFamily="34" charset="0"/>
              </a:defRPr>
            </a:lvl2pPr>
            <a:lvl3pPr marL="1143000" indent="-228600" eaLnBrk="0" hangingPunct="0">
              <a:defRPr>
                <a:solidFill>
                  <a:schemeClr val="tx1"/>
                </a:solidFill>
                <a:latin typeface="Arial" panose="020B0604020202020204" pitchFamily="34" charset="0"/>
              </a:defRPr>
            </a:lvl3pPr>
            <a:lvl4pPr marL="1600200" indent="-228600" eaLnBrk="0" hangingPunct="0">
              <a:defRPr>
                <a:solidFill>
                  <a:schemeClr val="tx1"/>
                </a:solidFill>
                <a:latin typeface="Arial" panose="020B0604020202020204" pitchFamily="34" charset="0"/>
              </a:defRPr>
            </a:lvl4pPr>
            <a:lvl5pPr marL="2057400" indent="-228600" eaLnBrk="0" hangingPunct="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r>
              <a:rPr lang="en-US" altLang="en-US" sz="2000" b="1">
                <a:latin typeface="Calibri" panose="020F0502020204030204" pitchFamily="34" charset="0"/>
                <a:cs typeface="Arial" panose="020B0604020202020204" pitchFamily="34" charset="0"/>
              </a:rPr>
              <a:t>g = 0%</a:t>
            </a:r>
          </a:p>
        </p:txBody>
      </p:sp>
      <p:sp>
        <p:nvSpPr>
          <p:cNvPr id="5154" name="Rectangle 34">
            <a:extLst>
              <a:ext uri="{FF2B5EF4-FFF2-40B4-BE49-F238E27FC236}">
                <a16:creationId xmlns:a16="http://schemas.microsoft.com/office/drawing/2014/main" id="{83CA5A16-EC08-9802-99FE-FBF2A18D7ACE}"/>
              </a:ext>
            </a:extLst>
          </p:cNvPr>
          <p:cNvSpPr>
            <a:spLocks noChangeArrowheads="1"/>
          </p:cNvSpPr>
          <p:nvPr/>
        </p:nvSpPr>
        <p:spPr bwMode="auto">
          <a:xfrm>
            <a:off x="4481514" y="3268664"/>
            <a:ext cx="865623" cy="39754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wrap="none" lIns="90488" tIns="44450" rIns="90488" bIns="44450">
            <a:spAutoFit/>
          </a:bodyPr>
          <a:lstStyle>
            <a:lvl1pPr eaLnBrk="0" hangingPunct="0">
              <a:defRPr>
                <a:solidFill>
                  <a:schemeClr val="tx1"/>
                </a:solidFill>
                <a:latin typeface="Arial" panose="020B0604020202020204" pitchFamily="34" charset="0"/>
              </a:defRPr>
            </a:lvl1pPr>
            <a:lvl2pPr marL="742950" indent="-285750" eaLnBrk="0" hangingPunct="0">
              <a:defRPr>
                <a:solidFill>
                  <a:schemeClr val="tx1"/>
                </a:solidFill>
                <a:latin typeface="Arial" panose="020B0604020202020204" pitchFamily="34" charset="0"/>
              </a:defRPr>
            </a:lvl2pPr>
            <a:lvl3pPr marL="1143000" indent="-228600" eaLnBrk="0" hangingPunct="0">
              <a:defRPr>
                <a:solidFill>
                  <a:schemeClr val="tx1"/>
                </a:solidFill>
                <a:latin typeface="Arial" panose="020B0604020202020204" pitchFamily="34" charset="0"/>
              </a:defRPr>
            </a:lvl3pPr>
            <a:lvl4pPr marL="1600200" indent="-228600" eaLnBrk="0" hangingPunct="0">
              <a:defRPr>
                <a:solidFill>
                  <a:schemeClr val="tx1"/>
                </a:solidFill>
                <a:latin typeface="Arial" panose="020B0604020202020204" pitchFamily="34" charset="0"/>
              </a:defRPr>
            </a:lvl4pPr>
            <a:lvl5pPr marL="2057400" indent="-228600" eaLnBrk="0" hangingPunct="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r>
              <a:rPr lang="en-US" altLang="en-US" sz="2000" b="1">
                <a:latin typeface="Calibri" panose="020F0502020204030204" pitchFamily="34" charset="0"/>
                <a:cs typeface="Arial" panose="020B0604020202020204" pitchFamily="34" charset="0"/>
              </a:rPr>
              <a:t>g = 0%</a:t>
            </a:r>
          </a:p>
        </p:txBody>
      </p:sp>
      <p:sp>
        <p:nvSpPr>
          <p:cNvPr id="5155" name="Rectangle 35">
            <a:extLst>
              <a:ext uri="{FF2B5EF4-FFF2-40B4-BE49-F238E27FC236}">
                <a16:creationId xmlns:a16="http://schemas.microsoft.com/office/drawing/2014/main" id="{0E2591E0-803F-D1A1-67C8-8F90980AAE70}"/>
              </a:ext>
            </a:extLst>
          </p:cNvPr>
          <p:cNvSpPr>
            <a:spLocks noChangeArrowheads="1"/>
          </p:cNvSpPr>
          <p:nvPr/>
        </p:nvSpPr>
        <p:spPr bwMode="auto">
          <a:xfrm>
            <a:off x="6005514" y="3268664"/>
            <a:ext cx="865623" cy="39754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wrap="none" lIns="90488" tIns="44450" rIns="90488" bIns="44450">
            <a:spAutoFit/>
          </a:bodyPr>
          <a:lstStyle>
            <a:lvl1pPr eaLnBrk="0" hangingPunct="0">
              <a:defRPr>
                <a:solidFill>
                  <a:schemeClr val="tx1"/>
                </a:solidFill>
                <a:latin typeface="Arial" panose="020B0604020202020204" pitchFamily="34" charset="0"/>
              </a:defRPr>
            </a:lvl1pPr>
            <a:lvl2pPr marL="742950" indent="-285750" eaLnBrk="0" hangingPunct="0">
              <a:defRPr>
                <a:solidFill>
                  <a:schemeClr val="tx1"/>
                </a:solidFill>
                <a:latin typeface="Arial" panose="020B0604020202020204" pitchFamily="34" charset="0"/>
              </a:defRPr>
            </a:lvl2pPr>
            <a:lvl3pPr marL="1143000" indent="-228600" eaLnBrk="0" hangingPunct="0">
              <a:defRPr>
                <a:solidFill>
                  <a:schemeClr val="tx1"/>
                </a:solidFill>
                <a:latin typeface="Arial" panose="020B0604020202020204" pitchFamily="34" charset="0"/>
              </a:defRPr>
            </a:lvl3pPr>
            <a:lvl4pPr marL="1600200" indent="-228600" eaLnBrk="0" hangingPunct="0">
              <a:defRPr>
                <a:solidFill>
                  <a:schemeClr val="tx1"/>
                </a:solidFill>
                <a:latin typeface="Arial" panose="020B0604020202020204" pitchFamily="34" charset="0"/>
              </a:defRPr>
            </a:lvl4pPr>
            <a:lvl5pPr marL="2057400" indent="-228600" eaLnBrk="0" hangingPunct="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r>
              <a:rPr lang="en-US" altLang="en-US" sz="2000" b="1">
                <a:latin typeface="Calibri" panose="020F0502020204030204" pitchFamily="34" charset="0"/>
                <a:cs typeface="Arial" panose="020B0604020202020204" pitchFamily="34" charset="0"/>
              </a:rPr>
              <a:t>g = 0%</a:t>
            </a:r>
          </a:p>
        </p:txBody>
      </p:sp>
      <p:sp>
        <p:nvSpPr>
          <p:cNvPr id="5156" name="Rectangle 37">
            <a:extLst>
              <a:ext uri="{FF2B5EF4-FFF2-40B4-BE49-F238E27FC236}">
                <a16:creationId xmlns:a16="http://schemas.microsoft.com/office/drawing/2014/main" id="{CCB36771-8365-C421-3FD1-A8C5C2FBC362}"/>
              </a:ext>
            </a:extLst>
          </p:cNvPr>
          <p:cNvSpPr>
            <a:spLocks noChangeArrowheads="1"/>
          </p:cNvSpPr>
          <p:nvPr/>
        </p:nvSpPr>
        <p:spPr bwMode="auto">
          <a:xfrm>
            <a:off x="7772401" y="3276601"/>
            <a:ext cx="865623" cy="39754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wrap="none" lIns="90488" tIns="44450" rIns="90488" bIns="44450">
            <a:spAutoFit/>
          </a:bodyPr>
          <a:lstStyle>
            <a:lvl1pPr eaLnBrk="0" hangingPunct="0">
              <a:defRPr>
                <a:solidFill>
                  <a:schemeClr val="tx1"/>
                </a:solidFill>
                <a:latin typeface="Arial" panose="020B0604020202020204" pitchFamily="34" charset="0"/>
              </a:defRPr>
            </a:lvl1pPr>
            <a:lvl2pPr marL="742950" indent="-285750" eaLnBrk="0" hangingPunct="0">
              <a:defRPr>
                <a:solidFill>
                  <a:schemeClr val="tx1"/>
                </a:solidFill>
                <a:latin typeface="Arial" panose="020B0604020202020204" pitchFamily="34" charset="0"/>
              </a:defRPr>
            </a:lvl2pPr>
            <a:lvl3pPr marL="1143000" indent="-228600" eaLnBrk="0" hangingPunct="0">
              <a:defRPr>
                <a:solidFill>
                  <a:schemeClr val="tx1"/>
                </a:solidFill>
                <a:latin typeface="Arial" panose="020B0604020202020204" pitchFamily="34" charset="0"/>
              </a:defRPr>
            </a:lvl3pPr>
            <a:lvl4pPr marL="1600200" indent="-228600" eaLnBrk="0" hangingPunct="0">
              <a:defRPr>
                <a:solidFill>
                  <a:schemeClr val="tx1"/>
                </a:solidFill>
                <a:latin typeface="Arial" panose="020B0604020202020204" pitchFamily="34" charset="0"/>
              </a:defRPr>
            </a:lvl4pPr>
            <a:lvl5pPr marL="2057400" indent="-228600" eaLnBrk="0" hangingPunct="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r>
              <a:rPr lang="en-US" altLang="en-US" sz="2000" b="1">
                <a:latin typeface="Calibri" panose="020F0502020204030204" pitchFamily="34" charset="0"/>
                <a:cs typeface="Arial" panose="020B0604020202020204" pitchFamily="34" charset="0"/>
              </a:rPr>
              <a:t>g = 6%</a:t>
            </a:r>
          </a:p>
        </p:txBody>
      </p:sp>
      <p:sp>
        <p:nvSpPr>
          <p:cNvPr id="5157" name="Rectangle 38">
            <a:extLst>
              <a:ext uri="{FF2B5EF4-FFF2-40B4-BE49-F238E27FC236}">
                <a16:creationId xmlns:a16="http://schemas.microsoft.com/office/drawing/2014/main" id="{306963A1-474D-18CD-C2CF-48FE47CA14B6}"/>
              </a:ext>
            </a:extLst>
          </p:cNvPr>
          <p:cNvSpPr>
            <a:spLocks noChangeArrowheads="1"/>
          </p:cNvSpPr>
          <p:nvPr/>
        </p:nvSpPr>
        <p:spPr bwMode="auto">
          <a:xfrm>
            <a:off x="8953500" y="3632200"/>
            <a:ext cx="1066800" cy="363538"/>
          </a:xfrm>
          <a:prstGeom prst="rect">
            <a:avLst/>
          </a:prstGeom>
          <a:solidFill>
            <a:schemeClr val="bg1"/>
          </a:solidFill>
          <a:ln>
            <a:noFill/>
          </a:ln>
          <a:extLst>
            <a:ext uri="{91240B29-F687-4F45-9708-019B960494DF}">
              <a14:hiddenLine xmlns:a14="http://schemas.microsoft.com/office/drawing/2010/main" w="12700">
                <a:solidFill>
                  <a:srgbClr val="000000"/>
                </a:solidFill>
                <a:miter lim="800000"/>
                <a:headEnd/>
                <a:tailEnd/>
              </a14:hiddenLine>
            </a:ext>
          </a:extLst>
        </p:spPr>
        <p:txBody>
          <a:bodyPr wrap="none" anchor="ctr"/>
          <a:lstStyle>
            <a:lvl1pPr eaLnBrk="0" hangingPunct="0">
              <a:defRPr>
                <a:solidFill>
                  <a:schemeClr val="tx1"/>
                </a:solidFill>
                <a:latin typeface="Arial" panose="020B0604020202020204" pitchFamily="34" charset="0"/>
              </a:defRPr>
            </a:lvl1pPr>
            <a:lvl2pPr marL="742950" indent="-285750" eaLnBrk="0" hangingPunct="0">
              <a:defRPr>
                <a:solidFill>
                  <a:schemeClr val="tx1"/>
                </a:solidFill>
                <a:latin typeface="Arial" panose="020B0604020202020204" pitchFamily="34" charset="0"/>
              </a:defRPr>
            </a:lvl2pPr>
            <a:lvl3pPr marL="1143000" indent="-228600" eaLnBrk="0" hangingPunct="0">
              <a:defRPr>
                <a:solidFill>
                  <a:schemeClr val="tx1"/>
                </a:solidFill>
                <a:latin typeface="Arial" panose="020B0604020202020204" pitchFamily="34" charset="0"/>
              </a:defRPr>
            </a:lvl3pPr>
            <a:lvl4pPr marL="1600200" indent="-228600" eaLnBrk="0" hangingPunct="0">
              <a:defRPr>
                <a:solidFill>
                  <a:schemeClr val="tx1"/>
                </a:solidFill>
                <a:latin typeface="Arial" panose="020B0604020202020204" pitchFamily="34" charset="0"/>
              </a:defRPr>
            </a:lvl4pPr>
            <a:lvl5pPr marL="2057400" indent="-228600" eaLnBrk="0" hangingPunct="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eaLnBrk="1" hangingPunct="1"/>
            <a:endParaRPr lang="en-US" altLang="en-US">
              <a:latin typeface="Calibri" panose="020F0502020204030204" pitchFamily="34" charset="0"/>
              <a:cs typeface="Arial" panose="020B0604020202020204" pitchFamily="34" charset="0"/>
            </a:endParaRPr>
          </a:p>
        </p:txBody>
      </p:sp>
      <p:sp>
        <p:nvSpPr>
          <p:cNvPr id="5158" name="Rectangle 39">
            <a:extLst>
              <a:ext uri="{FF2B5EF4-FFF2-40B4-BE49-F238E27FC236}">
                <a16:creationId xmlns:a16="http://schemas.microsoft.com/office/drawing/2014/main" id="{DBCDF96B-4B95-E16F-7911-C60531C92EA6}"/>
              </a:ext>
            </a:extLst>
          </p:cNvPr>
          <p:cNvSpPr>
            <a:spLocks noChangeArrowheads="1"/>
          </p:cNvSpPr>
          <p:nvPr/>
        </p:nvSpPr>
        <p:spPr bwMode="auto">
          <a:xfrm>
            <a:off x="2362200" y="3619500"/>
            <a:ext cx="7366000" cy="4591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lIns="90488" tIns="44450" rIns="90488" bIns="44450">
            <a:spAutoFit/>
          </a:bodyPr>
          <a:lstStyle>
            <a:lvl1pPr eaLnBrk="0" hangingPunct="0">
              <a:defRPr>
                <a:solidFill>
                  <a:schemeClr val="tx1"/>
                </a:solidFill>
                <a:latin typeface="Arial" panose="020B0604020202020204" pitchFamily="34" charset="0"/>
              </a:defRPr>
            </a:lvl1pPr>
            <a:lvl2pPr marL="742950" indent="-285750" eaLnBrk="0" hangingPunct="0">
              <a:defRPr>
                <a:solidFill>
                  <a:schemeClr val="tx1"/>
                </a:solidFill>
                <a:latin typeface="Arial" panose="020B0604020202020204" pitchFamily="34" charset="0"/>
              </a:defRPr>
            </a:lvl2pPr>
            <a:lvl3pPr marL="1143000" indent="-228600" eaLnBrk="0" hangingPunct="0">
              <a:defRPr>
                <a:solidFill>
                  <a:schemeClr val="tx1"/>
                </a:solidFill>
                <a:latin typeface="Arial" panose="020B0604020202020204" pitchFamily="34" charset="0"/>
              </a:defRPr>
            </a:lvl3pPr>
            <a:lvl4pPr marL="1600200" indent="-228600" eaLnBrk="0" hangingPunct="0">
              <a:defRPr>
                <a:solidFill>
                  <a:schemeClr val="tx1"/>
                </a:solidFill>
                <a:latin typeface="Arial" panose="020B0604020202020204" pitchFamily="34" charset="0"/>
              </a:defRPr>
            </a:lvl4pPr>
            <a:lvl5pPr marL="2057400" indent="-228600" eaLnBrk="0" hangingPunct="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r>
              <a:rPr lang="en-US" altLang="en-US" sz="2400" b="1">
                <a:latin typeface="Calibri" panose="020F0502020204030204" pitchFamily="34" charset="0"/>
                <a:cs typeface="Arial" panose="020B0604020202020204" pitchFamily="34" charset="0"/>
              </a:rPr>
              <a:t>2.00	        2.00	       2.00	    2.00            2.12</a:t>
            </a:r>
          </a:p>
        </p:txBody>
      </p:sp>
      <p:sp>
        <p:nvSpPr>
          <p:cNvPr id="5159" name="Line 52">
            <a:extLst>
              <a:ext uri="{FF2B5EF4-FFF2-40B4-BE49-F238E27FC236}">
                <a16:creationId xmlns:a16="http://schemas.microsoft.com/office/drawing/2014/main" id="{1772A78E-4A88-C9C7-964C-1DB4C1537350}"/>
              </a:ext>
            </a:extLst>
          </p:cNvPr>
          <p:cNvSpPr>
            <a:spLocks noChangeShapeType="1"/>
          </p:cNvSpPr>
          <p:nvPr/>
        </p:nvSpPr>
        <p:spPr bwMode="auto">
          <a:xfrm flipH="1">
            <a:off x="8763001" y="4140200"/>
            <a:ext cx="315913" cy="736600"/>
          </a:xfrm>
          <a:prstGeom prst="line">
            <a:avLst/>
          </a:prstGeom>
          <a:noFill/>
          <a:ln w="25400">
            <a:solidFill>
              <a:schemeClr val="tx1"/>
            </a:solidFill>
            <a:round/>
            <a:headEnd/>
            <a:tailEnd type="triangle" w="med" len="med"/>
          </a:ln>
          <a:extLst>
            <a:ext uri="{909E8E84-426E-40DD-AFC4-6F175D3DCCD1}">
              <a14:hiddenFill xmlns:a14="http://schemas.microsoft.com/office/drawing/2010/main">
                <a:noFill/>
              </a14:hiddenFill>
            </a:ext>
          </a:extLst>
        </p:spPr>
        <p:txBody>
          <a:bodyPr wrap="none" anchor="ctr"/>
          <a:lstStyle/>
          <a:p>
            <a:endParaRPr lang="en-US"/>
          </a:p>
        </p:txBody>
      </p:sp>
      <p:sp>
        <p:nvSpPr>
          <p:cNvPr id="5160" name="Line 53">
            <a:extLst>
              <a:ext uri="{FF2B5EF4-FFF2-40B4-BE49-F238E27FC236}">
                <a16:creationId xmlns:a16="http://schemas.microsoft.com/office/drawing/2014/main" id="{AE8FFB8D-DEEE-B96F-8EEB-BF27EFD86E1F}"/>
              </a:ext>
            </a:extLst>
          </p:cNvPr>
          <p:cNvSpPr>
            <a:spLocks noChangeShapeType="1"/>
          </p:cNvSpPr>
          <p:nvPr/>
        </p:nvSpPr>
        <p:spPr bwMode="auto">
          <a:xfrm>
            <a:off x="2755901" y="3292475"/>
            <a:ext cx="7578725" cy="0"/>
          </a:xfrm>
          <a:prstGeom prst="line">
            <a:avLst/>
          </a:prstGeom>
          <a:noFill/>
          <a:ln w="25400">
            <a:solidFill>
              <a:schemeClr val="tx2"/>
            </a:solidFill>
            <a:round/>
            <a:headEnd/>
            <a:tailEnd type="triangle" w="med" len="med"/>
          </a:ln>
          <a:extLst>
            <a:ext uri="{909E8E84-426E-40DD-AFC4-6F175D3DCCD1}">
              <a14:hiddenFill xmlns:a14="http://schemas.microsoft.com/office/drawing/2010/main">
                <a:noFill/>
              </a14:hiddenFill>
            </a:ext>
          </a:extLst>
        </p:spPr>
        <p:txBody>
          <a:bodyPr wrap="none" anchor="ctr"/>
          <a:lstStyle/>
          <a:p>
            <a:endParaRPr lang="en-US"/>
          </a:p>
        </p:txBody>
      </p:sp>
      <p:sp>
        <p:nvSpPr>
          <p:cNvPr id="5161" name="Line 55">
            <a:extLst>
              <a:ext uri="{FF2B5EF4-FFF2-40B4-BE49-F238E27FC236}">
                <a16:creationId xmlns:a16="http://schemas.microsoft.com/office/drawing/2014/main" id="{C68C6E15-D594-9C63-EA65-79D1F9A04962}"/>
              </a:ext>
            </a:extLst>
          </p:cNvPr>
          <p:cNvSpPr>
            <a:spLocks noChangeShapeType="1"/>
          </p:cNvSpPr>
          <p:nvPr/>
        </p:nvSpPr>
        <p:spPr bwMode="auto">
          <a:xfrm>
            <a:off x="1993900" y="6172200"/>
            <a:ext cx="1079500" cy="0"/>
          </a:xfrm>
          <a:prstGeom prst="line">
            <a:avLst/>
          </a:prstGeom>
          <a:noFill/>
          <a:ln w="25400">
            <a:solidFill>
              <a:schemeClr val="hlink"/>
            </a:solidFill>
            <a:round/>
            <a:headEnd/>
            <a:tailEnd/>
          </a:ln>
          <a:extLst>
            <a:ext uri="{909E8E84-426E-40DD-AFC4-6F175D3DCCD1}">
              <a14:hiddenFill xmlns:a14="http://schemas.microsoft.com/office/drawing/2010/main">
                <a:noFill/>
              </a14:hiddenFill>
            </a:ext>
          </a:extLst>
        </p:spPr>
        <p:txBody>
          <a:bodyPr wrap="none" anchor="ctr"/>
          <a:lstStyle/>
          <a:p>
            <a:endParaRPr lang="en-US"/>
          </a:p>
        </p:txBody>
      </p:sp>
      <p:sp>
        <p:nvSpPr>
          <p:cNvPr id="5162" name="Line 56">
            <a:extLst>
              <a:ext uri="{FF2B5EF4-FFF2-40B4-BE49-F238E27FC236}">
                <a16:creationId xmlns:a16="http://schemas.microsoft.com/office/drawing/2014/main" id="{27117423-EB00-4B6E-7C05-9D981AD6A26D}"/>
              </a:ext>
            </a:extLst>
          </p:cNvPr>
          <p:cNvSpPr>
            <a:spLocks noChangeShapeType="1"/>
          </p:cNvSpPr>
          <p:nvPr/>
        </p:nvSpPr>
        <p:spPr bwMode="auto">
          <a:xfrm flipV="1">
            <a:off x="6591300" y="4921251"/>
            <a:ext cx="0" cy="377825"/>
          </a:xfrm>
          <a:prstGeom prst="line">
            <a:avLst/>
          </a:prstGeom>
          <a:noFill/>
          <a:ln w="25400">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en-US"/>
          </a:p>
        </p:txBody>
      </p:sp>
      <p:sp>
        <p:nvSpPr>
          <p:cNvPr id="5163" name="Line 57">
            <a:extLst>
              <a:ext uri="{FF2B5EF4-FFF2-40B4-BE49-F238E27FC236}">
                <a16:creationId xmlns:a16="http://schemas.microsoft.com/office/drawing/2014/main" id="{1EE96220-A6D4-2D7B-B3CC-13E29DB06F22}"/>
              </a:ext>
            </a:extLst>
          </p:cNvPr>
          <p:cNvSpPr>
            <a:spLocks noChangeShapeType="1"/>
          </p:cNvSpPr>
          <p:nvPr/>
        </p:nvSpPr>
        <p:spPr bwMode="auto">
          <a:xfrm>
            <a:off x="6604000" y="4933950"/>
            <a:ext cx="927100" cy="0"/>
          </a:xfrm>
          <a:prstGeom prst="line">
            <a:avLst/>
          </a:prstGeom>
          <a:noFill/>
          <a:ln w="25400">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en-US"/>
          </a:p>
        </p:txBody>
      </p:sp>
      <p:sp>
        <p:nvSpPr>
          <p:cNvPr id="5164" name="Rectangle 58">
            <a:extLst>
              <a:ext uri="{FF2B5EF4-FFF2-40B4-BE49-F238E27FC236}">
                <a16:creationId xmlns:a16="http://schemas.microsoft.com/office/drawing/2014/main" id="{63CB34D1-7390-927E-A335-D262CC434A43}"/>
              </a:ext>
            </a:extLst>
          </p:cNvPr>
          <p:cNvSpPr>
            <a:spLocks noChangeArrowheads="1"/>
          </p:cNvSpPr>
          <p:nvPr/>
        </p:nvSpPr>
        <p:spPr bwMode="auto">
          <a:xfrm>
            <a:off x="9269413" y="2895601"/>
            <a:ext cx="509756" cy="58221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wrap="none" lIns="90488" tIns="44450" rIns="90488" bIns="44450">
            <a:spAutoFit/>
          </a:bodyPr>
          <a:lstStyle>
            <a:lvl1pPr eaLnBrk="0" hangingPunct="0">
              <a:defRPr>
                <a:solidFill>
                  <a:schemeClr val="tx1"/>
                </a:solidFill>
                <a:latin typeface="Arial" panose="020B0604020202020204" pitchFamily="34" charset="0"/>
              </a:defRPr>
            </a:lvl1pPr>
            <a:lvl2pPr marL="742950" indent="-285750" eaLnBrk="0" hangingPunct="0">
              <a:defRPr>
                <a:solidFill>
                  <a:schemeClr val="tx1"/>
                </a:solidFill>
                <a:latin typeface="Arial" panose="020B0604020202020204" pitchFamily="34" charset="0"/>
              </a:defRPr>
            </a:lvl2pPr>
            <a:lvl3pPr marL="1143000" indent="-228600" eaLnBrk="0" hangingPunct="0">
              <a:defRPr>
                <a:solidFill>
                  <a:schemeClr val="tx1"/>
                </a:solidFill>
                <a:latin typeface="Arial" panose="020B0604020202020204" pitchFamily="34" charset="0"/>
              </a:defRPr>
            </a:lvl3pPr>
            <a:lvl4pPr marL="1600200" indent="-228600" eaLnBrk="0" hangingPunct="0">
              <a:defRPr>
                <a:solidFill>
                  <a:schemeClr val="tx1"/>
                </a:solidFill>
                <a:latin typeface="Arial" panose="020B0604020202020204" pitchFamily="34" charset="0"/>
              </a:defRPr>
            </a:lvl4pPr>
            <a:lvl5pPr marL="2057400" indent="-228600" eaLnBrk="0" hangingPunct="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r>
              <a:rPr lang="en-US" altLang="en-US" sz="3200" b="1">
                <a:solidFill>
                  <a:schemeClr val="bg2"/>
                </a:solidFill>
                <a:latin typeface="Calibri" panose="020F0502020204030204" pitchFamily="34" charset="0"/>
                <a:cs typeface="Arial" panose="020B0604020202020204" pitchFamily="34" charset="0"/>
              </a:rPr>
              <a:t>...</a:t>
            </a:r>
          </a:p>
        </p:txBody>
      </p:sp>
      <p:sp>
        <p:nvSpPr>
          <p:cNvPr id="5165" name="Text Box 55">
            <a:extLst>
              <a:ext uri="{FF2B5EF4-FFF2-40B4-BE49-F238E27FC236}">
                <a16:creationId xmlns:a16="http://schemas.microsoft.com/office/drawing/2014/main" id="{DF21811D-D43A-DEA5-0DBD-711B87312941}"/>
              </a:ext>
            </a:extLst>
          </p:cNvPr>
          <p:cNvSpPr txBox="1">
            <a:spLocks noChangeArrowheads="1"/>
          </p:cNvSpPr>
          <p:nvPr/>
        </p:nvSpPr>
        <p:spPr bwMode="auto">
          <a:xfrm>
            <a:off x="2362200" y="381001"/>
            <a:ext cx="7620000" cy="588963"/>
          </a:xfrm>
          <a:prstGeom prst="rect">
            <a:avLst/>
          </a:prstGeom>
          <a:noFill/>
          <a:ln w="9525">
            <a:solidFill>
              <a:schemeClr val="tx1"/>
            </a:solidFill>
            <a:miter lim="800000"/>
            <a:headEnd/>
            <a:tailEnd/>
          </a:ln>
          <a:extLst>
            <a:ext uri="{909E8E84-426E-40DD-AFC4-6F175D3DCCD1}">
              <a14:hiddenFill xmlns:a14="http://schemas.microsoft.com/office/drawing/2010/main">
                <a:solidFill>
                  <a:srgbClr val="FFFFFF"/>
                </a:solidFill>
              </a14:hiddenFill>
            </a:ext>
          </a:extLst>
        </p:spPr>
        <p:txBody>
          <a:bodyPr>
            <a:spAutoFit/>
          </a:bodyPr>
          <a:lstStyle>
            <a:lvl1pPr eaLnBrk="0" hangingPunct="0">
              <a:defRPr>
                <a:solidFill>
                  <a:schemeClr val="tx1"/>
                </a:solidFill>
                <a:latin typeface="Arial" panose="020B0604020202020204" pitchFamily="34" charset="0"/>
              </a:defRPr>
            </a:lvl1pPr>
            <a:lvl2pPr marL="742950" indent="-285750" eaLnBrk="0" hangingPunct="0">
              <a:defRPr>
                <a:solidFill>
                  <a:schemeClr val="tx1"/>
                </a:solidFill>
                <a:latin typeface="Arial" panose="020B0604020202020204" pitchFamily="34" charset="0"/>
              </a:defRPr>
            </a:lvl2pPr>
            <a:lvl3pPr marL="1143000" indent="-228600" eaLnBrk="0" hangingPunct="0">
              <a:defRPr>
                <a:solidFill>
                  <a:schemeClr val="tx1"/>
                </a:solidFill>
                <a:latin typeface="Arial" panose="020B0604020202020204" pitchFamily="34" charset="0"/>
              </a:defRPr>
            </a:lvl3pPr>
            <a:lvl4pPr marL="1600200" indent="-228600" eaLnBrk="0" hangingPunct="0">
              <a:defRPr>
                <a:solidFill>
                  <a:schemeClr val="tx1"/>
                </a:solidFill>
                <a:latin typeface="Arial" panose="020B0604020202020204" pitchFamily="34" charset="0"/>
              </a:defRPr>
            </a:lvl4pPr>
            <a:lvl5pPr marL="2057400" indent="-228600" eaLnBrk="0" hangingPunct="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algn="ctr" eaLnBrk="1" hangingPunct="1">
              <a:spcBef>
                <a:spcPct val="50000"/>
              </a:spcBef>
            </a:pPr>
            <a:r>
              <a:rPr lang="en-US" altLang="en-US" sz="3200"/>
              <a:t>Solution</a:t>
            </a:r>
          </a:p>
        </p:txBody>
      </p:sp>
      <p:sp>
        <p:nvSpPr>
          <p:cNvPr id="5166" name="Rectangle 30">
            <a:extLst>
              <a:ext uri="{FF2B5EF4-FFF2-40B4-BE49-F238E27FC236}">
                <a16:creationId xmlns:a16="http://schemas.microsoft.com/office/drawing/2014/main" id="{84CD80B1-24E8-462D-BBEC-2CB6E76DBCE0}"/>
              </a:ext>
            </a:extLst>
          </p:cNvPr>
          <p:cNvSpPr>
            <a:spLocks noChangeArrowheads="1"/>
          </p:cNvSpPr>
          <p:nvPr/>
        </p:nvSpPr>
        <p:spPr bwMode="auto">
          <a:xfrm>
            <a:off x="1828801" y="1447801"/>
            <a:ext cx="907301" cy="39754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wrap="none" lIns="90488" tIns="44450" rIns="90488" bIns="44450">
            <a:spAutoFit/>
          </a:bodyPr>
          <a:lstStyle>
            <a:lvl1pPr eaLnBrk="0" hangingPunct="0">
              <a:defRPr>
                <a:solidFill>
                  <a:schemeClr val="tx1"/>
                </a:solidFill>
                <a:latin typeface="Arial" panose="020B0604020202020204" pitchFamily="34" charset="0"/>
              </a:defRPr>
            </a:lvl1pPr>
            <a:lvl2pPr marL="742950" indent="-285750" eaLnBrk="0" hangingPunct="0">
              <a:defRPr>
                <a:solidFill>
                  <a:schemeClr val="tx1"/>
                </a:solidFill>
                <a:latin typeface="Arial" panose="020B0604020202020204" pitchFamily="34" charset="0"/>
              </a:defRPr>
            </a:lvl2pPr>
            <a:lvl3pPr marL="1143000" indent="-228600" eaLnBrk="0" hangingPunct="0">
              <a:defRPr>
                <a:solidFill>
                  <a:schemeClr val="tx1"/>
                </a:solidFill>
                <a:latin typeface="Arial" panose="020B0604020202020204" pitchFamily="34" charset="0"/>
              </a:defRPr>
            </a:lvl3pPr>
            <a:lvl4pPr marL="1600200" indent="-228600" eaLnBrk="0" hangingPunct="0">
              <a:defRPr>
                <a:solidFill>
                  <a:schemeClr val="tx1"/>
                </a:solidFill>
                <a:latin typeface="Arial" panose="020B0604020202020204" pitchFamily="34" charset="0"/>
              </a:defRPr>
            </a:lvl4pPr>
            <a:lvl5pPr marL="2057400" indent="-228600" eaLnBrk="0" hangingPunct="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r>
              <a:rPr lang="en-US" altLang="en-US" sz="2000" b="1">
                <a:latin typeface="Calibri" panose="020F0502020204030204" pitchFamily="34" charset="0"/>
                <a:cs typeface="Arial" panose="020B0604020202020204" pitchFamily="34" charset="0"/>
              </a:rPr>
              <a:t>r =13%</a:t>
            </a:r>
          </a:p>
        </p:txBody>
      </p:sp>
      <p:sp>
        <p:nvSpPr>
          <p:cNvPr id="5167" name="Line 58">
            <a:extLst>
              <a:ext uri="{FF2B5EF4-FFF2-40B4-BE49-F238E27FC236}">
                <a16:creationId xmlns:a16="http://schemas.microsoft.com/office/drawing/2014/main" id="{4BD19A0F-F60F-BE44-2639-B4B972DEA4BA}"/>
              </a:ext>
            </a:extLst>
          </p:cNvPr>
          <p:cNvSpPr>
            <a:spLocks noChangeShapeType="1"/>
          </p:cNvSpPr>
          <p:nvPr/>
        </p:nvSpPr>
        <p:spPr bwMode="auto">
          <a:xfrm flipH="1">
            <a:off x="2057400" y="3733800"/>
            <a:ext cx="1219200" cy="228600"/>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a:lstStyle/>
          <a:p>
            <a:endParaRPr lang="en-US"/>
          </a:p>
        </p:txBody>
      </p:sp>
      <p:graphicFrame>
        <p:nvGraphicFramePr>
          <p:cNvPr id="5122" name="Object 59">
            <a:extLst>
              <a:ext uri="{FF2B5EF4-FFF2-40B4-BE49-F238E27FC236}">
                <a16:creationId xmlns:a16="http://schemas.microsoft.com/office/drawing/2014/main" id="{61882A87-FDA1-0BE4-85B5-0EDD2057BB41}"/>
              </a:ext>
            </a:extLst>
          </p:cNvPr>
          <p:cNvGraphicFramePr>
            <a:graphicFrameLocks noChangeAspect="1"/>
          </p:cNvGraphicFramePr>
          <p:nvPr/>
        </p:nvGraphicFramePr>
        <p:xfrm>
          <a:off x="1524000" y="5638800"/>
          <a:ext cx="439738" cy="609600"/>
        </p:xfrm>
        <a:graphic>
          <a:graphicData uri="http://schemas.openxmlformats.org/presentationml/2006/ole">
            <mc:AlternateContent xmlns:mc="http://schemas.openxmlformats.org/markup-compatibility/2006">
              <mc:Choice xmlns:v="urn:schemas-microsoft-com:vml" Requires="v">
                <p:oleObj name="Equation" r:id="rId3" imgW="164880" imgH="228600" progId="Equation.3">
                  <p:embed/>
                </p:oleObj>
              </mc:Choice>
              <mc:Fallback>
                <p:oleObj name="Equation" r:id="rId3" imgW="164880" imgH="228600" progId="Equation.3">
                  <p:embed/>
                  <p:pic>
                    <p:nvPicPr>
                      <p:cNvPr id="5122" name="Object 59">
                        <a:extLst>
                          <a:ext uri="{FF2B5EF4-FFF2-40B4-BE49-F238E27FC236}">
                            <a16:creationId xmlns:a16="http://schemas.microsoft.com/office/drawing/2014/main" id="{61882A87-FDA1-0BE4-85B5-0EDD2057BB41}"/>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1524000" y="5638800"/>
                        <a:ext cx="439738" cy="60960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aphicFrame>
        <p:nvGraphicFramePr>
          <p:cNvPr id="5123" name="Object 60">
            <a:extLst>
              <a:ext uri="{FF2B5EF4-FFF2-40B4-BE49-F238E27FC236}">
                <a16:creationId xmlns:a16="http://schemas.microsoft.com/office/drawing/2014/main" id="{30418A2B-64AB-368E-1DDC-C5275AC1189B}"/>
              </a:ext>
            </a:extLst>
          </p:cNvPr>
          <p:cNvGraphicFramePr>
            <a:graphicFrameLocks noChangeAspect="1"/>
          </p:cNvGraphicFramePr>
          <p:nvPr/>
        </p:nvGraphicFramePr>
        <p:xfrm>
          <a:off x="5257801" y="5257800"/>
          <a:ext cx="5065713" cy="827088"/>
        </p:xfrm>
        <a:graphic>
          <a:graphicData uri="http://schemas.openxmlformats.org/presentationml/2006/ole">
            <mc:AlternateContent xmlns:mc="http://schemas.openxmlformats.org/markup-compatibility/2006">
              <mc:Choice xmlns:v="urn:schemas-microsoft-com:vml" Requires="v">
                <p:oleObj name="Equation" r:id="rId5" imgW="2565360" imgH="419040" progId="Equation.3">
                  <p:embed/>
                </p:oleObj>
              </mc:Choice>
              <mc:Fallback>
                <p:oleObj name="Equation" r:id="rId5" imgW="2565360" imgH="419040" progId="Equation.3">
                  <p:embed/>
                  <p:pic>
                    <p:nvPicPr>
                      <p:cNvPr id="5123" name="Object 60">
                        <a:extLst>
                          <a:ext uri="{FF2B5EF4-FFF2-40B4-BE49-F238E27FC236}">
                            <a16:creationId xmlns:a16="http://schemas.microsoft.com/office/drawing/2014/main" id="{30418A2B-64AB-368E-1DDC-C5275AC1189B}"/>
                          </a:ext>
                        </a:extLst>
                      </p:cNvPr>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5257801" y="5257800"/>
                        <a:ext cx="5065713" cy="827088"/>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sp>
        <p:nvSpPr>
          <p:cNvPr id="5168" name="Text Box 61">
            <a:extLst>
              <a:ext uri="{FF2B5EF4-FFF2-40B4-BE49-F238E27FC236}">
                <a16:creationId xmlns:a16="http://schemas.microsoft.com/office/drawing/2014/main" id="{972C3571-B693-728C-E3C2-E6EA98DB18F1}"/>
              </a:ext>
            </a:extLst>
          </p:cNvPr>
          <p:cNvSpPr txBox="1">
            <a:spLocks noChangeArrowheads="1"/>
          </p:cNvSpPr>
          <p:nvPr/>
        </p:nvSpPr>
        <p:spPr bwMode="auto">
          <a:xfrm>
            <a:off x="4267200" y="2209801"/>
            <a:ext cx="3276600" cy="366713"/>
          </a:xfrm>
          <a:prstGeom prst="rect">
            <a:avLst/>
          </a:prstGeom>
          <a:solidFill>
            <a:srgbClr val="FBFBA3"/>
          </a:solidFill>
          <a:ln>
            <a:noFill/>
          </a:ln>
          <a:extLs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a:solidFill>
                  <a:schemeClr val="tx1"/>
                </a:solidFill>
                <a:latin typeface="Arial" panose="020B0604020202020204" pitchFamily="34" charset="0"/>
              </a:defRPr>
            </a:lvl1pPr>
            <a:lvl2pPr marL="742950" indent="-285750" eaLnBrk="0" hangingPunct="0">
              <a:defRPr>
                <a:solidFill>
                  <a:schemeClr val="tx1"/>
                </a:solidFill>
                <a:latin typeface="Arial" panose="020B0604020202020204" pitchFamily="34" charset="0"/>
              </a:defRPr>
            </a:lvl2pPr>
            <a:lvl3pPr marL="1143000" indent="-228600" eaLnBrk="0" hangingPunct="0">
              <a:defRPr>
                <a:solidFill>
                  <a:schemeClr val="tx1"/>
                </a:solidFill>
                <a:latin typeface="Arial" panose="020B0604020202020204" pitchFamily="34" charset="0"/>
              </a:defRPr>
            </a:lvl3pPr>
            <a:lvl4pPr marL="1600200" indent="-228600" eaLnBrk="0" hangingPunct="0">
              <a:defRPr>
                <a:solidFill>
                  <a:schemeClr val="tx1"/>
                </a:solidFill>
                <a:latin typeface="Arial" panose="020B0604020202020204" pitchFamily="34" charset="0"/>
              </a:defRPr>
            </a:lvl4pPr>
            <a:lvl5pPr marL="2057400" indent="-228600" eaLnBrk="0" hangingPunct="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eaLnBrk="1" hangingPunct="1">
              <a:spcBef>
                <a:spcPct val="50000"/>
              </a:spcBef>
            </a:pPr>
            <a:r>
              <a:rPr lang="en-US" altLang="en-US" dirty="0"/>
              <a:t>Step 1</a:t>
            </a:r>
          </a:p>
        </p:txBody>
      </p:sp>
      <p:sp>
        <p:nvSpPr>
          <p:cNvPr id="5169" name="Text Box 62">
            <a:extLst>
              <a:ext uri="{FF2B5EF4-FFF2-40B4-BE49-F238E27FC236}">
                <a16:creationId xmlns:a16="http://schemas.microsoft.com/office/drawing/2014/main" id="{ECD3ECD3-1F9F-9BD8-A533-C26CF7FBE3BF}"/>
              </a:ext>
            </a:extLst>
          </p:cNvPr>
          <p:cNvSpPr txBox="1">
            <a:spLocks noChangeArrowheads="1"/>
          </p:cNvSpPr>
          <p:nvPr/>
        </p:nvSpPr>
        <p:spPr bwMode="auto">
          <a:xfrm>
            <a:off x="7772400" y="6248401"/>
            <a:ext cx="1295400" cy="366713"/>
          </a:xfrm>
          <a:prstGeom prst="rect">
            <a:avLst/>
          </a:prstGeom>
          <a:solidFill>
            <a:srgbClr val="FBFBA3"/>
          </a:solidFill>
          <a:ln>
            <a:noFill/>
          </a:ln>
          <a:extLs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a:solidFill>
                  <a:schemeClr val="tx1"/>
                </a:solidFill>
                <a:latin typeface="Arial" panose="020B0604020202020204" pitchFamily="34" charset="0"/>
              </a:defRPr>
            </a:lvl1pPr>
            <a:lvl2pPr marL="742950" indent="-285750" eaLnBrk="0" hangingPunct="0">
              <a:defRPr>
                <a:solidFill>
                  <a:schemeClr val="tx1"/>
                </a:solidFill>
                <a:latin typeface="Arial" panose="020B0604020202020204" pitchFamily="34" charset="0"/>
              </a:defRPr>
            </a:lvl2pPr>
            <a:lvl3pPr marL="1143000" indent="-228600" eaLnBrk="0" hangingPunct="0">
              <a:defRPr>
                <a:solidFill>
                  <a:schemeClr val="tx1"/>
                </a:solidFill>
                <a:latin typeface="Arial" panose="020B0604020202020204" pitchFamily="34" charset="0"/>
              </a:defRPr>
            </a:lvl3pPr>
            <a:lvl4pPr marL="1600200" indent="-228600" eaLnBrk="0" hangingPunct="0">
              <a:defRPr>
                <a:solidFill>
                  <a:schemeClr val="tx1"/>
                </a:solidFill>
                <a:latin typeface="Arial" panose="020B0604020202020204" pitchFamily="34" charset="0"/>
              </a:defRPr>
            </a:lvl4pPr>
            <a:lvl5pPr marL="2057400" indent="-228600" eaLnBrk="0" hangingPunct="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eaLnBrk="1" hangingPunct="1">
              <a:spcBef>
                <a:spcPct val="50000"/>
              </a:spcBef>
            </a:pPr>
            <a:r>
              <a:rPr lang="en-US" altLang="en-US"/>
              <a:t>Step 2</a:t>
            </a:r>
          </a:p>
        </p:txBody>
      </p:sp>
      <p:sp>
        <p:nvSpPr>
          <p:cNvPr id="5170" name="Text Box 63">
            <a:extLst>
              <a:ext uri="{FF2B5EF4-FFF2-40B4-BE49-F238E27FC236}">
                <a16:creationId xmlns:a16="http://schemas.microsoft.com/office/drawing/2014/main" id="{B256A61F-F7D2-3D13-8297-4AE6C4273B79}"/>
              </a:ext>
            </a:extLst>
          </p:cNvPr>
          <p:cNvSpPr txBox="1">
            <a:spLocks noChangeArrowheads="1"/>
          </p:cNvSpPr>
          <p:nvPr/>
        </p:nvSpPr>
        <p:spPr bwMode="auto">
          <a:xfrm>
            <a:off x="3505200" y="5943601"/>
            <a:ext cx="1066800" cy="366713"/>
          </a:xfrm>
          <a:prstGeom prst="rect">
            <a:avLst/>
          </a:prstGeom>
          <a:solidFill>
            <a:srgbClr val="FBFBA3"/>
          </a:solidFill>
          <a:ln>
            <a:noFill/>
          </a:ln>
          <a:extLs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a:solidFill>
                  <a:schemeClr val="tx1"/>
                </a:solidFill>
                <a:latin typeface="Arial" panose="020B0604020202020204" pitchFamily="34" charset="0"/>
              </a:defRPr>
            </a:lvl1pPr>
            <a:lvl2pPr marL="742950" indent="-285750" eaLnBrk="0" hangingPunct="0">
              <a:defRPr>
                <a:solidFill>
                  <a:schemeClr val="tx1"/>
                </a:solidFill>
                <a:latin typeface="Arial" panose="020B0604020202020204" pitchFamily="34" charset="0"/>
              </a:defRPr>
            </a:lvl2pPr>
            <a:lvl3pPr marL="1143000" indent="-228600" eaLnBrk="0" hangingPunct="0">
              <a:defRPr>
                <a:solidFill>
                  <a:schemeClr val="tx1"/>
                </a:solidFill>
                <a:latin typeface="Arial" panose="020B0604020202020204" pitchFamily="34" charset="0"/>
              </a:defRPr>
            </a:lvl3pPr>
            <a:lvl4pPr marL="1600200" indent="-228600" eaLnBrk="0" hangingPunct="0">
              <a:defRPr>
                <a:solidFill>
                  <a:schemeClr val="tx1"/>
                </a:solidFill>
                <a:latin typeface="Arial" panose="020B0604020202020204" pitchFamily="34" charset="0"/>
              </a:defRPr>
            </a:lvl4pPr>
            <a:lvl5pPr marL="2057400" indent="-228600" eaLnBrk="0" hangingPunct="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eaLnBrk="1" hangingPunct="1">
              <a:spcBef>
                <a:spcPct val="50000"/>
              </a:spcBef>
            </a:pPr>
            <a:r>
              <a:rPr lang="en-US" altLang="en-US"/>
              <a:t>Step 3</a:t>
            </a:r>
          </a:p>
        </p:txBody>
      </p:sp>
    </p:spTree>
  </p:cSld>
  <p:clrMapOvr>
    <a:masterClrMapping/>
  </p:clrMapOvr>
  <p:transition/>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148" name="Slide Number Placeholder 5">
            <a:extLst>
              <a:ext uri="{FF2B5EF4-FFF2-40B4-BE49-F238E27FC236}">
                <a16:creationId xmlns:a16="http://schemas.microsoft.com/office/drawing/2014/main" id="{CAEA1F58-DABA-5918-98D0-9EA988E3081B}"/>
              </a:ext>
            </a:extLst>
          </p:cNvPr>
          <p:cNvSpPr>
            <a:spLocks noGrp="1"/>
          </p:cNvSpPr>
          <p:nvPr>
            <p:ph type="sldNum" sz="quarter" idx="12"/>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a:solidFill>
                  <a:schemeClr val="tx1"/>
                </a:solidFill>
                <a:latin typeface="Arial" panose="020B0604020202020204" pitchFamily="34" charset="0"/>
              </a:defRPr>
            </a:lvl1pPr>
            <a:lvl2pPr marL="742950" indent="-285750" eaLnBrk="0" hangingPunct="0">
              <a:defRPr>
                <a:solidFill>
                  <a:schemeClr val="tx1"/>
                </a:solidFill>
                <a:latin typeface="Arial" panose="020B0604020202020204" pitchFamily="34" charset="0"/>
              </a:defRPr>
            </a:lvl2pPr>
            <a:lvl3pPr marL="1143000" indent="-228600" eaLnBrk="0" hangingPunct="0">
              <a:defRPr>
                <a:solidFill>
                  <a:schemeClr val="tx1"/>
                </a:solidFill>
                <a:latin typeface="Arial" panose="020B0604020202020204" pitchFamily="34" charset="0"/>
              </a:defRPr>
            </a:lvl3pPr>
            <a:lvl4pPr marL="1600200" indent="-228600" eaLnBrk="0" hangingPunct="0">
              <a:defRPr>
                <a:solidFill>
                  <a:schemeClr val="tx1"/>
                </a:solidFill>
                <a:latin typeface="Arial" panose="020B0604020202020204" pitchFamily="34" charset="0"/>
              </a:defRPr>
            </a:lvl4pPr>
            <a:lvl5pPr marL="2057400" indent="-228600" eaLnBrk="0" hangingPunct="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eaLnBrk="1" hangingPunct="1"/>
            <a:r>
              <a:rPr lang="en-US" altLang="en-US"/>
              <a:t>9</a:t>
            </a:r>
          </a:p>
        </p:txBody>
      </p:sp>
      <p:sp>
        <p:nvSpPr>
          <p:cNvPr id="6149" name="Rectangle 2">
            <a:extLst>
              <a:ext uri="{FF2B5EF4-FFF2-40B4-BE49-F238E27FC236}">
                <a16:creationId xmlns:a16="http://schemas.microsoft.com/office/drawing/2014/main" id="{9136F1CA-B000-BDEF-3D9A-C3D3B42E5393}"/>
              </a:ext>
            </a:extLst>
          </p:cNvPr>
          <p:cNvSpPr>
            <a:spLocks noGrp="1" noChangeArrowheads="1"/>
          </p:cNvSpPr>
          <p:nvPr>
            <p:ph type="title"/>
          </p:nvPr>
        </p:nvSpPr>
        <p:spPr>
          <a:xfrm>
            <a:off x="838199" y="365125"/>
            <a:ext cx="10837985" cy="959583"/>
          </a:xfrm>
          <a:ln>
            <a:solidFill>
              <a:schemeClr val="tx1"/>
            </a:solidFill>
            <a:miter lim="800000"/>
            <a:headEnd/>
            <a:tailEnd/>
          </a:ln>
        </p:spPr>
        <p:txBody>
          <a:bodyPr>
            <a:normAutofit/>
          </a:bodyPr>
          <a:lstStyle/>
          <a:p>
            <a:r>
              <a:rPr lang="en-US" altLang="en-US" sz="2800" dirty="0"/>
              <a:t>Discounting all future cash flows for the timeline on previous slide</a:t>
            </a:r>
          </a:p>
        </p:txBody>
      </p:sp>
      <p:graphicFrame>
        <p:nvGraphicFramePr>
          <p:cNvPr id="6146" name="Object 4">
            <a:extLst>
              <a:ext uri="{FF2B5EF4-FFF2-40B4-BE49-F238E27FC236}">
                <a16:creationId xmlns:a16="http://schemas.microsoft.com/office/drawing/2014/main" id="{975D9A44-5C41-09E2-7DD7-6476E5115A16}"/>
              </a:ext>
            </a:extLst>
          </p:cNvPr>
          <p:cNvGraphicFramePr>
            <a:graphicFrameLocks noGrp="1" noChangeAspect="1"/>
          </p:cNvGraphicFramePr>
          <p:nvPr>
            <p:ph idx="1"/>
          </p:nvPr>
        </p:nvGraphicFramePr>
        <p:xfrm>
          <a:off x="3276600" y="2433638"/>
          <a:ext cx="5816600" cy="2070100"/>
        </p:xfrm>
        <a:graphic>
          <a:graphicData uri="http://schemas.openxmlformats.org/presentationml/2006/ole">
            <mc:AlternateContent xmlns:mc="http://schemas.openxmlformats.org/markup-compatibility/2006">
              <mc:Choice xmlns:v="urn:schemas-microsoft-com:vml" Requires="v">
                <p:oleObj name="Equation" r:id="rId3" imgW="2425680" imgH="863280" progId="Equation.DSMT4">
                  <p:embed/>
                </p:oleObj>
              </mc:Choice>
              <mc:Fallback>
                <p:oleObj name="Equation" r:id="rId3" imgW="2425680" imgH="863280" progId="Equation.DSMT4">
                  <p:embed/>
                  <p:pic>
                    <p:nvPicPr>
                      <p:cNvPr id="6146" name="Object 4">
                        <a:extLst>
                          <a:ext uri="{FF2B5EF4-FFF2-40B4-BE49-F238E27FC236}">
                            <a16:creationId xmlns:a16="http://schemas.microsoft.com/office/drawing/2014/main" id="{975D9A44-5C41-09E2-7DD7-6476E5115A16}"/>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3276600" y="2433638"/>
                        <a:ext cx="5816600" cy="207010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spTree>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10243" name="Slide Number Placeholder 3">
            <a:extLst>
              <a:ext uri="{FF2B5EF4-FFF2-40B4-BE49-F238E27FC236}">
                <a16:creationId xmlns:a16="http://schemas.microsoft.com/office/drawing/2014/main" id="{F0E2338E-D716-5786-F9C1-0834FADF367F}"/>
              </a:ext>
            </a:extLst>
          </p:cNvPr>
          <p:cNvSpPr>
            <a:spLocks noGrp="1"/>
          </p:cNvSpPr>
          <p:nvPr>
            <p:ph type="sldNum" sz="quarter" idx="12"/>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a:solidFill>
                  <a:schemeClr val="tx1"/>
                </a:solidFill>
                <a:latin typeface="Arial" panose="020B0604020202020204" pitchFamily="34" charset="0"/>
              </a:defRPr>
            </a:lvl1pPr>
            <a:lvl2pPr marL="742950" indent="-285750" eaLnBrk="0" hangingPunct="0">
              <a:defRPr>
                <a:solidFill>
                  <a:schemeClr val="tx1"/>
                </a:solidFill>
                <a:latin typeface="Arial" panose="020B0604020202020204" pitchFamily="34" charset="0"/>
              </a:defRPr>
            </a:lvl2pPr>
            <a:lvl3pPr marL="1143000" indent="-228600" eaLnBrk="0" hangingPunct="0">
              <a:defRPr>
                <a:solidFill>
                  <a:schemeClr val="tx1"/>
                </a:solidFill>
                <a:latin typeface="Arial" panose="020B0604020202020204" pitchFamily="34" charset="0"/>
              </a:defRPr>
            </a:lvl3pPr>
            <a:lvl4pPr marL="1600200" indent="-228600" eaLnBrk="0" hangingPunct="0">
              <a:defRPr>
                <a:solidFill>
                  <a:schemeClr val="tx1"/>
                </a:solidFill>
                <a:latin typeface="Arial" panose="020B0604020202020204" pitchFamily="34" charset="0"/>
              </a:defRPr>
            </a:lvl4pPr>
            <a:lvl5pPr marL="2057400" indent="-228600" eaLnBrk="0" hangingPunct="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eaLnBrk="1" hangingPunct="1"/>
            <a:fld id="{B217F34B-C770-457B-B1EE-5B8675901E26}" type="slidenum">
              <a:rPr lang="en-US" altLang="en-US"/>
              <a:pPr eaLnBrk="1" hangingPunct="1"/>
              <a:t>32</a:t>
            </a:fld>
            <a:endParaRPr lang="en-US" altLang="en-US"/>
          </a:p>
        </p:txBody>
      </p:sp>
      <p:sp>
        <p:nvSpPr>
          <p:cNvPr id="10244" name="Rectangle 2">
            <a:extLst>
              <a:ext uri="{FF2B5EF4-FFF2-40B4-BE49-F238E27FC236}">
                <a16:creationId xmlns:a16="http://schemas.microsoft.com/office/drawing/2014/main" id="{319EFBF0-6EF2-7599-8441-3A33EF2AFB08}"/>
              </a:ext>
            </a:extLst>
          </p:cNvPr>
          <p:cNvSpPr>
            <a:spLocks noGrp="1" noChangeArrowheads="1"/>
          </p:cNvSpPr>
          <p:nvPr>
            <p:ph type="title" idx="4294967295"/>
          </p:nvPr>
        </p:nvSpPr>
        <p:spPr>
          <a:xfrm>
            <a:off x="492369" y="274638"/>
            <a:ext cx="9642231" cy="701676"/>
          </a:xfrm>
          <a:ln>
            <a:solidFill>
              <a:schemeClr val="tx1"/>
            </a:solidFill>
            <a:miter lim="800000"/>
            <a:headEnd/>
            <a:tailEnd/>
          </a:ln>
        </p:spPr>
        <p:txBody>
          <a:bodyPr>
            <a:normAutofit fontScale="90000"/>
          </a:bodyPr>
          <a:lstStyle/>
          <a:p>
            <a:r>
              <a:rPr lang="en-US" sz="2800" dirty="0"/>
              <a:t>Using financial calculator to find price in year 0 – Using cash flow function</a:t>
            </a:r>
            <a:endParaRPr lang="en-US" altLang="en-US" sz="2800" dirty="0"/>
          </a:p>
        </p:txBody>
      </p:sp>
      <p:sp>
        <p:nvSpPr>
          <p:cNvPr id="10245" name="Rectangle 3">
            <a:extLst>
              <a:ext uri="{FF2B5EF4-FFF2-40B4-BE49-F238E27FC236}">
                <a16:creationId xmlns:a16="http://schemas.microsoft.com/office/drawing/2014/main" id="{5893FB3A-5A3A-4C0D-4F31-0BFE0A75478B}"/>
              </a:ext>
            </a:extLst>
          </p:cNvPr>
          <p:cNvSpPr>
            <a:spLocks noGrp="1" noChangeArrowheads="1"/>
          </p:cNvSpPr>
          <p:nvPr>
            <p:ph type="body" idx="4294967295"/>
          </p:nvPr>
        </p:nvSpPr>
        <p:spPr>
          <a:xfrm>
            <a:off x="1219200" y="1447800"/>
            <a:ext cx="9296400" cy="914400"/>
          </a:xfrm>
        </p:spPr>
        <p:txBody>
          <a:bodyPr>
            <a:normAutofit/>
          </a:bodyPr>
          <a:lstStyle/>
          <a:p>
            <a:pPr eaLnBrk="1" hangingPunct="1">
              <a:buFontTx/>
              <a:buNone/>
            </a:pPr>
            <a:r>
              <a:rPr lang="en-US" altLang="en-US" sz="1800" dirty="0"/>
              <a:t>Use the cash flow menu: use </a:t>
            </a:r>
            <a:r>
              <a:rPr lang="en-US" altLang="en-US" sz="1800" u="sng" dirty="0"/>
              <a:t>enter</a:t>
            </a:r>
            <a:r>
              <a:rPr lang="en-US" altLang="en-US" sz="1800" dirty="0"/>
              <a:t> and </a:t>
            </a:r>
            <a:r>
              <a:rPr lang="en-US" altLang="en-US" sz="1800" u="sng" dirty="0"/>
              <a:t>down arrow.</a:t>
            </a:r>
          </a:p>
          <a:p>
            <a:pPr eaLnBrk="1" hangingPunct="1">
              <a:buFontTx/>
              <a:buNone/>
            </a:pPr>
            <a:r>
              <a:rPr lang="en-US" altLang="en-US" sz="1800" u="sng" dirty="0"/>
              <a:t>To clear cash flow registry press    CF---</a:t>
            </a:r>
            <a:r>
              <a:rPr lang="en-US" altLang="en-US" sz="1800" u="sng" dirty="0">
                <a:sym typeface="Wingdings" panose="05000000000000000000" pitchFamily="2" charset="2"/>
              </a:rPr>
              <a:t> 2</a:t>
            </a:r>
            <a:r>
              <a:rPr lang="en-US" altLang="en-US" sz="1800" u="sng" baseline="30000" dirty="0">
                <a:sym typeface="Wingdings" panose="05000000000000000000" pitchFamily="2" charset="2"/>
              </a:rPr>
              <a:t>nd</a:t>
            </a:r>
            <a:r>
              <a:rPr lang="en-US" altLang="en-US" sz="1800" u="sng" dirty="0">
                <a:sym typeface="Wingdings" panose="05000000000000000000" pitchFamily="2" charset="2"/>
              </a:rPr>
              <a:t>--- CER Work</a:t>
            </a:r>
            <a:endParaRPr lang="en-US" altLang="en-US" sz="1800" u="sng" dirty="0"/>
          </a:p>
        </p:txBody>
      </p:sp>
      <p:sp>
        <p:nvSpPr>
          <p:cNvPr id="10246" name="Text Box 4">
            <a:extLst>
              <a:ext uri="{FF2B5EF4-FFF2-40B4-BE49-F238E27FC236}">
                <a16:creationId xmlns:a16="http://schemas.microsoft.com/office/drawing/2014/main" id="{1DE90668-658D-C743-8607-E0FB1156EAD2}"/>
              </a:ext>
            </a:extLst>
          </p:cNvPr>
          <p:cNvSpPr txBox="1">
            <a:spLocks noChangeArrowheads="1"/>
          </p:cNvSpPr>
          <p:nvPr/>
        </p:nvSpPr>
        <p:spPr bwMode="auto">
          <a:xfrm>
            <a:off x="2286000" y="4852988"/>
            <a:ext cx="914400" cy="469900"/>
          </a:xfrm>
          <a:prstGeom prst="rect">
            <a:avLst/>
          </a:prstGeom>
          <a:gradFill rotWithShape="1">
            <a:gsLst>
              <a:gs pos="0">
                <a:srgbClr val="993300"/>
              </a:gs>
              <a:gs pos="50000">
                <a:srgbClr val="CC6600"/>
              </a:gs>
              <a:gs pos="100000">
                <a:srgbClr val="993300"/>
              </a:gs>
            </a:gsLst>
            <a:lin ang="5400000" scaled="1"/>
          </a:gradFill>
          <a:ln w="12700" cap="sq">
            <a:solidFill>
              <a:srgbClr val="800000"/>
            </a:solidFill>
            <a:miter lim="800000"/>
            <a:headEnd type="none" w="sm" len="sm"/>
            <a:tailEnd type="none" w="sm" len="sm"/>
          </a:ln>
        </p:spPr>
        <p:txBody>
          <a:bodyPr>
            <a:spAutoFit/>
          </a:bodyPr>
          <a:lstStyle>
            <a:lvl1pPr eaLnBrk="0" hangingPunct="0">
              <a:defRPr>
                <a:solidFill>
                  <a:schemeClr val="tx1"/>
                </a:solidFill>
                <a:latin typeface="Arial" panose="020B0604020202020204" pitchFamily="34" charset="0"/>
              </a:defRPr>
            </a:lvl1pPr>
            <a:lvl2pPr marL="742950" indent="-285750" eaLnBrk="0" hangingPunct="0">
              <a:defRPr>
                <a:solidFill>
                  <a:schemeClr val="tx1"/>
                </a:solidFill>
                <a:latin typeface="Arial" panose="020B0604020202020204" pitchFamily="34" charset="0"/>
              </a:defRPr>
            </a:lvl2pPr>
            <a:lvl3pPr marL="1143000" indent="-228600" eaLnBrk="0" hangingPunct="0">
              <a:defRPr>
                <a:solidFill>
                  <a:schemeClr val="tx1"/>
                </a:solidFill>
                <a:latin typeface="Arial" panose="020B0604020202020204" pitchFamily="34" charset="0"/>
              </a:defRPr>
            </a:lvl3pPr>
            <a:lvl4pPr marL="1600200" indent="-228600" eaLnBrk="0" hangingPunct="0">
              <a:defRPr>
                <a:solidFill>
                  <a:schemeClr val="tx1"/>
                </a:solidFill>
                <a:latin typeface="Arial" panose="020B0604020202020204" pitchFamily="34" charset="0"/>
              </a:defRPr>
            </a:lvl4pPr>
            <a:lvl5pPr marL="2057400" indent="-228600" eaLnBrk="0" hangingPunct="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algn="ctr" eaLnBrk="1" hangingPunct="1">
              <a:spcBef>
                <a:spcPct val="50000"/>
              </a:spcBef>
            </a:pPr>
            <a:r>
              <a:rPr lang="en-US" altLang="en-US" sz="2400">
                <a:latin typeface="Times New Roman" panose="02020603050405020304" pitchFamily="18" charset="0"/>
              </a:rPr>
              <a:t>CF2</a:t>
            </a:r>
          </a:p>
        </p:txBody>
      </p:sp>
      <p:sp>
        <p:nvSpPr>
          <p:cNvPr id="10247" name="Text Box 5">
            <a:extLst>
              <a:ext uri="{FF2B5EF4-FFF2-40B4-BE49-F238E27FC236}">
                <a16:creationId xmlns:a16="http://schemas.microsoft.com/office/drawing/2014/main" id="{265ED59C-40E5-F692-5E76-F950EC1DD6C0}"/>
              </a:ext>
            </a:extLst>
          </p:cNvPr>
          <p:cNvSpPr txBox="1">
            <a:spLocks noChangeArrowheads="1"/>
          </p:cNvSpPr>
          <p:nvPr/>
        </p:nvSpPr>
        <p:spPr bwMode="auto">
          <a:xfrm>
            <a:off x="2286000" y="3252788"/>
            <a:ext cx="914400" cy="469900"/>
          </a:xfrm>
          <a:prstGeom prst="rect">
            <a:avLst/>
          </a:prstGeom>
          <a:gradFill rotWithShape="1">
            <a:gsLst>
              <a:gs pos="0">
                <a:srgbClr val="993300"/>
              </a:gs>
              <a:gs pos="50000">
                <a:srgbClr val="CC6600"/>
              </a:gs>
              <a:gs pos="100000">
                <a:srgbClr val="993300"/>
              </a:gs>
            </a:gsLst>
            <a:lin ang="5400000" scaled="1"/>
          </a:gradFill>
          <a:ln w="12700" cap="sq">
            <a:solidFill>
              <a:srgbClr val="800000"/>
            </a:solidFill>
            <a:miter lim="800000"/>
            <a:headEnd type="none" w="sm" len="sm"/>
            <a:tailEnd type="none" w="sm" len="sm"/>
          </a:ln>
        </p:spPr>
        <p:txBody>
          <a:bodyPr>
            <a:spAutoFit/>
          </a:bodyPr>
          <a:lstStyle>
            <a:lvl1pPr eaLnBrk="0" hangingPunct="0">
              <a:defRPr>
                <a:solidFill>
                  <a:schemeClr val="tx1"/>
                </a:solidFill>
                <a:latin typeface="Arial" panose="020B0604020202020204" pitchFamily="34" charset="0"/>
              </a:defRPr>
            </a:lvl1pPr>
            <a:lvl2pPr marL="742950" indent="-285750" eaLnBrk="0" hangingPunct="0">
              <a:defRPr>
                <a:solidFill>
                  <a:schemeClr val="tx1"/>
                </a:solidFill>
                <a:latin typeface="Arial" panose="020B0604020202020204" pitchFamily="34" charset="0"/>
              </a:defRPr>
            </a:lvl2pPr>
            <a:lvl3pPr marL="1143000" indent="-228600" eaLnBrk="0" hangingPunct="0">
              <a:defRPr>
                <a:solidFill>
                  <a:schemeClr val="tx1"/>
                </a:solidFill>
                <a:latin typeface="Arial" panose="020B0604020202020204" pitchFamily="34" charset="0"/>
              </a:defRPr>
            </a:lvl3pPr>
            <a:lvl4pPr marL="1600200" indent="-228600" eaLnBrk="0" hangingPunct="0">
              <a:defRPr>
                <a:solidFill>
                  <a:schemeClr val="tx1"/>
                </a:solidFill>
                <a:latin typeface="Arial" panose="020B0604020202020204" pitchFamily="34" charset="0"/>
              </a:defRPr>
            </a:lvl4pPr>
            <a:lvl5pPr marL="2057400" indent="-228600" eaLnBrk="0" hangingPunct="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algn="ctr" eaLnBrk="1" hangingPunct="1">
              <a:spcBef>
                <a:spcPct val="50000"/>
              </a:spcBef>
            </a:pPr>
            <a:r>
              <a:rPr lang="en-US" altLang="en-US" sz="2400">
                <a:latin typeface="Times New Roman" panose="02020603050405020304" pitchFamily="18" charset="0"/>
              </a:rPr>
              <a:t>CF1</a:t>
            </a:r>
          </a:p>
        </p:txBody>
      </p:sp>
      <p:sp>
        <p:nvSpPr>
          <p:cNvPr id="10248" name="Text Box 6">
            <a:extLst>
              <a:ext uri="{FF2B5EF4-FFF2-40B4-BE49-F238E27FC236}">
                <a16:creationId xmlns:a16="http://schemas.microsoft.com/office/drawing/2014/main" id="{C2A3AF20-2797-D8B7-DCC1-E5E41FA53ACA}"/>
              </a:ext>
            </a:extLst>
          </p:cNvPr>
          <p:cNvSpPr txBox="1">
            <a:spLocks noChangeArrowheads="1"/>
          </p:cNvSpPr>
          <p:nvPr/>
        </p:nvSpPr>
        <p:spPr bwMode="auto">
          <a:xfrm>
            <a:off x="2286000" y="5653088"/>
            <a:ext cx="914400" cy="469900"/>
          </a:xfrm>
          <a:prstGeom prst="rect">
            <a:avLst/>
          </a:prstGeom>
          <a:gradFill rotWithShape="1">
            <a:gsLst>
              <a:gs pos="0">
                <a:srgbClr val="993300"/>
              </a:gs>
              <a:gs pos="50000">
                <a:srgbClr val="CC6600"/>
              </a:gs>
              <a:gs pos="100000">
                <a:srgbClr val="993300"/>
              </a:gs>
            </a:gsLst>
            <a:lin ang="5400000" scaled="1"/>
          </a:gradFill>
          <a:ln w="12700" cap="sq">
            <a:solidFill>
              <a:srgbClr val="800000"/>
            </a:solidFill>
            <a:miter lim="800000"/>
            <a:headEnd type="none" w="sm" len="sm"/>
            <a:tailEnd type="none" w="sm" len="sm"/>
          </a:ln>
        </p:spPr>
        <p:txBody>
          <a:bodyPr>
            <a:spAutoFit/>
          </a:bodyPr>
          <a:lstStyle>
            <a:lvl1pPr eaLnBrk="0" hangingPunct="0">
              <a:defRPr>
                <a:solidFill>
                  <a:schemeClr val="tx1"/>
                </a:solidFill>
                <a:latin typeface="Arial" panose="020B0604020202020204" pitchFamily="34" charset="0"/>
              </a:defRPr>
            </a:lvl1pPr>
            <a:lvl2pPr marL="742950" indent="-285750" eaLnBrk="0" hangingPunct="0">
              <a:defRPr>
                <a:solidFill>
                  <a:schemeClr val="tx1"/>
                </a:solidFill>
                <a:latin typeface="Arial" panose="020B0604020202020204" pitchFamily="34" charset="0"/>
              </a:defRPr>
            </a:lvl2pPr>
            <a:lvl3pPr marL="1143000" indent="-228600" eaLnBrk="0" hangingPunct="0">
              <a:defRPr>
                <a:solidFill>
                  <a:schemeClr val="tx1"/>
                </a:solidFill>
                <a:latin typeface="Arial" panose="020B0604020202020204" pitchFamily="34" charset="0"/>
              </a:defRPr>
            </a:lvl3pPr>
            <a:lvl4pPr marL="1600200" indent="-228600" eaLnBrk="0" hangingPunct="0">
              <a:defRPr>
                <a:solidFill>
                  <a:schemeClr val="tx1"/>
                </a:solidFill>
                <a:latin typeface="Arial" panose="020B0604020202020204" pitchFamily="34" charset="0"/>
              </a:defRPr>
            </a:lvl4pPr>
            <a:lvl5pPr marL="2057400" indent="-228600" eaLnBrk="0" hangingPunct="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algn="ctr" eaLnBrk="1" hangingPunct="1">
              <a:spcBef>
                <a:spcPct val="50000"/>
              </a:spcBef>
            </a:pPr>
            <a:r>
              <a:rPr lang="en-US" altLang="en-US" sz="2400">
                <a:latin typeface="Times New Roman" panose="02020603050405020304" pitchFamily="18" charset="0"/>
              </a:rPr>
              <a:t>F2</a:t>
            </a:r>
          </a:p>
        </p:txBody>
      </p:sp>
      <p:sp>
        <p:nvSpPr>
          <p:cNvPr id="10249" name="Text Box 7">
            <a:extLst>
              <a:ext uri="{FF2B5EF4-FFF2-40B4-BE49-F238E27FC236}">
                <a16:creationId xmlns:a16="http://schemas.microsoft.com/office/drawing/2014/main" id="{06AD4278-8ADE-5E85-6067-BB16784719C5}"/>
              </a:ext>
            </a:extLst>
          </p:cNvPr>
          <p:cNvSpPr txBox="1">
            <a:spLocks noChangeArrowheads="1"/>
          </p:cNvSpPr>
          <p:nvPr/>
        </p:nvSpPr>
        <p:spPr bwMode="auto">
          <a:xfrm>
            <a:off x="2286000" y="4052888"/>
            <a:ext cx="914400" cy="469900"/>
          </a:xfrm>
          <a:prstGeom prst="rect">
            <a:avLst/>
          </a:prstGeom>
          <a:gradFill rotWithShape="1">
            <a:gsLst>
              <a:gs pos="0">
                <a:srgbClr val="993300"/>
              </a:gs>
              <a:gs pos="50000">
                <a:srgbClr val="CC6600"/>
              </a:gs>
              <a:gs pos="100000">
                <a:srgbClr val="993300"/>
              </a:gs>
            </a:gsLst>
            <a:lin ang="5400000" scaled="1"/>
          </a:gradFill>
          <a:ln w="12700" cap="sq">
            <a:solidFill>
              <a:srgbClr val="800000"/>
            </a:solidFill>
            <a:miter lim="800000"/>
            <a:headEnd type="none" w="sm" len="sm"/>
            <a:tailEnd type="none" w="sm" len="sm"/>
          </a:ln>
        </p:spPr>
        <p:txBody>
          <a:bodyPr>
            <a:spAutoFit/>
          </a:bodyPr>
          <a:lstStyle>
            <a:lvl1pPr eaLnBrk="0" hangingPunct="0">
              <a:defRPr>
                <a:solidFill>
                  <a:schemeClr val="tx1"/>
                </a:solidFill>
                <a:latin typeface="Arial" panose="020B0604020202020204" pitchFamily="34" charset="0"/>
              </a:defRPr>
            </a:lvl1pPr>
            <a:lvl2pPr marL="742950" indent="-285750" eaLnBrk="0" hangingPunct="0">
              <a:defRPr>
                <a:solidFill>
                  <a:schemeClr val="tx1"/>
                </a:solidFill>
                <a:latin typeface="Arial" panose="020B0604020202020204" pitchFamily="34" charset="0"/>
              </a:defRPr>
            </a:lvl2pPr>
            <a:lvl3pPr marL="1143000" indent="-228600" eaLnBrk="0" hangingPunct="0">
              <a:defRPr>
                <a:solidFill>
                  <a:schemeClr val="tx1"/>
                </a:solidFill>
                <a:latin typeface="Arial" panose="020B0604020202020204" pitchFamily="34" charset="0"/>
              </a:defRPr>
            </a:lvl3pPr>
            <a:lvl4pPr marL="1600200" indent="-228600" eaLnBrk="0" hangingPunct="0">
              <a:defRPr>
                <a:solidFill>
                  <a:schemeClr val="tx1"/>
                </a:solidFill>
                <a:latin typeface="Arial" panose="020B0604020202020204" pitchFamily="34" charset="0"/>
              </a:defRPr>
            </a:lvl4pPr>
            <a:lvl5pPr marL="2057400" indent="-228600" eaLnBrk="0" hangingPunct="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algn="ctr" eaLnBrk="1" hangingPunct="1">
              <a:spcBef>
                <a:spcPct val="50000"/>
              </a:spcBef>
            </a:pPr>
            <a:r>
              <a:rPr lang="en-US" altLang="en-US" sz="2400">
                <a:latin typeface="Times New Roman" panose="02020603050405020304" pitchFamily="18" charset="0"/>
              </a:rPr>
              <a:t>F1</a:t>
            </a:r>
          </a:p>
        </p:txBody>
      </p:sp>
      <p:sp>
        <p:nvSpPr>
          <p:cNvPr id="10250" name="Text Box 8">
            <a:extLst>
              <a:ext uri="{FF2B5EF4-FFF2-40B4-BE49-F238E27FC236}">
                <a16:creationId xmlns:a16="http://schemas.microsoft.com/office/drawing/2014/main" id="{F12C5E3E-0D6C-B5C3-7FC4-E03CDFACE3B0}"/>
              </a:ext>
            </a:extLst>
          </p:cNvPr>
          <p:cNvSpPr txBox="1">
            <a:spLocks noChangeArrowheads="1"/>
          </p:cNvSpPr>
          <p:nvPr/>
        </p:nvSpPr>
        <p:spPr bwMode="auto">
          <a:xfrm>
            <a:off x="2286000" y="2452688"/>
            <a:ext cx="914400" cy="469900"/>
          </a:xfrm>
          <a:prstGeom prst="rect">
            <a:avLst/>
          </a:prstGeom>
          <a:gradFill rotWithShape="1">
            <a:gsLst>
              <a:gs pos="0">
                <a:srgbClr val="993300"/>
              </a:gs>
              <a:gs pos="50000">
                <a:srgbClr val="CC6600"/>
              </a:gs>
              <a:gs pos="100000">
                <a:srgbClr val="993300"/>
              </a:gs>
            </a:gsLst>
            <a:lin ang="5400000" scaled="1"/>
          </a:gradFill>
          <a:ln w="12700" cap="sq">
            <a:solidFill>
              <a:srgbClr val="800000"/>
            </a:solidFill>
            <a:miter lim="800000"/>
            <a:headEnd type="none" w="sm" len="sm"/>
            <a:tailEnd type="none" w="sm" len="sm"/>
          </a:ln>
        </p:spPr>
        <p:txBody>
          <a:bodyPr>
            <a:spAutoFit/>
          </a:bodyPr>
          <a:lstStyle>
            <a:lvl1pPr eaLnBrk="0" hangingPunct="0">
              <a:defRPr>
                <a:solidFill>
                  <a:schemeClr val="tx1"/>
                </a:solidFill>
                <a:latin typeface="Arial" panose="020B0604020202020204" pitchFamily="34" charset="0"/>
              </a:defRPr>
            </a:lvl1pPr>
            <a:lvl2pPr marL="742950" indent="-285750" eaLnBrk="0" hangingPunct="0">
              <a:defRPr>
                <a:solidFill>
                  <a:schemeClr val="tx1"/>
                </a:solidFill>
                <a:latin typeface="Arial" panose="020B0604020202020204" pitchFamily="34" charset="0"/>
              </a:defRPr>
            </a:lvl2pPr>
            <a:lvl3pPr marL="1143000" indent="-228600" eaLnBrk="0" hangingPunct="0">
              <a:defRPr>
                <a:solidFill>
                  <a:schemeClr val="tx1"/>
                </a:solidFill>
                <a:latin typeface="Arial" panose="020B0604020202020204" pitchFamily="34" charset="0"/>
              </a:defRPr>
            </a:lvl3pPr>
            <a:lvl4pPr marL="1600200" indent="-228600" eaLnBrk="0" hangingPunct="0">
              <a:defRPr>
                <a:solidFill>
                  <a:schemeClr val="tx1"/>
                </a:solidFill>
                <a:latin typeface="Arial" panose="020B0604020202020204" pitchFamily="34" charset="0"/>
              </a:defRPr>
            </a:lvl4pPr>
            <a:lvl5pPr marL="2057400" indent="-228600" eaLnBrk="0" hangingPunct="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algn="ctr" eaLnBrk="1" hangingPunct="1">
              <a:spcBef>
                <a:spcPct val="50000"/>
              </a:spcBef>
            </a:pPr>
            <a:r>
              <a:rPr lang="en-US" altLang="en-US" sz="2400">
                <a:latin typeface="Times New Roman" panose="02020603050405020304" pitchFamily="18" charset="0"/>
              </a:rPr>
              <a:t>CF0</a:t>
            </a:r>
          </a:p>
        </p:txBody>
      </p:sp>
      <p:sp>
        <p:nvSpPr>
          <p:cNvPr id="10251" name="Text Box 9">
            <a:extLst>
              <a:ext uri="{FF2B5EF4-FFF2-40B4-BE49-F238E27FC236}">
                <a16:creationId xmlns:a16="http://schemas.microsoft.com/office/drawing/2014/main" id="{5E7E7D9A-4683-5BC8-07B0-885F5B5BB604}"/>
              </a:ext>
            </a:extLst>
          </p:cNvPr>
          <p:cNvSpPr txBox="1">
            <a:spLocks noChangeArrowheads="1"/>
          </p:cNvSpPr>
          <p:nvPr/>
        </p:nvSpPr>
        <p:spPr bwMode="auto">
          <a:xfrm>
            <a:off x="3810000" y="4052888"/>
            <a:ext cx="914400" cy="40011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cap="sq">
                <a:solidFill>
                  <a:srgbClr val="000000"/>
                </a:solidFill>
                <a:miter lim="800000"/>
                <a:headEnd type="none" w="sm" len="sm"/>
                <a:tailEnd type="none" w="sm" len="sm"/>
              </a14:hiddenLine>
            </a:ext>
          </a:extLst>
        </p:spPr>
        <p:txBody>
          <a:bodyPr>
            <a:spAutoFit/>
          </a:bodyPr>
          <a:lstStyle>
            <a:lvl1pPr eaLnBrk="0" hangingPunct="0">
              <a:defRPr>
                <a:solidFill>
                  <a:schemeClr val="tx1"/>
                </a:solidFill>
                <a:latin typeface="Arial" panose="020B0604020202020204" pitchFamily="34" charset="0"/>
              </a:defRPr>
            </a:lvl1pPr>
            <a:lvl2pPr marL="742950" indent="-285750" eaLnBrk="0" hangingPunct="0">
              <a:defRPr>
                <a:solidFill>
                  <a:schemeClr val="tx1"/>
                </a:solidFill>
                <a:latin typeface="Arial" panose="020B0604020202020204" pitchFamily="34" charset="0"/>
              </a:defRPr>
            </a:lvl2pPr>
            <a:lvl3pPr marL="1143000" indent="-228600" eaLnBrk="0" hangingPunct="0">
              <a:defRPr>
                <a:solidFill>
                  <a:schemeClr val="tx1"/>
                </a:solidFill>
                <a:latin typeface="Arial" panose="020B0604020202020204" pitchFamily="34" charset="0"/>
              </a:defRPr>
            </a:lvl3pPr>
            <a:lvl4pPr marL="1600200" indent="-228600" eaLnBrk="0" hangingPunct="0">
              <a:defRPr>
                <a:solidFill>
                  <a:schemeClr val="tx1"/>
                </a:solidFill>
                <a:latin typeface="Arial" panose="020B0604020202020204" pitchFamily="34" charset="0"/>
              </a:defRPr>
            </a:lvl4pPr>
            <a:lvl5pPr marL="2057400" indent="-228600" eaLnBrk="0" hangingPunct="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algn="ctr" eaLnBrk="1" hangingPunct="1">
              <a:spcBef>
                <a:spcPct val="50000"/>
              </a:spcBef>
            </a:pPr>
            <a:r>
              <a:rPr lang="en-US" altLang="en-US" sz="2000" dirty="0">
                <a:solidFill>
                  <a:srgbClr val="644A1A"/>
                </a:solidFill>
                <a:latin typeface="Times New Roman" panose="02020603050405020304" pitchFamily="18" charset="0"/>
                <a:cs typeface="Times New Roman" panose="02020603050405020304" pitchFamily="18" charset="0"/>
              </a:rPr>
              <a:t>1</a:t>
            </a:r>
            <a:endParaRPr lang="en-US" altLang="en-US" sz="2000" dirty="0">
              <a:solidFill>
                <a:srgbClr val="644A1A"/>
              </a:solidFill>
              <a:latin typeface="Times New Roman" panose="02020603050405020304" pitchFamily="18" charset="0"/>
            </a:endParaRPr>
          </a:p>
        </p:txBody>
      </p:sp>
      <p:sp>
        <p:nvSpPr>
          <p:cNvPr id="10252" name="Text Box 10">
            <a:extLst>
              <a:ext uri="{FF2B5EF4-FFF2-40B4-BE49-F238E27FC236}">
                <a16:creationId xmlns:a16="http://schemas.microsoft.com/office/drawing/2014/main" id="{C1630331-2F59-6B30-CFE9-C80939A81416}"/>
              </a:ext>
            </a:extLst>
          </p:cNvPr>
          <p:cNvSpPr txBox="1">
            <a:spLocks noChangeArrowheads="1"/>
          </p:cNvSpPr>
          <p:nvPr/>
        </p:nvSpPr>
        <p:spPr bwMode="auto">
          <a:xfrm>
            <a:off x="3810000" y="3252788"/>
            <a:ext cx="914400" cy="40011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cap="sq">
                <a:solidFill>
                  <a:srgbClr val="000000"/>
                </a:solidFill>
                <a:miter lim="800000"/>
                <a:headEnd type="none" w="sm" len="sm"/>
                <a:tailEnd type="none" w="sm" len="sm"/>
              </a14:hiddenLine>
            </a:ext>
          </a:extLst>
        </p:spPr>
        <p:txBody>
          <a:bodyPr>
            <a:spAutoFit/>
          </a:bodyPr>
          <a:lstStyle>
            <a:lvl1pPr eaLnBrk="0" hangingPunct="0">
              <a:defRPr>
                <a:solidFill>
                  <a:schemeClr val="tx1"/>
                </a:solidFill>
                <a:latin typeface="Arial" panose="020B0604020202020204" pitchFamily="34" charset="0"/>
              </a:defRPr>
            </a:lvl1pPr>
            <a:lvl2pPr marL="742950" indent="-285750" eaLnBrk="0" hangingPunct="0">
              <a:defRPr>
                <a:solidFill>
                  <a:schemeClr val="tx1"/>
                </a:solidFill>
                <a:latin typeface="Arial" panose="020B0604020202020204" pitchFamily="34" charset="0"/>
              </a:defRPr>
            </a:lvl2pPr>
            <a:lvl3pPr marL="1143000" indent="-228600" eaLnBrk="0" hangingPunct="0">
              <a:defRPr>
                <a:solidFill>
                  <a:schemeClr val="tx1"/>
                </a:solidFill>
                <a:latin typeface="Arial" panose="020B0604020202020204" pitchFamily="34" charset="0"/>
              </a:defRPr>
            </a:lvl3pPr>
            <a:lvl4pPr marL="1600200" indent="-228600" eaLnBrk="0" hangingPunct="0">
              <a:defRPr>
                <a:solidFill>
                  <a:schemeClr val="tx1"/>
                </a:solidFill>
                <a:latin typeface="Arial" panose="020B0604020202020204" pitchFamily="34" charset="0"/>
              </a:defRPr>
            </a:lvl4pPr>
            <a:lvl5pPr marL="2057400" indent="-228600" eaLnBrk="0" hangingPunct="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algn="ctr" eaLnBrk="1" hangingPunct="1">
              <a:spcBef>
                <a:spcPct val="50000"/>
              </a:spcBef>
            </a:pPr>
            <a:r>
              <a:rPr lang="en-US" altLang="en-US" sz="2000" dirty="0">
                <a:solidFill>
                  <a:srgbClr val="644A1A"/>
                </a:solidFill>
                <a:latin typeface="Times New Roman" panose="02020603050405020304" pitchFamily="18" charset="0"/>
              </a:rPr>
              <a:t>2</a:t>
            </a:r>
          </a:p>
        </p:txBody>
      </p:sp>
      <p:sp>
        <p:nvSpPr>
          <p:cNvPr id="10253" name="Text Box 11">
            <a:extLst>
              <a:ext uri="{FF2B5EF4-FFF2-40B4-BE49-F238E27FC236}">
                <a16:creationId xmlns:a16="http://schemas.microsoft.com/office/drawing/2014/main" id="{FBE437DA-10B3-1DA2-52ED-F6D572510613}"/>
              </a:ext>
            </a:extLst>
          </p:cNvPr>
          <p:cNvSpPr txBox="1">
            <a:spLocks noChangeArrowheads="1"/>
          </p:cNvSpPr>
          <p:nvPr/>
        </p:nvSpPr>
        <p:spPr bwMode="auto">
          <a:xfrm>
            <a:off x="3810000" y="5653088"/>
            <a:ext cx="914400" cy="40011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cap="sq">
                <a:solidFill>
                  <a:srgbClr val="000000"/>
                </a:solidFill>
                <a:miter lim="800000"/>
                <a:headEnd type="none" w="sm" len="sm"/>
                <a:tailEnd type="none" w="sm" len="sm"/>
              </a14:hiddenLine>
            </a:ext>
          </a:extLst>
        </p:spPr>
        <p:txBody>
          <a:bodyPr>
            <a:spAutoFit/>
          </a:bodyPr>
          <a:lstStyle>
            <a:lvl1pPr eaLnBrk="0" hangingPunct="0">
              <a:defRPr>
                <a:solidFill>
                  <a:schemeClr val="tx1"/>
                </a:solidFill>
                <a:latin typeface="Arial" panose="020B0604020202020204" pitchFamily="34" charset="0"/>
              </a:defRPr>
            </a:lvl1pPr>
            <a:lvl2pPr marL="742950" indent="-285750" eaLnBrk="0" hangingPunct="0">
              <a:defRPr>
                <a:solidFill>
                  <a:schemeClr val="tx1"/>
                </a:solidFill>
                <a:latin typeface="Arial" panose="020B0604020202020204" pitchFamily="34" charset="0"/>
              </a:defRPr>
            </a:lvl2pPr>
            <a:lvl3pPr marL="1143000" indent="-228600" eaLnBrk="0" hangingPunct="0">
              <a:defRPr>
                <a:solidFill>
                  <a:schemeClr val="tx1"/>
                </a:solidFill>
                <a:latin typeface="Arial" panose="020B0604020202020204" pitchFamily="34" charset="0"/>
              </a:defRPr>
            </a:lvl3pPr>
            <a:lvl4pPr marL="1600200" indent="-228600" eaLnBrk="0" hangingPunct="0">
              <a:defRPr>
                <a:solidFill>
                  <a:schemeClr val="tx1"/>
                </a:solidFill>
                <a:latin typeface="Arial" panose="020B0604020202020204" pitchFamily="34" charset="0"/>
              </a:defRPr>
            </a:lvl4pPr>
            <a:lvl5pPr marL="2057400" indent="-228600" eaLnBrk="0" hangingPunct="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algn="ctr" eaLnBrk="1" hangingPunct="1">
              <a:spcBef>
                <a:spcPct val="50000"/>
              </a:spcBef>
            </a:pPr>
            <a:r>
              <a:rPr lang="en-US" altLang="en-US" sz="2000" dirty="0">
                <a:solidFill>
                  <a:srgbClr val="644A1A"/>
                </a:solidFill>
                <a:latin typeface="Times New Roman" panose="02020603050405020304" pitchFamily="18" charset="0"/>
              </a:rPr>
              <a:t>1</a:t>
            </a:r>
          </a:p>
        </p:txBody>
      </p:sp>
      <p:sp>
        <p:nvSpPr>
          <p:cNvPr id="10254" name="Text Box 12">
            <a:extLst>
              <a:ext uri="{FF2B5EF4-FFF2-40B4-BE49-F238E27FC236}">
                <a16:creationId xmlns:a16="http://schemas.microsoft.com/office/drawing/2014/main" id="{D49D1DC6-01D6-2B52-B87B-8086CD2A5129}"/>
              </a:ext>
            </a:extLst>
          </p:cNvPr>
          <p:cNvSpPr txBox="1">
            <a:spLocks noChangeArrowheads="1"/>
          </p:cNvSpPr>
          <p:nvPr/>
        </p:nvSpPr>
        <p:spPr bwMode="auto">
          <a:xfrm>
            <a:off x="10134600" y="2532676"/>
            <a:ext cx="1828800" cy="40011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cap="sq">
                <a:solidFill>
                  <a:srgbClr val="000000"/>
                </a:solidFill>
                <a:miter lim="800000"/>
                <a:headEnd type="none" w="sm" len="sm"/>
                <a:tailEnd type="none" w="sm" len="sm"/>
              </a14:hiddenLine>
            </a:ext>
          </a:extLst>
        </p:spPr>
        <p:txBody>
          <a:bodyPr>
            <a:spAutoFit/>
          </a:bodyPr>
          <a:lstStyle>
            <a:lvl1pPr eaLnBrk="0" hangingPunct="0">
              <a:defRPr>
                <a:solidFill>
                  <a:schemeClr val="tx1"/>
                </a:solidFill>
                <a:latin typeface="Arial" panose="020B0604020202020204" pitchFamily="34" charset="0"/>
              </a:defRPr>
            </a:lvl1pPr>
            <a:lvl2pPr marL="742950" indent="-285750" eaLnBrk="0" hangingPunct="0">
              <a:defRPr>
                <a:solidFill>
                  <a:schemeClr val="tx1"/>
                </a:solidFill>
                <a:latin typeface="Arial" panose="020B0604020202020204" pitchFamily="34" charset="0"/>
              </a:defRPr>
            </a:lvl2pPr>
            <a:lvl3pPr marL="1143000" indent="-228600" eaLnBrk="0" hangingPunct="0">
              <a:defRPr>
                <a:solidFill>
                  <a:schemeClr val="tx1"/>
                </a:solidFill>
                <a:latin typeface="Arial" panose="020B0604020202020204" pitchFamily="34" charset="0"/>
              </a:defRPr>
            </a:lvl3pPr>
            <a:lvl4pPr marL="1600200" indent="-228600" eaLnBrk="0" hangingPunct="0">
              <a:defRPr>
                <a:solidFill>
                  <a:schemeClr val="tx1"/>
                </a:solidFill>
                <a:latin typeface="Arial" panose="020B0604020202020204" pitchFamily="34" charset="0"/>
              </a:defRPr>
            </a:lvl4pPr>
            <a:lvl5pPr marL="2057400" indent="-228600" eaLnBrk="0" hangingPunct="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r>
              <a:rPr lang="en-US" altLang="en-US" sz="2000" dirty="0">
                <a:solidFill>
                  <a:srgbClr val="FF0000"/>
                </a:solidFill>
                <a:latin typeface="Times New Roman" panose="02020603050405020304" pitchFamily="18" charset="0"/>
              </a:rPr>
              <a:t>25.71</a:t>
            </a:r>
          </a:p>
        </p:txBody>
      </p:sp>
      <p:sp>
        <p:nvSpPr>
          <p:cNvPr id="10255" name="Text Box 13">
            <a:extLst>
              <a:ext uri="{FF2B5EF4-FFF2-40B4-BE49-F238E27FC236}">
                <a16:creationId xmlns:a16="http://schemas.microsoft.com/office/drawing/2014/main" id="{5274403C-4432-86C6-710A-F24B0ACAEAFD}"/>
              </a:ext>
            </a:extLst>
          </p:cNvPr>
          <p:cNvSpPr txBox="1">
            <a:spLocks noChangeArrowheads="1"/>
          </p:cNvSpPr>
          <p:nvPr/>
        </p:nvSpPr>
        <p:spPr bwMode="auto">
          <a:xfrm>
            <a:off x="3810000" y="2452688"/>
            <a:ext cx="914400" cy="40011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cap="sq">
                <a:solidFill>
                  <a:srgbClr val="000000"/>
                </a:solidFill>
                <a:miter lim="800000"/>
                <a:headEnd type="none" w="sm" len="sm"/>
                <a:tailEnd type="none" w="sm" len="sm"/>
              </a14:hiddenLine>
            </a:ext>
          </a:extLst>
        </p:spPr>
        <p:txBody>
          <a:bodyPr>
            <a:spAutoFit/>
          </a:bodyPr>
          <a:lstStyle>
            <a:lvl1pPr eaLnBrk="0" hangingPunct="0">
              <a:defRPr>
                <a:solidFill>
                  <a:schemeClr val="tx1"/>
                </a:solidFill>
                <a:latin typeface="Arial" panose="020B0604020202020204" pitchFamily="34" charset="0"/>
              </a:defRPr>
            </a:lvl1pPr>
            <a:lvl2pPr marL="742950" indent="-285750" eaLnBrk="0" hangingPunct="0">
              <a:defRPr>
                <a:solidFill>
                  <a:schemeClr val="tx1"/>
                </a:solidFill>
                <a:latin typeface="Arial" panose="020B0604020202020204" pitchFamily="34" charset="0"/>
              </a:defRPr>
            </a:lvl2pPr>
            <a:lvl3pPr marL="1143000" indent="-228600" eaLnBrk="0" hangingPunct="0">
              <a:defRPr>
                <a:solidFill>
                  <a:schemeClr val="tx1"/>
                </a:solidFill>
                <a:latin typeface="Arial" panose="020B0604020202020204" pitchFamily="34" charset="0"/>
              </a:defRPr>
            </a:lvl3pPr>
            <a:lvl4pPr marL="1600200" indent="-228600" eaLnBrk="0" hangingPunct="0">
              <a:defRPr>
                <a:solidFill>
                  <a:schemeClr val="tx1"/>
                </a:solidFill>
                <a:latin typeface="Arial" panose="020B0604020202020204" pitchFamily="34" charset="0"/>
              </a:defRPr>
            </a:lvl4pPr>
            <a:lvl5pPr marL="2057400" indent="-228600" eaLnBrk="0" hangingPunct="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algn="ctr" eaLnBrk="1" hangingPunct="1">
              <a:spcBef>
                <a:spcPct val="50000"/>
              </a:spcBef>
            </a:pPr>
            <a:r>
              <a:rPr lang="en-US" altLang="en-US" sz="2000" dirty="0">
                <a:solidFill>
                  <a:srgbClr val="644A1A"/>
                </a:solidFill>
                <a:latin typeface="Times New Roman" panose="02020603050405020304" pitchFamily="18" charset="0"/>
              </a:rPr>
              <a:t>0</a:t>
            </a:r>
          </a:p>
        </p:txBody>
      </p:sp>
      <p:sp>
        <p:nvSpPr>
          <p:cNvPr id="10256" name="Text Box 14">
            <a:extLst>
              <a:ext uri="{FF2B5EF4-FFF2-40B4-BE49-F238E27FC236}">
                <a16:creationId xmlns:a16="http://schemas.microsoft.com/office/drawing/2014/main" id="{22710EA6-96D6-07DB-3577-86CD4AAE0E67}"/>
              </a:ext>
            </a:extLst>
          </p:cNvPr>
          <p:cNvSpPr txBox="1">
            <a:spLocks noChangeArrowheads="1"/>
          </p:cNvSpPr>
          <p:nvPr/>
        </p:nvSpPr>
        <p:spPr bwMode="auto">
          <a:xfrm>
            <a:off x="3581400" y="4752976"/>
            <a:ext cx="1143000" cy="40011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cap="sq">
                <a:solidFill>
                  <a:srgbClr val="000000"/>
                </a:solidFill>
                <a:miter lim="800000"/>
                <a:headEnd type="none" w="sm" len="sm"/>
                <a:tailEnd type="none" w="sm" len="sm"/>
              </a14:hiddenLine>
            </a:ext>
          </a:extLst>
        </p:spPr>
        <p:txBody>
          <a:bodyPr wrap="square">
            <a:spAutoFit/>
          </a:bodyPr>
          <a:lstStyle>
            <a:lvl1pPr eaLnBrk="0" hangingPunct="0">
              <a:defRPr>
                <a:solidFill>
                  <a:schemeClr val="tx1"/>
                </a:solidFill>
                <a:latin typeface="Arial" panose="020B0604020202020204" pitchFamily="34" charset="0"/>
              </a:defRPr>
            </a:lvl1pPr>
            <a:lvl2pPr marL="742950" indent="-285750" eaLnBrk="0" hangingPunct="0">
              <a:defRPr>
                <a:solidFill>
                  <a:schemeClr val="tx1"/>
                </a:solidFill>
                <a:latin typeface="Arial" panose="020B0604020202020204" pitchFamily="34" charset="0"/>
              </a:defRPr>
            </a:lvl2pPr>
            <a:lvl3pPr marL="1143000" indent="-228600" eaLnBrk="0" hangingPunct="0">
              <a:defRPr>
                <a:solidFill>
                  <a:schemeClr val="tx1"/>
                </a:solidFill>
                <a:latin typeface="Arial" panose="020B0604020202020204" pitchFamily="34" charset="0"/>
              </a:defRPr>
            </a:lvl3pPr>
            <a:lvl4pPr marL="1600200" indent="-228600" eaLnBrk="0" hangingPunct="0">
              <a:defRPr>
                <a:solidFill>
                  <a:schemeClr val="tx1"/>
                </a:solidFill>
                <a:latin typeface="Arial" panose="020B0604020202020204" pitchFamily="34" charset="0"/>
              </a:defRPr>
            </a:lvl4pPr>
            <a:lvl5pPr marL="2057400" indent="-228600" eaLnBrk="0" hangingPunct="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algn="ctr" eaLnBrk="1" hangingPunct="1">
              <a:spcBef>
                <a:spcPct val="50000"/>
              </a:spcBef>
            </a:pPr>
            <a:r>
              <a:rPr lang="en-US" altLang="en-US" sz="2000" dirty="0">
                <a:solidFill>
                  <a:srgbClr val="644A1A"/>
                </a:solidFill>
                <a:latin typeface="Times New Roman" panose="02020603050405020304" pitchFamily="18" charset="0"/>
                <a:cs typeface="Times New Roman" panose="02020603050405020304" pitchFamily="18" charset="0"/>
              </a:rPr>
              <a:t>2</a:t>
            </a:r>
            <a:endParaRPr lang="en-US" altLang="en-US" sz="2000" dirty="0">
              <a:solidFill>
                <a:srgbClr val="644A1A"/>
              </a:solidFill>
              <a:latin typeface="Times New Roman" panose="02020603050405020304" pitchFamily="18" charset="0"/>
            </a:endParaRPr>
          </a:p>
        </p:txBody>
      </p:sp>
      <p:sp>
        <p:nvSpPr>
          <p:cNvPr id="10257" name="Text Box 15">
            <a:extLst>
              <a:ext uri="{FF2B5EF4-FFF2-40B4-BE49-F238E27FC236}">
                <a16:creationId xmlns:a16="http://schemas.microsoft.com/office/drawing/2014/main" id="{F3537F14-BAC4-9D65-9157-574989364486}"/>
              </a:ext>
            </a:extLst>
          </p:cNvPr>
          <p:cNvSpPr txBox="1">
            <a:spLocks noChangeArrowheads="1"/>
          </p:cNvSpPr>
          <p:nvPr/>
        </p:nvSpPr>
        <p:spPr bwMode="auto">
          <a:xfrm>
            <a:off x="4800600" y="4803012"/>
            <a:ext cx="914400" cy="469900"/>
          </a:xfrm>
          <a:prstGeom prst="rect">
            <a:avLst/>
          </a:prstGeom>
          <a:gradFill rotWithShape="1">
            <a:gsLst>
              <a:gs pos="0">
                <a:srgbClr val="993300"/>
              </a:gs>
              <a:gs pos="50000">
                <a:srgbClr val="CC6600"/>
              </a:gs>
              <a:gs pos="100000">
                <a:srgbClr val="993300"/>
              </a:gs>
            </a:gsLst>
            <a:lin ang="5400000" scaled="1"/>
          </a:gradFill>
          <a:ln w="12700" cap="sq">
            <a:solidFill>
              <a:srgbClr val="800000"/>
            </a:solidFill>
            <a:miter lim="800000"/>
            <a:headEnd type="none" w="sm" len="sm"/>
            <a:tailEnd type="none" w="sm" len="sm"/>
          </a:ln>
        </p:spPr>
        <p:txBody>
          <a:bodyPr>
            <a:spAutoFit/>
          </a:bodyPr>
          <a:lstStyle>
            <a:lvl1pPr eaLnBrk="0" hangingPunct="0">
              <a:defRPr>
                <a:solidFill>
                  <a:schemeClr val="tx1"/>
                </a:solidFill>
                <a:latin typeface="Arial" panose="020B0604020202020204" pitchFamily="34" charset="0"/>
              </a:defRPr>
            </a:lvl1pPr>
            <a:lvl2pPr marL="742950" indent="-285750" eaLnBrk="0" hangingPunct="0">
              <a:defRPr>
                <a:solidFill>
                  <a:schemeClr val="tx1"/>
                </a:solidFill>
                <a:latin typeface="Arial" panose="020B0604020202020204" pitchFamily="34" charset="0"/>
              </a:defRPr>
            </a:lvl2pPr>
            <a:lvl3pPr marL="1143000" indent="-228600" eaLnBrk="0" hangingPunct="0">
              <a:defRPr>
                <a:solidFill>
                  <a:schemeClr val="tx1"/>
                </a:solidFill>
                <a:latin typeface="Arial" panose="020B0604020202020204" pitchFamily="34" charset="0"/>
              </a:defRPr>
            </a:lvl3pPr>
            <a:lvl4pPr marL="1600200" indent="-228600" eaLnBrk="0" hangingPunct="0">
              <a:defRPr>
                <a:solidFill>
                  <a:schemeClr val="tx1"/>
                </a:solidFill>
                <a:latin typeface="Arial" panose="020B0604020202020204" pitchFamily="34" charset="0"/>
              </a:defRPr>
            </a:lvl4pPr>
            <a:lvl5pPr marL="2057400" indent="-228600" eaLnBrk="0" hangingPunct="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algn="ctr" eaLnBrk="1" hangingPunct="1">
              <a:spcBef>
                <a:spcPct val="50000"/>
              </a:spcBef>
            </a:pPr>
            <a:r>
              <a:rPr lang="en-US" altLang="en-US" sz="2400">
                <a:latin typeface="Times New Roman" panose="02020603050405020304" pitchFamily="18" charset="0"/>
              </a:rPr>
              <a:t>I</a:t>
            </a:r>
          </a:p>
        </p:txBody>
      </p:sp>
      <p:sp>
        <p:nvSpPr>
          <p:cNvPr id="10260" name="Text Box 19">
            <a:extLst>
              <a:ext uri="{FF2B5EF4-FFF2-40B4-BE49-F238E27FC236}">
                <a16:creationId xmlns:a16="http://schemas.microsoft.com/office/drawing/2014/main" id="{2A9655A6-74AB-B228-5852-0C90E14CB420}"/>
              </a:ext>
            </a:extLst>
          </p:cNvPr>
          <p:cNvSpPr txBox="1">
            <a:spLocks noChangeArrowheads="1"/>
          </p:cNvSpPr>
          <p:nvPr/>
        </p:nvSpPr>
        <p:spPr bwMode="auto">
          <a:xfrm>
            <a:off x="4800600" y="2462213"/>
            <a:ext cx="914400" cy="469900"/>
          </a:xfrm>
          <a:prstGeom prst="rect">
            <a:avLst/>
          </a:prstGeom>
          <a:gradFill rotWithShape="1">
            <a:gsLst>
              <a:gs pos="0">
                <a:srgbClr val="993300"/>
              </a:gs>
              <a:gs pos="50000">
                <a:srgbClr val="CC6600"/>
              </a:gs>
              <a:gs pos="100000">
                <a:srgbClr val="993300"/>
              </a:gs>
            </a:gsLst>
            <a:lin ang="5400000" scaled="1"/>
          </a:gradFill>
          <a:ln w="12700" cap="sq">
            <a:solidFill>
              <a:srgbClr val="800000"/>
            </a:solidFill>
            <a:miter lim="800000"/>
            <a:headEnd type="none" w="sm" len="sm"/>
            <a:tailEnd type="none" w="sm" len="sm"/>
          </a:ln>
        </p:spPr>
        <p:txBody>
          <a:bodyPr>
            <a:spAutoFit/>
          </a:bodyPr>
          <a:lstStyle>
            <a:lvl1pPr eaLnBrk="0" hangingPunct="0">
              <a:defRPr>
                <a:solidFill>
                  <a:schemeClr val="tx1"/>
                </a:solidFill>
                <a:latin typeface="Arial" panose="020B0604020202020204" pitchFamily="34" charset="0"/>
              </a:defRPr>
            </a:lvl1pPr>
            <a:lvl2pPr marL="742950" indent="-285750" eaLnBrk="0" hangingPunct="0">
              <a:defRPr>
                <a:solidFill>
                  <a:schemeClr val="tx1"/>
                </a:solidFill>
                <a:latin typeface="Arial" panose="020B0604020202020204" pitchFamily="34" charset="0"/>
              </a:defRPr>
            </a:lvl2pPr>
            <a:lvl3pPr marL="1143000" indent="-228600" eaLnBrk="0" hangingPunct="0">
              <a:defRPr>
                <a:solidFill>
                  <a:schemeClr val="tx1"/>
                </a:solidFill>
                <a:latin typeface="Arial" panose="020B0604020202020204" pitchFamily="34" charset="0"/>
              </a:defRPr>
            </a:lvl3pPr>
            <a:lvl4pPr marL="1600200" indent="-228600" eaLnBrk="0" hangingPunct="0">
              <a:defRPr>
                <a:solidFill>
                  <a:schemeClr val="tx1"/>
                </a:solidFill>
                <a:latin typeface="Arial" panose="020B0604020202020204" pitchFamily="34" charset="0"/>
              </a:defRPr>
            </a:lvl4pPr>
            <a:lvl5pPr marL="2057400" indent="-228600" eaLnBrk="0" hangingPunct="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algn="ctr" eaLnBrk="1" hangingPunct="1">
              <a:spcBef>
                <a:spcPct val="50000"/>
              </a:spcBef>
            </a:pPr>
            <a:r>
              <a:rPr lang="en-US" altLang="en-US" sz="2400">
                <a:latin typeface="Times New Roman" panose="02020603050405020304" pitchFamily="18" charset="0"/>
              </a:rPr>
              <a:t>CF3</a:t>
            </a:r>
          </a:p>
        </p:txBody>
      </p:sp>
      <p:sp>
        <p:nvSpPr>
          <p:cNvPr id="10262" name="Text Box 21">
            <a:extLst>
              <a:ext uri="{FF2B5EF4-FFF2-40B4-BE49-F238E27FC236}">
                <a16:creationId xmlns:a16="http://schemas.microsoft.com/office/drawing/2014/main" id="{1C332FB2-DC9A-F0C3-0CE1-791F42687942}"/>
              </a:ext>
            </a:extLst>
          </p:cNvPr>
          <p:cNvSpPr txBox="1">
            <a:spLocks noChangeArrowheads="1"/>
          </p:cNvSpPr>
          <p:nvPr/>
        </p:nvSpPr>
        <p:spPr bwMode="auto">
          <a:xfrm>
            <a:off x="4800600" y="3262313"/>
            <a:ext cx="914400" cy="469900"/>
          </a:xfrm>
          <a:prstGeom prst="rect">
            <a:avLst/>
          </a:prstGeom>
          <a:gradFill rotWithShape="1">
            <a:gsLst>
              <a:gs pos="0">
                <a:srgbClr val="993300"/>
              </a:gs>
              <a:gs pos="50000">
                <a:srgbClr val="CC6600"/>
              </a:gs>
              <a:gs pos="100000">
                <a:srgbClr val="993300"/>
              </a:gs>
            </a:gsLst>
            <a:lin ang="5400000" scaled="1"/>
          </a:gradFill>
          <a:ln w="12700" cap="sq">
            <a:solidFill>
              <a:srgbClr val="800000"/>
            </a:solidFill>
            <a:miter lim="800000"/>
            <a:headEnd type="none" w="sm" len="sm"/>
            <a:tailEnd type="none" w="sm" len="sm"/>
          </a:ln>
        </p:spPr>
        <p:txBody>
          <a:bodyPr>
            <a:spAutoFit/>
          </a:bodyPr>
          <a:lstStyle>
            <a:lvl1pPr eaLnBrk="0" hangingPunct="0">
              <a:defRPr>
                <a:solidFill>
                  <a:schemeClr val="tx1"/>
                </a:solidFill>
                <a:latin typeface="Arial" panose="020B0604020202020204" pitchFamily="34" charset="0"/>
              </a:defRPr>
            </a:lvl1pPr>
            <a:lvl2pPr marL="742950" indent="-285750" eaLnBrk="0" hangingPunct="0">
              <a:defRPr>
                <a:solidFill>
                  <a:schemeClr val="tx1"/>
                </a:solidFill>
                <a:latin typeface="Arial" panose="020B0604020202020204" pitchFamily="34" charset="0"/>
              </a:defRPr>
            </a:lvl2pPr>
            <a:lvl3pPr marL="1143000" indent="-228600" eaLnBrk="0" hangingPunct="0">
              <a:defRPr>
                <a:solidFill>
                  <a:schemeClr val="tx1"/>
                </a:solidFill>
                <a:latin typeface="Arial" panose="020B0604020202020204" pitchFamily="34" charset="0"/>
              </a:defRPr>
            </a:lvl3pPr>
            <a:lvl4pPr marL="1600200" indent="-228600" eaLnBrk="0" hangingPunct="0">
              <a:defRPr>
                <a:solidFill>
                  <a:schemeClr val="tx1"/>
                </a:solidFill>
                <a:latin typeface="Arial" panose="020B0604020202020204" pitchFamily="34" charset="0"/>
              </a:defRPr>
            </a:lvl4pPr>
            <a:lvl5pPr marL="2057400" indent="-228600" eaLnBrk="0" hangingPunct="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algn="ctr" eaLnBrk="1" hangingPunct="1">
              <a:spcBef>
                <a:spcPct val="50000"/>
              </a:spcBef>
            </a:pPr>
            <a:r>
              <a:rPr lang="en-US" altLang="en-US" sz="2400">
                <a:latin typeface="Times New Roman" panose="02020603050405020304" pitchFamily="18" charset="0"/>
              </a:rPr>
              <a:t>F3</a:t>
            </a:r>
          </a:p>
        </p:txBody>
      </p:sp>
      <p:sp>
        <p:nvSpPr>
          <p:cNvPr id="10263" name="Text Box 22">
            <a:extLst>
              <a:ext uri="{FF2B5EF4-FFF2-40B4-BE49-F238E27FC236}">
                <a16:creationId xmlns:a16="http://schemas.microsoft.com/office/drawing/2014/main" id="{DC9B3D12-2DAD-9291-4E76-09D2686596D3}"/>
              </a:ext>
            </a:extLst>
          </p:cNvPr>
          <p:cNvSpPr txBox="1">
            <a:spLocks noChangeArrowheads="1"/>
          </p:cNvSpPr>
          <p:nvPr/>
        </p:nvSpPr>
        <p:spPr bwMode="auto">
          <a:xfrm>
            <a:off x="6324600" y="3262313"/>
            <a:ext cx="914400" cy="40011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cap="sq">
                <a:solidFill>
                  <a:srgbClr val="000000"/>
                </a:solidFill>
                <a:miter lim="800000"/>
                <a:headEnd type="none" w="sm" len="sm"/>
                <a:tailEnd type="none" w="sm" len="sm"/>
              </a14:hiddenLine>
            </a:ext>
          </a:extLst>
        </p:spPr>
        <p:txBody>
          <a:bodyPr>
            <a:spAutoFit/>
          </a:bodyPr>
          <a:lstStyle>
            <a:lvl1pPr eaLnBrk="0" hangingPunct="0">
              <a:defRPr>
                <a:solidFill>
                  <a:schemeClr val="tx1"/>
                </a:solidFill>
                <a:latin typeface="Arial" panose="020B0604020202020204" pitchFamily="34" charset="0"/>
              </a:defRPr>
            </a:lvl1pPr>
            <a:lvl2pPr marL="742950" indent="-285750" eaLnBrk="0" hangingPunct="0">
              <a:defRPr>
                <a:solidFill>
                  <a:schemeClr val="tx1"/>
                </a:solidFill>
                <a:latin typeface="Arial" panose="020B0604020202020204" pitchFamily="34" charset="0"/>
              </a:defRPr>
            </a:lvl2pPr>
            <a:lvl3pPr marL="1143000" indent="-228600" eaLnBrk="0" hangingPunct="0">
              <a:defRPr>
                <a:solidFill>
                  <a:schemeClr val="tx1"/>
                </a:solidFill>
                <a:latin typeface="Arial" panose="020B0604020202020204" pitchFamily="34" charset="0"/>
              </a:defRPr>
            </a:lvl3pPr>
            <a:lvl4pPr marL="1600200" indent="-228600" eaLnBrk="0" hangingPunct="0">
              <a:defRPr>
                <a:solidFill>
                  <a:schemeClr val="tx1"/>
                </a:solidFill>
                <a:latin typeface="Arial" panose="020B0604020202020204" pitchFamily="34" charset="0"/>
              </a:defRPr>
            </a:lvl4pPr>
            <a:lvl5pPr marL="2057400" indent="-228600" eaLnBrk="0" hangingPunct="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algn="ctr" eaLnBrk="1" hangingPunct="1">
              <a:spcBef>
                <a:spcPct val="50000"/>
              </a:spcBef>
            </a:pPr>
            <a:r>
              <a:rPr lang="en-US" altLang="en-US" sz="2000" dirty="0">
                <a:solidFill>
                  <a:srgbClr val="644A1A"/>
                </a:solidFill>
                <a:latin typeface="Times New Roman" panose="02020603050405020304" pitchFamily="18" charset="0"/>
                <a:cs typeface="Times New Roman" panose="02020603050405020304" pitchFamily="18" charset="0"/>
              </a:rPr>
              <a:t>1</a:t>
            </a:r>
            <a:endParaRPr lang="en-US" altLang="en-US" sz="2000" dirty="0">
              <a:solidFill>
                <a:srgbClr val="644A1A"/>
              </a:solidFill>
              <a:latin typeface="Times New Roman" panose="02020603050405020304" pitchFamily="18" charset="0"/>
            </a:endParaRPr>
          </a:p>
        </p:txBody>
      </p:sp>
      <p:sp>
        <p:nvSpPr>
          <p:cNvPr id="10264" name="Text Box 23">
            <a:extLst>
              <a:ext uri="{FF2B5EF4-FFF2-40B4-BE49-F238E27FC236}">
                <a16:creationId xmlns:a16="http://schemas.microsoft.com/office/drawing/2014/main" id="{4E996DEF-6A9D-3073-4AD7-74D1D4733DB7}"/>
              </a:ext>
            </a:extLst>
          </p:cNvPr>
          <p:cNvSpPr txBox="1">
            <a:spLocks noChangeArrowheads="1"/>
          </p:cNvSpPr>
          <p:nvPr/>
        </p:nvSpPr>
        <p:spPr bwMode="auto">
          <a:xfrm>
            <a:off x="6002215" y="2462213"/>
            <a:ext cx="1693985" cy="40011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cap="sq">
                <a:solidFill>
                  <a:srgbClr val="000000"/>
                </a:solidFill>
                <a:miter lim="800000"/>
                <a:headEnd type="none" w="sm" len="sm"/>
                <a:tailEnd type="none" w="sm" len="sm"/>
              </a14:hiddenLine>
            </a:ext>
          </a:extLst>
        </p:spPr>
        <p:txBody>
          <a:bodyPr wrap="square">
            <a:spAutoFit/>
          </a:bodyPr>
          <a:lstStyle>
            <a:lvl1pPr eaLnBrk="0" hangingPunct="0">
              <a:defRPr>
                <a:solidFill>
                  <a:schemeClr val="tx1"/>
                </a:solidFill>
                <a:latin typeface="Arial" panose="020B0604020202020204" pitchFamily="34" charset="0"/>
              </a:defRPr>
            </a:lvl1pPr>
            <a:lvl2pPr marL="742950" indent="-285750" eaLnBrk="0" hangingPunct="0">
              <a:defRPr>
                <a:solidFill>
                  <a:schemeClr val="tx1"/>
                </a:solidFill>
                <a:latin typeface="Arial" panose="020B0604020202020204" pitchFamily="34" charset="0"/>
              </a:defRPr>
            </a:lvl2pPr>
            <a:lvl3pPr marL="1143000" indent="-228600" eaLnBrk="0" hangingPunct="0">
              <a:defRPr>
                <a:solidFill>
                  <a:schemeClr val="tx1"/>
                </a:solidFill>
                <a:latin typeface="Arial" panose="020B0604020202020204" pitchFamily="34" charset="0"/>
              </a:defRPr>
            </a:lvl3pPr>
            <a:lvl4pPr marL="1600200" indent="-228600" eaLnBrk="0" hangingPunct="0">
              <a:defRPr>
                <a:solidFill>
                  <a:schemeClr val="tx1"/>
                </a:solidFill>
                <a:latin typeface="Arial" panose="020B0604020202020204" pitchFamily="34" charset="0"/>
              </a:defRPr>
            </a:lvl4pPr>
            <a:lvl5pPr marL="2057400" indent="-228600" eaLnBrk="0" hangingPunct="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algn="ctr" eaLnBrk="1" hangingPunct="1">
              <a:spcBef>
                <a:spcPct val="50000"/>
              </a:spcBef>
            </a:pPr>
            <a:r>
              <a:rPr lang="en-US" altLang="en-US" sz="2000" dirty="0">
                <a:solidFill>
                  <a:srgbClr val="644A1A"/>
                </a:solidFill>
                <a:latin typeface="Times New Roman" panose="02020603050405020304" pitchFamily="18" charset="0"/>
              </a:rPr>
              <a:t>2+30.28.57</a:t>
            </a:r>
          </a:p>
        </p:txBody>
      </p:sp>
      <p:sp>
        <p:nvSpPr>
          <p:cNvPr id="10267" name="Text Box 26">
            <a:extLst>
              <a:ext uri="{FF2B5EF4-FFF2-40B4-BE49-F238E27FC236}">
                <a16:creationId xmlns:a16="http://schemas.microsoft.com/office/drawing/2014/main" id="{E0692BB6-907D-664A-1417-CEE993F3122B}"/>
              </a:ext>
            </a:extLst>
          </p:cNvPr>
          <p:cNvSpPr txBox="1">
            <a:spLocks noChangeArrowheads="1"/>
          </p:cNvSpPr>
          <p:nvPr/>
        </p:nvSpPr>
        <p:spPr bwMode="auto">
          <a:xfrm>
            <a:off x="4724400" y="5618193"/>
            <a:ext cx="914400" cy="469900"/>
          </a:xfrm>
          <a:prstGeom prst="rect">
            <a:avLst/>
          </a:prstGeom>
          <a:gradFill rotWithShape="1">
            <a:gsLst>
              <a:gs pos="0">
                <a:srgbClr val="993300"/>
              </a:gs>
              <a:gs pos="50000">
                <a:srgbClr val="CC6600"/>
              </a:gs>
              <a:gs pos="100000">
                <a:srgbClr val="993300"/>
              </a:gs>
            </a:gsLst>
            <a:lin ang="5400000" scaled="1"/>
          </a:gradFill>
          <a:ln w="12700" cap="sq">
            <a:solidFill>
              <a:srgbClr val="800000"/>
            </a:solidFill>
            <a:miter lim="800000"/>
            <a:headEnd type="none" w="sm" len="sm"/>
            <a:tailEnd type="none" w="sm" len="sm"/>
          </a:ln>
        </p:spPr>
        <p:txBody>
          <a:bodyPr>
            <a:spAutoFit/>
          </a:bodyPr>
          <a:lstStyle>
            <a:lvl1pPr eaLnBrk="0" hangingPunct="0">
              <a:defRPr>
                <a:solidFill>
                  <a:schemeClr val="tx1"/>
                </a:solidFill>
                <a:latin typeface="Arial" panose="020B0604020202020204" pitchFamily="34" charset="0"/>
              </a:defRPr>
            </a:lvl1pPr>
            <a:lvl2pPr marL="742950" indent="-285750" eaLnBrk="0" hangingPunct="0">
              <a:defRPr>
                <a:solidFill>
                  <a:schemeClr val="tx1"/>
                </a:solidFill>
                <a:latin typeface="Arial" panose="020B0604020202020204" pitchFamily="34" charset="0"/>
              </a:defRPr>
            </a:lvl2pPr>
            <a:lvl3pPr marL="1143000" indent="-228600" eaLnBrk="0" hangingPunct="0">
              <a:defRPr>
                <a:solidFill>
                  <a:schemeClr val="tx1"/>
                </a:solidFill>
                <a:latin typeface="Arial" panose="020B0604020202020204" pitchFamily="34" charset="0"/>
              </a:defRPr>
            </a:lvl3pPr>
            <a:lvl4pPr marL="1600200" indent="-228600" eaLnBrk="0" hangingPunct="0">
              <a:defRPr>
                <a:solidFill>
                  <a:schemeClr val="tx1"/>
                </a:solidFill>
                <a:latin typeface="Arial" panose="020B0604020202020204" pitchFamily="34" charset="0"/>
              </a:defRPr>
            </a:lvl4pPr>
            <a:lvl5pPr marL="2057400" indent="-228600" eaLnBrk="0" hangingPunct="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algn="ctr" eaLnBrk="1" hangingPunct="1">
              <a:spcBef>
                <a:spcPct val="50000"/>
              </a:spcBef>
            </a:pPr>
            <a:r>
              <a:rPr lang="en-US" altLang="en-US" sz="2400" dirty="0">
                <a:latin typeface="Times New Roman" panose="02020603050405020304" pitchFamily="18" charset="0"/>
              </a:rPr>
              <a:t>NPV</a:t>
            </a:r>
          </a:p>
        </p:txBody>
      </p:sp>
      <p:sp>
        <p:nvSpPr>
          <p:cNvPr id="10268" name="Text Box 27">
            <a:extLst>
              <a:ext uri="{FF2B5EF4-FFF2-40B4-BE49-F238E27FC236}">
                <a16:creationId xmlns:a16="http://schemas.microsoft.com/office/drawing/2014/main" id="{F71E19C8-DE45-D198-96B4-B7009245228A}"/>
              </a:ext>
            </a:extLst>
          </p:cNvPr>
          <p:cNvSpPr txBox="1">
            <a:spLocks noChangeArrowheads="1"/>
          </p:cNvSpPr>
          <p:nvPr/>
        </p:nvSpPr>
        <p:spPr bwMode="auto">
          <a:xfrm>
            <a:off x="4800600" y="4062413"/>
            <a:ext cx="914400" cy="469900"/>
          </a:xfrm>
          <a:prstGeom prst="rect">
            <a:avLst/>
          </a:prstGeom>
          <a:gradFill rotWithShape="1">
            <a:gsLst>
              <a:gs pos="0">
                <a:srgbClr val="993300"/>
              </a:gs>
              <a:gs pos="50000">
                <a:srgbClr val="CC6600"/>
              </a:gs>
              <a:gs pos="100000">
                <a:srgbClr val="993300"/>
              </a:gs>
            </a:gsLst>
            <a:lin ang="5400000" scaled="1"/>
          </a:gradFill>
          <a:ln w="12700" cap="sq">
            <a:solidFill>
              <a:srgbClr val="800000"/>
            </a:solidFill>
            <a:miter lim="800000"/>
            <a:headEnd type="none" w="sm" len="sm"/>
            <a:tailEnd type="none" w="sm" len="sm"/>
          </a:ln>
        </p:spPr>
        <p:txBody>
          <a:bodyPr>
            <a:spAutoFit/>
          </a:bodyPr>
          <a:lstStyle>
            <a:lvl1pPr eaLnBrk="0" hangingPunct="0">
              <a:defRPr>
                <a:solidFill>
                  <a:schemeClr val="tx1"/>
                </a:solidFill>
                <a:latin typeface="Arial" panose="020B0604020202020204" pitchFamily="34" charset="0"/>
              </a:defRPr>
            </a:lvl1pPr>
            <a:lvl2pPr marL="742950" indent="-285750" eaLnBrk="0" hangingPunct="0">
              <a:defRPr>
                <a:solidFill>
                  <a:schemeClr val="tx1"/>
                </a:solidFill>
                <a:latin typeface="Arial" panose="020B0604020202020204" pitchFamily="34" charset="0"/>
              </a:defRPr>
            </a:lvl2pPr>
            <a:lvl3pPr marL="1143000" indent="-228600" eaLnBrk="0" hangingPunct="0">
              <a:defRPr>
                <a:solidFill>
                  <a:schemeClr val="tx1"/>
                </a:solidFill>
                <a:latin typeface="Arial" panose="020B0604020202020204" pitchFamily="34" charset="0"/>
              </a:defRPr>
            </a:lvl3pPr>
            <a:lvl4pPr marL="1600200" indent="-228600" eaLnBrk="0" hangingPunct="0">
              <a:defRPr>
                <a:solidFill>
                  <a:schemeClr val="tx1"/>
                </a:solidFill>
                <a:latin typeface="Arial" panose="020B0604020202020204" pitchFamily="34" charset="0"/>
              </a:defRPr>
            </a:lvl4pPr>
            <a:lvl5pPr marL="2057400" indent="-228600" eaLnBrk="0" hangingPunct="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algn="ctr" eaLnBrk="1" hangingPunct="1">
              <a:spcBef>
                <a:spcPct val="50000"/>
              </a:spcBef>
            </a:pPr>
            <a:r>
              <a:rPr lang="en-US" altLang="en-US" sz="2400" dirty="0">
                <a:latin typeface="Times New Roman" panose="02020603050405020304" pitchFamily="18" charset="0"/>
              </a:rPr>
              <a:t>NPV</a:t>
            </a:r>
          </a:p>
        </p:txBody>
      </p:sp>
      <p:sp>
        <p:nvSpPr>
          <p:cNvPr id="10269" name="Text Box 28">
            <a:extLst>
              <a:ext uri="{FF2B5EF4-FFF2-40B4-BE49-F238E27FC236}">
                <a16:creationId xmlns:a16="http://schemas.microsoft.com/office/drawing/2014/main" id="{A7CB6442-48FB-379A-95D8-347447F496A0}"/>
              </a:ext>
            </a:extLst>
          </p:cNvPr>
          <p:cNvSpPr txBox="1">
            <a:spLocks noChangeArrowheads="1"/>
          </p:cNvSpPr>
          <p:nvPr/>
        </p:nvSpPr>
        <p:spPr bwMode="auto">
          <a:xfrm>
            <a:off x="8610600" y="2556243"/>
            <a:ext cx="762000" cy="376238"/>
          </a:xfrm>
          <a:prstGeom prst="rect">
            <a:avLst/>
          </a:prstGeom>
          <a:noFill/>
          <a:ln w="9525">
            <a:solidFill>
              <a:schemeClr val="tx1"/>
            </a:solidFill>
            <a:miter lim="800000"/>
            <a:headEnd/>
            <a:tailEnd/>
          </a:ln>
          <a:extLst>
            <a:ext uri="{909E8E84-426E-40DD-AFC4-6F175D3DCCD1}">
              <a14:hiddenFill xmlns:a14="http://schemas.microsoft.com/office/drawing/2010/main">
                <a:solidFill>
                  <a:srgbClr val="FFFFFF"/>
                </a:solidFill>
              </a14:hiddenFill>
            </a:ext>
          </a:extLst>
        </p:spPr>
        <p:txBody>
          <a:bodyPr>
            <a:spAutoFit/>
          </a:bodyPr>
          <a:lstStyle>
            <a:lvl1pPr eaLnBrk="0" hangingPunct="0">
              <a:defRPr>
                <a:solidFill>
                  <a:schemeClr val="tx1"/>
                </a:solidFill>
                <a:latin typeface="Arial" panose="020B0604020202020204" pitchFamily="34" charset="0"/>
              </a:defRPr>
            </a:lvl1pPr>
            <a:lvl2pPr marL="742950" indent="-285750" eaLnBrk="0" hangingPunct="0">
              <a:defRPr>
                <a:solidFill>
                  <a:schemeClr val="tx1"/>
                </a:solidFill>
                <a:latin typeface="Arial" panose="020B0604020202020204" pitchFamily="34" charset="0"/>
              </a:defRPr>
            </a:lvl2pPr>
            <a:lvl3pPr marL="1143000" indent="-228600" eaLnBrk="0" hangingPunct="0">
              <a:defRPr>
                <a:solidFill>
                  <a:schemeClr val="tx1"/>
                </a:solidFill>
                <a:latin typeface="Arial" panose="020B0604020202020204" pitchFamily="34" charset="0"/>
              </a:defRPr>
            </a:lvl3pPr>
            <a:lvl4pPr marL="1600200" indent="-228600" eaLnBrk="0" hangingPunct="0">
              <a:defRPr>
                <a:solidFill>
                  <a:schemeClr val="tx1"/>
                </a:solidFill>
                <a:latin typeface="Arial" panose="020B0604020202020204" pitchFamily="34" charset="0"/>
              </a:defRPr>
            </a:lvl4pPr>
            <a:lvl5pPr marL="2057400" indent="-228600" eaLnBrk="0" hangingPunct="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eaLnBrk="1" hangingPunct="1">
              <a:spcBef>
                <a:spcPct val="50000"/>
              </a:spcBef>
            </a:pPr>
            <a:r>
              <a:rPr lang="en-US" altLang="en-US" dirty="0"/>
              <a:t>CPT</a:t>
            </a:r>
          </a:p>
        </p:txBody>
      </p:sp>
      <p:sp>
        <p:nvSpPr>
          <p:cNvPr id="3" name="TextBox 2">
            <a:extLst>
              <a:ext uri="{FF2B5EF4-FFF2-40B4-BE49-F238E27FC236}">
                <a16:creationId xmlns:a16="http://schemas.microsoft.com/office/drawing/2014/main" id="{FFD60866-C40F-BE4C-69AD-619DDDC3A2DA}"/>
              </a:ext>
            </a:extLst>
          </p:cNvPr>
          <p:cNvSpPr txBox="1"/>
          <p:nvPr/>
        </p:nvSpPr>
        <p:spPr>
          <a:xfrm>
            <a:off x="2286000" y="6438900"/>
            <a:ext cx="6096000" cy="369332"/>
          </a:xfrm>
          <a:prstGeom prst="rect">
            <a:avLst/>
          </a:prstGeom>
          <a:noFill/>
        </p:spPr>
        <p:txBody>
          <a:bodyPr wrap="square">
            <a:spAutoFit/>
          </a:bodyPr>
          <a:lstStyle/>
          <a:p>
            <a:r>
              <a:rPr lang="en-US" dirty="0"/>
              <a:t>https://www.youtube.com/watch?v=yW1BTmxQeDc</a:t>
            </a:r>
          </a:p>
        </p:txBody>
      </p:sp>
      <p:sp>
        <p:nvSpPr>
          <p:cNvPr id="6" name="Text Box 17">
            <a:extLst>
              <a:ext uri="{FF2B5EF4-FFF2-40B4-BE49-F238E27FC236}">
                <a16:creationId xmlns:a16="http://schemas.microsoft.com/office/drawing/2014/main" id="{B0D1EDD0-F805-A875-A675-E09B9F56BA69}"/>
              </a:ext>
            </a:extLst>
          </p:cNvPr>
          <p:cNvSpPr txBox="1">
            <a:spLocks noChangeArrowheads="1"/>
          </p:cNvSpPr>
          <p:nvPr/>
        </p:nvSpPr>
        <p:spPr bwMode="auto">
          <a:xfrm>
            <a:off x="6137030" y="4828411"/>
            <a:ext cx="914400" cy="40011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cap="sq">
                <a:solidFill>
                  <a:srgbClr val="000000"/>
                </a:solidFill>
                <a:miter lim="800000"/>
                <a:headEnd type="none" w="sm" len="sm"/>
                <a:tailEnd type="none" w="sm" len="sm"/>
              </a14:hiddenLine>
            </a:ext>
          </a:extLst>
        </p:spPr>
        <p:txBody>
          <a:bodyPr>
            <a:spAutoFit/>
          </a:bodyPr>
          <a:lstStyle>
            <a:lvl1pPr eaLnBrk="0" hangingPunct="0">
              <a:defRPr>
                <a:solidFill>
                  <a:schemeClr val="tx1"/>
                </a:solidFill>
                <a:latin typeface="Arial" panose="020B0604020202020204" pitchFamily="34" charset="0"/>
              </a:defRPr>
            </a:lvl1pPr>
            <a:lvl2pPr marL="742950" indent="-285750" eaLnBrk="0" hangingPunct="0">
              <a:defRPr>
                <a:solidFill>
                  <a:schemeClr val="tx1"/>
                </a:solidFill>
                <a:latin typeface="Arial" panose="020B0604020202020204" pitchFamily="34" charset="0"/>
              </a:defRPr>
            </a:lvl2pPr>
            <a:lvl3pPr marL="1143000" indent="-228600" eaLnBrk="0" hangingPunct="0">
              <a:defRPr>
                <a:solidFill>
                  <a:schemeClr val="tx1"/>
                </a:solidFill>
                <a:latin typeface="Arial" panose="020B0604020202020204" pitchFamily="34" charset="0"/>
              </a:defRPr>
            </a:lvl3pPr>
            <a:lvl4pPr marL="1600200" indent="-228600" eaLnBrk="0" hangingPunct="0">
              <a:defRPr>
                <a:solidFill>
                  <a:schemeClr val="tx1"/>
                </a:solidFill>
                <a:latin typeface="Arial" panose="020B0604020202020204" pitchFamily="34" charset="0"/>
              </a:defRPr>
            </a:lvl4pPr>
            <a:lvl5pPr marL="2057400" indent="-228600" eaLnBrk="0" hangingPunct="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algn="ctr" eaLnBrk="1" hangingPunct="1">
              <a:spcBef>
                <a:spcPct val="50000"/>
              </a:spcBef>
            </a:pPr>
            <a:r>
              <a:rPr lang="en-US" altLang="en-US" sz="2000" dirty="0">
                <a:solidFill>
                  <a:srgbClr val="644A1A"/>
                </a:solidFill>
                <a:latin typeface="Times New Roman" panose="02020603050405020304" pitchFamily="18" charset="0"/>
                <a:cs typeface="Times New Roman" panose="02020603050405020304" pitchFamily="18" charset="0"/>
              </a:rPr>
              <a:t>13</a:t>
            </a:r>
            <a:endParaRPr lang="en-US" altLang="en-US" sz="2000" dirty="0">
              <a:solidFill>
                <a:srgbClr val="644A1A"/>
              </a:solidFill>
              <a:latin typeface="Times New Roman" panose="02020603050405020304" pitchFamily="18" charset="0"/>
            </a:endParaRPr>
          </a:p>
        </p:txBody>
      </p:sp>
    </p:spTree>
    <p:extLst>
      <p:ext uri="{BB962C8B-B14F-4D97-AF65-F5344CB8AC3E}">
        <p14:creationId xmlns:p14="http://schemas.microsoft.com/office/powerpoint/2010/main" val="273272049"/>
      </p:ext>
    </p:extLst>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315" name="Slide Number Placeholder 5">
            <a:extLst>
              <a:ext uri="{FF2B5EF4-FFF2-40B4-BE49-F238E27FC236}">
                <a16:creationId xmlns:a16="http://schemas.microsoft.com/office/drawing/2014/main" id="{80AE1529-1F48-73BD-2429-DD16334A74E2}"/>
              </a:ext>
            </a:extLst>
          </p:cNvPr>
          <p:cNvSpPr>
            <a:spLocks noGrp="1"/>
          </p:cNvSpPr>
          <p:nvPr>
            <p:ph type="sldNum" sz="quarter" idx="12"/>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a:solidFill>
                  <a:schemeClr val="tx1"/>
                </a:solidFill>
                <a:latin typeface="Arial" panose="020B0604020202020204" pitchFamily="34" charset="0"/>
              </a:defRPr>
            </a:lvl1pPr>
            <a:lvl2pPr marL="742950" indent="-285750" eaLnBrk="0" hangingPunct="0">
              <a:defRPr>
                <a:solidFill>
                  <a:schemeClr val="tx1"/>
                </a:solidFill>
                <a:latin typeface="Arial" panose="020B0604020202020204" pitchFamily="34" charset="0"/>
              </a:defRPr>
            </a:lvl2pPr>
            <a:lvl3pPr marL="1143000" indent="-228600" eaLnBrk="0" hangingPunct="0">
              <a:defRPr>
                <a:solidFill>
                  <a:schemeClr val="tx1"/>
                </a:solidFill>
                <a:latin typeface="Arial" panose="020B0604020202020204" pitchFamily="34" charset="0"/>
              </a:defRPr>
            </a:lvl3pPr>
            <a:lvl4pPr marL="1600200" indent="-228600" eaLnBrk="0" hangingPunct="0">
              <a:defRPr>
                <a:solidFill>
                  <a:schemeClr val="tx1"/>
                </a:solidFill>
                <a:latin typeface="Arial" panose="020B0604020202020204" pitchFamily="34" charset="0"/>
              </a:defRPr>
            </a:lvl4pPr>
            <a:lvl5pPr marL="2057400" indent="-228600" eaLnBrk="0" hangingPunct="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eaLnBrk="1" hangingPunct="1"/>
            <a:fld id="{1D28EEAD-B627-4E54-8A7F-D31523BA8CB2}" type="slidenum">
              <a:rPr lang="en-US" altLang="en-US"/>
              <a:pPr eaLnBrk="1" hangingPunct="1"/>
              <a:t>33</a:t>
            </a:fld>
            <a:endParaRPr lang="en-US" altLang="en-US"/>
          </a:p>
        </p:txBody>
      </p:sp>
      <p:sp>
        <p:nvSpPr>
          <p:cNvPr id="13316" name="Rectangle 2">
            <a:extLst>
              <a:ext uri="{FF2B5EF4-FFF2-40B4-BE49-F238E27FC236}">
                <a16:creationId xmlns:a16="http://schemas.microsoft.com/office/drawing/2014/main" id="{9B11D52A-17D0-7430-9629-4F34BF268ACE}"/>
              </a:ext>
            </a:extLst>
          </p:cNvPr>
          <p:cNvSpPr>
            <a:spLocks noGrp="1" noChangeArrowheads="1"/>
          </p:cNvSpPr>
          <p:nvPr>
            <p:ph type="title"/>
          </p:nvPr>
        </p:nvSpPr>
        <p:spPr>
          <a:xfrm>
            <a:off x="1230923" y="274638"/>
            <a:ext cx="10122877" cy="457198"/>
          </a:xfrm>
          <a:ln>
            <a:solidFill>
              <a:schemeClr val="tx1"/>
            </a:solidFill>
            <a:miter lim="800000"/>
            <a:headEnd/>
            <a:tailEnd/>
          </a:ln>
        </p:spPr>
        <p:txBody>
          <a:bodyPr>
            <a:normAutofit fontScale="90000"/>
          </a:bodyPr>
          <a:lstStyle/>
          <a:p>
            <a:pPr eaLnBrk="1" hangingPunct="1"/>
            <a:r>
              <a:rPr lang="en-US" altLang="en-US" sz="3600" dirty="0"/>
              <a:t>Practice: Variable growth</a:t>
            </a:r>
          </a:p>
        </p:txBody>
      </p:sp>
      <p:sp>
        <p:nvSpPr>
          <p:cNvPr id="13317" name="Rectangle 3">
            <a:extLst>
              <a:ext uri="{FF2B5EF4-FFF2-40B4-BE49-F238E27FC236}">
                <a16:creationId xmlns:a16="http://schemas.microsoft.com/office/drawing/2014/main" id="{195FB34B-DD78-32F0-8FBC-2D47F589B1DD}"/>
              </a:ext>
            </a:extLst>
          </p:cNvPr>
          <p:cNvSpPr>
            <a:spLocks noGrp="1" noChangeArrowheads="1"/>
          </p:cNvSpPr>
          <p:nvPr>
            <p:ph type="body" idx="1"/>
          </p:nvPr>
        </p:nvSpPr>
        <p:spPr>
          <a:xfrm>
            <a:off x="1230922" y="731837"/>
            <a:ext cx="10269415" cy="5394328"/>
          </a:xfrm>
        </p:spPr>
        <p:txBody>
          <a:bodyPr>
            <a:normAutofit/>
          </a:bodyPr>
          <a:lstStyle/>
          <a:p>
            <a:pPr marL="609600" indent="-609600">
              <a:buFontTx/>
              <a:buAutoNum type="arabicParenR"/>
            </a:pPr>
            <a:r>
              <a:rPr lang="en-US" altLang="en-US" sz="2000" dirty="0"/>
              <a:t>To buy back its own shares, Pennzoil Co. has decided to suspend its dividends for the next two years. It will resume its annual cash dividend of $2.00 in year 3 and year 4. Thereafter, the dividend will grow at an annual growth rate of 6% forever. The required rate of return on Pennzoil’s stock is 16%. According to the discounted dividend model, what should Pennzoil’s currant share price be? (13.49)</a:t>
            </a:r>
          </a:p>
          <a:p>
            <a:pPr marL="609600" indent="-609600">
              <a:buFontTx/>
              <a:buAutoNum type="arabicParenR"/>
            </a:pPr>
            <a:endParaRPr lang="en-US" altLang="en-US" sz="2000" dirty="0"/>
          </a:p>
          <a:p>
            <a:pPr marL="609600" indent="-609600">
              <a:buFontTx/>
              <a:buAutoNum type="arabicParenR"/>
            </a:pPr>
            <a:endParaRPr lang="en-US" altLang="en-US" sz="2000" dirty="0"/>
          </a:p>
          <a:p>
            <a:pPr marL="609600" indent="-609600">
              <a:buFontTx/>
              <a:buAutoNum type="arabicParenR"/>
            </a:pPr>
            <a:endParaRPr lang="en-US" altLang="en-US" sz="2000" dirty="0"/>
          </a:p>
          <a:p>
            <a:pPr marL="609600" indent="-609600">
              <a:buFontTx/>
              <a:buAutoNum type="arabicParenR"/>
            </a:pPr>
            <a:r>
              <a:rPr lang="en-US" altLang="en-US" sz="2000" dirty="0"/>
              <a:t>Corn Inc. has just paid its annual dividends of $3. Dividends expected to grow at a rate of 16% for the next two years after which dividend is expected to grow at a constant rate of 8% for ever. </a:t>
            </a:r>
          </a:p>
          <a:p>
            <a:pPr marL="609600" indent="-609600">
              <a:buFontTx/>
              <a:buAutoNum type="arabicParenR"/>
            </a:pPr>
            <a:endParaRPr lang="en-US" altLang="en-US" sz="2000" dirty="0"/>
          </a:p>
          <a:p>
            <a:pPr marL="609600" indent="-609600">
              <a:buFontTx/>
              <a:buAutoNum type="arabicParenR"/>
            </a:pPr>
            <a:endParaRPr lang="en-US" altLang="en-US" sz="2000" dirty="0"/>
          </a:p>
          <a:p>
            <a:pPr marL="609600" indent="-609600">
              <a:buNone/>
            </a:pPr>
            <a:r>
              <a:rPr lang="en-US" altLang="en-US" sz="2000" dirty="0"/>
              <a:t>	 What is the current value of one share of Corn Inc stocks   today, if the required rate of return is 13%?  (68.41)</a:t>
            </a:r>
          </a:p>
          <a:p>
            <a:pPr marL="990600" lvl="1" indent="-533400">
              <a:buNone/>
            </a:pPr>
            <a:endParaRPr lang="en-US" altLang="en-US" sz="2000" dirty="0"/>
          </a:p>
          <a:p>
            <a:pPr marL="609600" indent="-609600"/>
            <a:endParaRPr lang="en-US" altLang="en-US" sz="2000" dirty="0"/>
          </a:p>
          <a:p>
            <a:pPr marL="609600" indent="-609600"/>
            <a:endParaRPr lang="en-US" altLang="en-US" sz="2000" dirty="0"/>
          </a:p>
          <a:p>
            <a:pPr marL="609600" indent="-609600"/>
            <a:endParaRPr lang="en-US" altLang="en-US" sz="2000" dirty="0"/>
          </a:p>
        </p:txBody>
      </p:sp>
      <p:graphicFrame>
        <p:nvGraphicFramePr>
          <p:cNvPr id="4" name="Table 3">
            <a:extLst>
              <a:ext uri="{FF2B5EF4-FFF2-40B4-BE49-F238E27FC236}">
                <a16:creationId xmlns:a16="http://schemas.microsoft.com/office/drawing/2014/main" id="{757DF307-DEE2-66A5-9862-47378369DCCD}"/>
              </a:ext>
            </a:extLst>
          </p:cNvPr>
          <p:cNvGraphicFramePr>
            <a:graphicFrameLocks noGrp="1"/>
          </p:cNvGraphicFramePr>
          <p:nvPr>
            <p:extLst>
              <p:ext uri="{D42A27DB-BD31-4B8C-83A1-F6EECF244321}">
                <p14:modId xmlns:p14="http://schemas.microsoft.com/office/powerpoint/2010/main" val="4229525547"/>
              </p:ext>
            </p:extLst>
          </p:nvPr>
        </p:nvGraphicFramePr>
        <p:xfrm>
          <a:off x="9226061" y="1778306"/>
          <a:ext cx="1453662" cy="1269695"/>
        </p:xfrm>
        <a:graphic>
          <a:graphicData uri="http://schemas.openxmlformats.org/drawingml/2006/table">
            <a:tbl>
              <a:tblPr>
                <a:tableStyleId>{5C22544A-7EE6-4342-B048-85BDC9FD1C3A}</a:tableStyleId>
              </a:tblPr>
              <a:tblGrid>
                <a:gridCol w="726831">
                  <a:extLst>
                    <a:ext uri="{9D8B030D-6E8A-4147-A177-3AD203B41FA5}">
                      <a16:colId xmlns:a16="http://schemas.microsoft.com/office/drawing/2014/main" val="3537510454"/>
                    </a:ext>
                  </a:extLst>
                </a:gridCol>
                <a:gridCol w="726831">
                  <a:extLst>
                    <a:ext uri="{9D8B030D-6E8A-4147-A177-3AD203B41FA5}">
                      <a16:colId xmlns:a16="http://schemas.microsoft.com/office/drawing/2014/main" val="2284569907"/>
                    </a:ext>
                  </a:extLst>
                </a:gridCol>
              </a:tblGrid>
              <a:tr h="253939">
                <a:tc>
                  <a:txBody>
                    <a:bodyPr/>
                    <a:lstStyle/>
                    <a:p>
                      <a:pPr algn="l" fontAlgn="b"/>
                      <a:r>
                        <a:rPr lang="en-US" sz="1100" u="none" strike="noStrike">
                          <a:effectLst/>
                        </a:rPr>
                        <a:t>D1</a:t>
                      </a:r>
                      <a:endParaRPr lang="en-US" sz="1100" b="0" i="0" u="none" strike="noStrike">
                        <a:solidFill>
                          <a:srgbClr val="000000"/>
                        </a:solidFill>
                        <a:effectLst/>
                        <a:latin typeface="Aptos Narrow" panose="020B0004020202020204" pitchFamily="34" charset="0"/>
                      </a:endParaRPr>
                    </a:p>
                  </a:txBody>
                  <a:tcPr marL="9525" marR="9525" marT="9525" marB="0" anchor="b"/>
                </a:tc>
                <a:tc>
                  <a:txBody>
                    <a:bodyPr/>
                    <a:lstStyle/>
                    <a:p>
                      <a:pPr algn="r" fontAlgn="b"/>
                      <a:r>
                        <a:rPr lang="en-US" sz="1100" u="none" strike="noStrike">
                          <a:effectLst/>
                        </a:rPr>
                        <a:t>0</a:t>
                      </a:r>
                      <a:endParaRPr lang="en-US" sz="1100" b="0" i="0" u="none" strike="noStrike">
                        <a:solidFill>
                          <a:srgbClr val="000000"/>
                        </a:solidFill>
                        <a:effectLst/>
                        <a:latin typeface="Aptos Narrow" panose="020B0004020202020204" pitchFamily="34" charset="0"/>
                      </a:endParaRPr>
                    </a:p>
                  </a:txBody>
                  <a:tcPr marL="9525" marR="9525" marT="9525" marB="0" anchor="b"/>
                </a:tc>
                <a:extLst>
                  <a:ext uri="{0D108BD9-81ED-4DB2-BD59-A6C34878D82A}">
                    <a16:rowId xmlns:a16="http://schemas.microsoft.com/office/drawing/2014/main" val="1235284724"/>
                  </a:ext>
                </a:extLst>
              </a:tr>
              <a:tr h="253939">
                <a:tc>
                  <a:txBody>
                    <a:bodyPr/>
                    <a:lstStyle/>
                    <a:p>
                      <a:pPr algn="l" fontAlgn="b"/>
                      <a:r>
                        <a:rPr lang="en-US" sz="1100" u="none" strike="noStrike">
                          <a:effectLst/>
                        </a:rPr>
                        <a:t>D2</a:t>
                      </a:r>
                      <a:endParaRPr lang="en-US" sz="1100" b="0" i="0" u="none" strike="noStrike">
                        <a:solidFill>
                          <a:srgbClr val="000000"/>
                        </a:solidFill>
                        <a:effectLst/>
                        <a:latin typeface="Aptos Narrow" panose="020B0004020202020204" pitchFamily="34" charset="0"/>
                      </a:endParaRPr>
                    </a:p>
                  </a:txBody>
                  <a:tcPr marL="9525" marR="9525" marT="9525" marB="0" anchor="b"/>
                </a:tc>
                <a:tc>
                  <a:txBody>
                    <a:bodyPr/>
                    <a:lstStyle/>
                    <a:p>
                      <a:pPr algn="r" fontAlgn="b"/>
                      <a:r>
                        <a:rPr lang="en-US" sz="1100" u="none" strike="noStrike">
                          <a:effectLst/>
                        </a:rPr>
                        <a:t>0</a:t>
                      </a:r>
                      <a:endParaRPr lang="en-US" sz="1100" b="0" i="0" u="none" strike="noStrike">
                        <a:solidFill>
                          <a:srgbClr val="000000"/>
                        </a:solidFill>
                        <a:effectLst/>
                        <a:latin typeface="Aptos Narrow" panose="020B0004020202020204" pitchFamily="34" charset="0"/>
                      </a:endParaRPr>
                    </a:p>
                  </a:txBody>
                  <a:tcPr marL="9525" marR="9525" marT="9525" marB="0" anchor="b"/>
                </a:tc>
                <a:extLst>
                  <a:ext uri="{0D108BD9-81ED-4DB2-BD59-A6C34878D82A}">
                    <a16:rowId xmlns:a16="http://schemas.microsoft.com/office/drawing/2014/main" val="983372762"/>
                  </a:ext>
                </a:extLst>
              </a:tr>
              <a:tr h="253939">
                <a:tc>
                  <a:txBody>
                    <a:bodyPr/>
                    <a:lstStyle/>
                    <a:p>
                      <a:pPr algn="l" fontAlgn="b"/>
                      <a:r>
                        <a:rPr lang="en-US" sz="1100" u="none" strike="noStrike">
                          <a:effectLst/>
                        </a:rPr>
                        <a:t>D3</a:t>
                      </a:r>
                      <a:endParaRPr lang="en-US" sz="1100" b="0" i="0" u="none" strike="noStrike">
                        <a:solidFill>
                          <a:srgbClr val="000000"/>
                        </a:solidFill>
                        <a:effectLst/>
                        <a:latin typeface="Aptos Narrow" panose="020B0004020202020204" pitchFamily="34" charset="0"/>
                      </a:endParaRPr>
                    </a:p>
                  </a:txBody>
                  <a:tcPr marL="9525" marR="9525" marT="9525" marB="0" anchor="b"/>
                </a:tc>
                <a:tc>
                  <a:txBody>
                    <a:bodyPr/>
                    <a:lstStyle/>
                    <a:p>
                      <a:pPr algn="r" fontAlgn="b"/>
                      <a:r>
                        <a:rPr lang="en-US" sz="1100" u="none" strike="noStrike">
                          <a:effectLst/>
                        </a:rPr>
                        <a:t>2</a:t>
                      </a:r>
                      <a:endParaRPr lang="en-US" sz="1100" b="0" i="0" u="none" strike="noStrike">
                        <a:solidFill>
                          <a:srgbClr val="000000"/>
                        </a:solidFill>
                        <a:effectLst/>
                        <a:latin typeface="Aptos Narrow" panose="020B0004020202020204" pitchFamily="34" charset="0"/>
                      </a:endParaRPr>
                    </a:p>
                  </a:txBody>
                  <a:tcPr marL="9525" marR="9525" marT="9525" marB="0" anchor="b"/>
                </a:tc>
                <a:extLst>
                  <a:ext uri="{0D108BD9-81ED-4DB2-BD59-A6C34878D82A}">
                    <a16:rowId xmlns:a16="http://schemas.microsoft.com/office/drawing/2014/main" val="3973230447"/>
                  </a:ext>
                </a:extLst>
              </a:tr>
              <a:tr h="253939">
                <a:tc>
                  <a:txBody>
                    <a:bodyPr/>
                    <a:lstStyle/>
                    <a:p>
                      <a:pPr algn="l" fontAlgn="b"/>
                      <a:r>
                        <a:rPr lang="en-US" sz="1100" u="none" strike="noStrike">
                          <a:effectLst/>
                        </a:rPr>
                        <a:t>D4</a:t>
                      </a:r>
                      <a:endParaRPr lang="en-US" sz="1100" b="0" i="0" u="none" strike="noStrike">
                        <a:solidFill>
                          <a:srgbClr val="000000"/>
                        </a:solidFill>
                        <a:effectLst/>
                        <a:latin typeface="Aptos Narrow" panose="020B0004020202020204" pitchFamily="34" charset="0"/>
                      </a:endParaRPr>
                    </a:p>
                  </a:txBody>
                  <a:tcPr marL="9525" marR="9525" marT="9525" marB="0" anchor="b"/>
                </a:tc>
                <a:tc>
                  <a:txBody>
                    <a:bodyPr/>
                    <a:lstStyle/>
                    <a:p>
                      <a:pPr algn="r" fontAlgn="b"/>
                      <a:r>
                        <a:rPr lang="en-US" sz="1100" u="none" strike="noStrike">
                          <a:effectLst/>
                        </a:rPr>
                        <a:t>2</a:t>
                      </a:r>
                      <a:endParaRPr lang="en-US" sz="1100" b="0" i="0" u="none" strike="noStrike">
                        <a:solidFill>
                          <a:srgbClr val="000000"/>
                        </a:solidFill>
                        <a:effectLst/>
                        <a:latin typeface="Aptos Narrow" panose="020B0004020202020204" pitchFamily="34" charset="0"/>
                      </a:endParaRPr>
                    </a:p>
                  </a:txBody>
                  <a:tcPr marL="9525" marR="9525" marT="9525" marB="0" anchor="b"/>
                </a:tc>
                <a:extLst>
                  <a:ext uri="{0D108BD9-81ED-4DB2-BD59-A6C34878D82A}">
                    <a16:rowId xmlns:a16="http://schemas.microsoft.com/office/drawing/2014/main" val="3200402964"/>
                  </a:ext>
                </a:extLst>
              </a:tr>
              <a:tr h="253939">
                <a:tc>
                  <a:txBody>
                    <a:bodyPr/>
                    <a:lstStyle/>
                    <a:p>
                      <a:pPr algn="l" fontAlgn="b"/>
                      <a:r>
                        <a:rPr lang="en-US" sz="1100" u="none" strike="noStrike">
                          <a:effectLst/>
                        </a:rPr>
                        <a:t>P4</a:t>
                      </a:r>
                      <a:endParaRPr lang="en-US" sz="1100" b="0" i="0" u="none" strike="noStrike">
                        <a:solidFill>
                          <a:srgbClr val="000000"/>
                        </a:solidFill>
                        <a:effectLst/>
                        <a:latin typeface="Aptos Narrow" panose="020B0004020202020204" pitchFamily="34" charset="0"/>
                      </a:endParaRPr>
                    </a:p>
                  </a:txBody>
                  <a:tcPr marL="9525" marR="9525" marT="9525" marB="0" anchor="b"/>
                </a:tc>
                <a:tc>
                  <a:txBody>
                    <a:bodyPr/>
                    <a:lstStyle/>
                    <a:p>
                      <a:pPr algn="r" fontAlgn="b"/>
                      <a:r>
                        <a:rPr lang="en-US" sz="1100" u="none" strike="noStrike" dirty="0">
                          <a:effectLst/>
                        </a:rPr>
                        <a:t>21.2</a:t>
                      </a:r>
                      <a:endParaRPr lang="en-US" sz="1100" b="0" i="0" u="none" strike="noStrike" dirty="0">
                        <a:solidFill>
                          <a:srgbClr val="000000"/>
                        </a:solidFill>
                        <a:effectLst/>
                        <a:latin typeface="Aptos Narrow" panose="020B0004020202020204" pitchFamily="34" charset="0"/>
                      </a:endParaRPr>
                    </a:p>
                  </a:txBody>
                  <a:tcPr marL="9525" marR="9525" marT="9525" marB="0" anchor="b"/>
                </a:tc>
                <a:extLst>
                  <a:ext uri="{0D108BD9-81ED-4DB2-BD59-A6C34878D82A}">
                    <a16:rowId xmlns:a16="http://schemas.microsoft.com/office/drawing/2014/main" val="2084992320"/>
                  </a:ext>
                </a:extLst>
              </a:tr>
            </a:tbl>
          </a:graphicData>
        </a:graphic>
      </p:graphicFrame>
      <p:graphicFrame>
        <p:nvGraphicFramePr>
          <p:cNvPr id="5" name="Table 4">
            <a:extLst>
              <a:ext uri="{FF2B5EF4-FFF2-40B4-BE49-F238E27FC236}">
                <a16:creationId xmlns:a16="http://schemas.microsoft.com/office/drawing/2014/main" id="{7939BA41-B6AE-BA51-C7AB-FFB4D950F5AA}"/>
              </a:ext>
            </a:extLst>
          </p:cNvPr>
          <p:cNvGraphicFramePr>
            <a:graphicFrameLocks noGrp="1"/>
          </p:cNvGraphicFramePr>
          <p:nvPr>
            <p:extLst>
              <p:ext uri="{D42A27DB-BD31-4B8C-83A1-F6EECF244321}">
                <p14:modId xmlns:p14="http://schemas.microsoft.com/office/powerpoint/2010/main" val="333976746"/>
              </p:ext>
            </p:extLst>
          </p:nvPr>
        </p:nvGraphicFramePr>
        <p:xfrm>
          <a:off x="9279792" y="4129639"/>
          <a:ext cx="1346200" cy="762000"/>
        </p:xfrm>
        <a:graphic>
          <a:graphicData uri="http://schemas.openxmlformats.org/drawingml/2006/table">
            <a:tbl>
              <a:tblPr>
                <a:tableStyleId>{5C22544A-7EE6-4342-B048-85BDC9FD1C3A}</a:tableStyleId>
              </a:tblPr>
              <a:tblGrid>
                <a:gridCol w="609600">
                  <a:extLst>
                    <a:ext uri="{9D8B030D-6E8A-4147-A177-3AD203B41FA5}">
                      <a16:colId xmlns:a16="http://schemas.microsoft.com/office/drawing/2014/main" val="4106623926"/>
                    </a:ext>
                  </a:extLst>
                </a:gridCol>
                <a:gridCol w="736600">
                  <a:extLst>
                    <a:ext uri="{9D8B030D-6E8A-4147-A177-3AD203B41FA5}">
                      <a16:colId xmlns:a16="http://schemas.microsoft.com/office/drawing/2014/main" val="4067249312"/>
                    </a:ext>
                  </a:extLst>
                </a:gridCol>
              </a:tblGrid>
              <a:tr h="190500">
                <a:tc>
                  <a:txBody>
                    <a:bodyPr/>
                    <a:lstStyle/>
                    <a:p>
                      <a:pPr algn="l" fontAlgn="b"/>
                      <a:r>
                        <a:rPr lang="en-US" sz="1100" u="none" strike="noStrike">
                          <a:effectLst/>
                        </a:rPr>
                        <a:t>D0</a:t>
                      </a:r>
                      <a:endParaRPr lang="en-US" sz="1100" b="0" i="0" u="none" strike="noStrike">
                        <a:solidFill>
                          <a:srgbClr val="000000"/>
                        </a:solidFill>
                        <a:effectLst/>
                        <a:latin typeface="Aptos Narrow" panose="020B0004020202020204" pitchFamily="34" charset="0"/>
                      </a:endParaRPr>
                    </a:p>
                  </a:txBody>
                  <a:tcPr marL="9525" marR="9525" marT="9525" marB="0" anchor="b"/>
                </a:tc>
                <a:tc>
                  <a:txBody>
                    <a:bodyPr/>
                    <a:lstStyle/>
                    <a:p>
                      <a:pPr algn="r" fontAlgn="b"/>
                      <a:r>
                        <a:rPr lang="en-US" sz="1100" u="none" strike="noStrike">
                          <a:effectLst/>
                        </a:rPr>
                        <a:t>3</a:t>
                      </a:r>
                      <a:endParaRPr lang="en-US" sz="1100" b="0" i="0" u="none" strike="noStrike">
                        <a:solidFill>
                          <a:srgbClr val="000000"/>
                        </a:solidFill>
                        <a:effectLst/>
                        <a:latin typeface="Aptos Narrow" panose="020B0004020202020204" pitchFamily="34" charset="0"/>
                      </a:endParaRPr>
                    </a:p>
                  </a:txBody>
                  <a:tcPr marL="9525" marR="9525" marT="9525" marB="0" anchor="b"/>
                </a:tc>
                <a:extLst>
                  <a:ext uri="{0D108BD9-81ED-4DB2-BD59-A6C34878D82A}">
                    <a16:rowId xmlns:a16="http://schemas.microsoft.com/office/drawing/2014/main" val="1880738616"/>
                  </a:ext>
                </a:extLst>
              </a:tr>
              <a:tr h="190500">
                <a:tc>
                  <a:txBody>
                    <a:bodyPr/>
                    <a:lstStyle/>
                    <a:p>
                      <a:pPr algn="l" fontAlgn="b"/>
                      <a:r>
                        <a:rPr lang="en-US" sz="1100" u="none" strike="noStrike">
                          <a:effectLst/>
                        </a:rPr>
                        <a:t>D1</a:t>
                      </a:r>
                      <a:endParaRPr lang="en-US" sz="1100" b="0" i="0" u="none" strike="noStrike">
                        <a:solidFill>
                          <a:srgbClr val="000000"/>
                        </a:solidFill>
                        <a:effectLst/>
                        <a:latin typeface="Aptos Narrow" panose="020B0004020202020204" pitchFamily="34" charset="0"/>
                      </a:endParaRPr>
                    </a:p>
                  </a:txBody>
                  <a:tcPr marL="9525" marR="9525" marT="9525" marB="0" anchor="b"/>
                </a:tc>
                <a:tc>
                  <a:txBody>
                    <a:bodyPr/>
                    <a:lstStyle/>
                    <a:p>
                      <a:pPr algn="r" fontAlgn="b"/>
                      <a:r>
                        <a:rPr lang="en-US" sz="1100" u="none" strike="noStrike">
                          <a:effectLst/>
                        </a:rPr>
                        <a:t>3.48</a:t>
                      </a:r>
                      <a:endParaRPr lang="en-US" sz="1100" b="0" i="0" u="none" strike="noStrike">
                        <a:solidFill>
                          <a:srgbClr val="000000"/>
                        </a:solidFill>
                        <a:effectLst/>
                        <a:latin typeface="Aptos Narrow" panose="020B0004020202020204" pitchFamily="34" charset="0"/>
                      </a:endParaRPr>
                    </a:p>
                  </a:txBody>
                  <a:tcPr marL="9525" marR="9525" marT="9525" marB="0" anchor="b"/>
                </a:tc>
                <a:extLst>
                  <a:ext uri="{0D108BD9-81ED-4DB2-BD59-A6C34878D82A}">
                    <a16:rowId xmlns:a16="http://schemas.microsoft.com/office/drawing/2014/main" val="3577008359"/>
                  </a:ext>
                </a:extLst>
              </a:tr>
              <a:tr h="190500">
                <a:tc>
                  <a:txBody>
                    <a:bodyPr/>
                    <a:lstStyle/>
                    <a:p>
                      <a:pPr algn="l" fontAlgn="b"/>
                      <a:r>
                        <a:rPr lang="en-US" sz="1100" u="none" strike="noStrike">
                          <a:effectLst/>
                        </a:rPr>
                        <a:t>D3</a:t>
                      </a:r>
                      <a:endParaRPr lang="en-US" sz="1100" b="0" i="0" u="none" strike="noStrike">
                        <a:solidFill>
                          <a:srgbClr val="000000"/>
                        </a:solidFill>
                        <a:effectLst/>
                        <a:latin typeface="Aptos Narrow" panose="020B0004020202020204" pitchFamily="34" charset="0"/>
                      </a:endParaRPr>
                    </a:p>
                  </a:txBody>
                  <a:tcPr marL="9525" marR="9525" marT="9525" marB="0" anchor="b"/>
                </a:tc>
                <a:tc>
                  <a:txBody>
                    <a:bodyPr/>
                    <a:lstStyle/>
                    <a:p>
                      <a:pPr algn="l" fontAlgn="b"/>
                      <a:r>
                        <a:rPr lang="en-US" sz="1100" u="none" strike="noStrike">
                          <a:effectLst/>
                        </a:rPr>
                        <a:t>              4.04 </a:t>
                      </a:r>
                      <a:endParaRPr lang="en-US" sz="1100" b="0" i="0" u="none" strike="noStrike">
                        <a:solidFill>
                          <a:srgbClr val="000000"/>
                        </a:solidFill>
                        <a:effectLst/>
                        <a:latin typeface="Aptos Narrow" panose="020B0004020202020204" pitchFamily="34" charset="0"/>
                      </a:endParaRPr>
                    </a:p>
                  </a:txBody>
                  <a:tcPr marL="9525" marR="9525" marT="9525" marB="0" anchor="b"/>
                </a:tc>
                <a:extLst>
                  <a:ext uri="{0D108BD9-81ED-4DB2-BD59-A6C34878D82A}">
                    <a16:rowId xmlns:a16="http://schemas.microsoft.com/office/drawing/2014/main" val="725491108"/>
                  </a:ext>
                </a:extLst>
              </a:tr>
              <a:tr h="190500">
                <a:tc>
                  <a:txBody>
                    <a:bodyPr/>
                    <a:lstStyle/>
                    <a:p>
                      <a:pPr algn="l" fontAlgn="b"/>
                      <a:r>
                        <a:rPr lang="en-US" sz="1100" u="none" strike="noStrike">
                          <a:effectLst/>
                        </a:rPr>
                        <a:t>D4</a:t>
                      </a:r>
                      <a:endParaRPr lang="en-US" sz="1100" b="0" i="0" u="none" strike="noStrike">
                        <a:solidFill>
                          <a:srgbClr val="000000"/>
                        </a:solidFill>
                        <a:effectLst/>
                        <a:latin typeface="Aptos Narrow" panose="020B0004020202020204" pitchFamily="34" charset="0"/>
                      </a:endParaRPr>
                    </a:p>
                  </a:txBody>
                  <a:tcPr marL="9525" marR="9525" marT="9525" marB="0" anchor="b"/>
                </a:tc>
                <a:tc>
                  <a:txBody>
                    <a:bodyPr/>
                    <a:lstStyle/>
                    <a:p>
                      <a:pPr algn="l" fontAlgn="b"/>
                      <a:r>
                        <a:rPr lang="en-US" sz="1100" u="none" strike="noStrike" dirty="0">
                          <a:effectLst/>
                        </a:rPr>
                        <a:t>            98.21 </a:t>
                      </a:r>
                      <a:endParaRPr lang="en-US" sz="1100" b="0" i="0" u="none" strike="noStrike" dirty="0">
                        <a:solidFill>
                          <a:srgbClr val="000000"/>
                        </a:solidFill>
                        <a:effectLst/>
                        <a:latin typeface="Aptos Narrow" panose="020B0004020202020204" pitchFamily="34" charset="0"/>
                      </a:endParaRPr>
                    </a:p>
                  </a:txBody>
                  <a:tcPr marL="9525" marR="9525" marT="9525" marB="0" anchor="b"/>
                </a:tc>
                <a:extLst>
                  <a:ext uri="{0D108BD9-81ED-4DB2-BD59-A6C34878D82A}">
                    <a16:rowId xmlns:a16="http://schemas.microsoft.com/office/drawing/2014/main" val="2773869902"/>
                  </a:ext>
                </a:extLst>
              </a:tr>
            </a:tbl>
          </a:graphicData>
        </a:graphic>
      </p:graphicFrame>
    </p:spTree>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4D0C287-E379-A8C2-4A3B-2706B023B70A}"/>
              </a:ext>
            </a:extLst>
          </p:cNvPr>
          <p:cNvSpPr>
            <a:spLocks noGrp="1"/>
          </p:cNvSpPr>
          <p:nvPr>
            <p:ph type="title"/>
          </p:nvPr>
        </p:nvSpPr>
        <p:spPr>
          <a:xfrm>
            <a:off x="838200" y="365125"/>
            <a:ext cx="10515600" cy="959583"/>
          </a:xfrm>
          <a:solidFill>
            <a:srgbClr val="FFFF00"/>
          </a:solidFill>
          <a:ln>
            <a:solidFill>
              <a:schemeClr val="tx1"/>
            </a:solidFill>
            <a:miter lim="800000"/>
            <a:headEnd/>
            <a:tailEnd/>
          </a:ln>
        </p:spPr>
        <p:txBody>
          <a:bodyPr vert="horz" lIns="91440" tIns="45720" rIns="91440" bIns="45720" rtlCol="0" anchor="ctr">
            <a:normAutofit/>
          </a:bodyPr>
          <a:lstStyle/>
          <a:p>
            <a:r>
              <a:rPr lang="en-US" sz="3200" dirty="0"/>
              <a:t>Special cases</a:t>
            </a:r>
          </a:p>
        </p:txBody>
      </p:sp>
      <p:sp>
        <p:nvSpPr>
          <p:cNvPr id="3" name="Content Placeholder 2">
            <a:extLst>
              <a:ext uri="{FF2B5EF4-FFF2-40B4-BE49-F238E27FC236}">
                <a16:creationId xmlns:a16="http://schemas.microsoft.com/office/drawing/2014/main" id="{D319D94F-9457-5D6C-8515-DF04E3F41360}"/>
              </a:ext>
            </a:extLst>
          </p:cNvPr>
          <p:cNvSpPr>
            <a:spLocks noGrp="1"/>
          </p:cNvSpPr>
          <p:nvPr>
            <p:ph idx="1"/>
          </p:nvPr>
        </p:nvSpPr>
        <p:spPr/>
        <p:txBody>
          <a:bodyPr/>
          <a:lstStyle/>
          <a:p>
            <a:r>
              <a:rPr lang="en-US" dirty="0"/>
              <a:t>Dividend as an Annuity</a:t>
            </a:r>
          </a:p>
          <a:p>
            <a:r>
              <a:rPr lang="en-US" dirty="0"/>
              <a:t>Delayed dividend as an annuity</a:t>
            </a:r>
          </a:p>
          <a:p>
            <a:r>
              <a:rPr lang="en-US" dirty="0"/>
              <a:t>Uneven dividends</a:t>
            </a:r>
          </a:p>
          <a:p>
            <a:endParaRPr lang="en-US" dirty="0"/>
          </a:p>
        </p:txBody>
      </p:sp>
      <p:sp>
        <p:nvSpPr>
          <p:cNvPr id="4" name="Slide Number Placeholder 3">
            <a:extLst>
              <a:ext uri="{FF2B5EF4-FFF2-40B4-BE49-F238E27FC236}">
                <a16:creationId xmlns:a16="http://schemas.microsoft.com/office/drawing/2014/main" id="{F61D6E5A-F3C0-95EE-76C1-39341A52A175}"/>
              </a:ext>
            </a:extLst>
          </p:cNvPr>
          <p:cNvSpPr>
            <a:spLocks noGrp="1"/>
          </p:cNvSpPr>
          <p:nvPr>
            <p:ph type="sldNum" sz="quarter" idx="12"/>
          </p:nvPr>
        </p:nvSpPr>
        <p:spPr/>
        <p:txBody>
          <a:bodyPr/>
          <a:lstStyle/>
          <a:p>
            <a:fld id="{E4C8B196-E779-4281-872A-ADBCCF88CE5D}" type="slidenum">
              <a:rPr lang="en-US" smtClean="0"/>
              <a:t>34</a:t>
            </a:fld>
            <a:endParaRPr lang="en-US"/>
          </a:p>
        </p:txBody>
      </p:sp>
    </p:spTree>
    <p:extLst>
      <p:ext uri="{BB962C8B-B14F-4D97-AF65-F5344CB8AC3E}">
        <p14:creationId xmlns:p14="http://schemas.microsoft.com/office/powerpoint/2010/main" val="2790921046"/>
      </p:ext>
    </p:extLst>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1537654-BA66-B7F7-8813-D73719742519}"/>
              </a:ext>
            </a:extLst>
          </p:cNvPr>
          <p:cNvSpPr>
            <a:spLocks noGrp="1"/>
          </p:cNvSpPr>
          <p:nvPr>
            <p:ph type="title"/>
          </p:nvPr>
        </p:nvSpPr>
        <p:spPr>
          <a:xfrm>
            <a:off x="838200" y="365126"/>
            <a:ext cx="10515600" cy="643060"/>
          </a:xfrm>
          <a:ln>
            <a:solidFill>
              <a:schemeClr val="tx1"/>
            </a:solidFill>
          </a:ln>
        </p:spPr>
        <p:txBody>
          <a:bodyPr>
            <a:normAutofit fontScale="90000"/>
          </a:bodyPr>
          <a:lstStyle/>
          <a:p>
            <a:r>
              <a:rPr lang="en-US" dirty="0"/>
              <a:t>Example:  Annuity</a:t>
            </a:r>
          </a:p>
        </p:txBody>
      </p:sp>
      <p:sp>
        <p:nvSpPr>
          <p:cNvPr id="3" name="Content Placeholder 2">
            <a:extLst>
              <a:ext uri="{FF2B5EF4-FFF2-40B4-BE49-F238E27FC236}">
                <a16:creationId xmlns:a16="http://schemas.microsoft.com/office/drawing/2014/main" id="{4C67D30A-D527-9AA3-8278-81063E0FF003}"/>
              </a:ext>
            </a:extLst>
          </p:cNvPr>
          <p:cNvSpPr>
            <a:spLocks noGrp="1"/>
          </p:cNvSpPr>
          <p:nvPr>
            <p:ph idx="1"/>
          </p:nvPr>
        </p:nvSpPr>
        <p:spPr/>
        <p:txBody>
          <a:bodyPr/>
          <a:lstStyle/>
          <a:p>
            <a:r>
              <a:rPr lang="en-US" sz="2800" dirty="0"/>
              <a:t>A company is expected to pay $2.00</a:t>
            </a:r>
            <a:r>
              <a:rPr lang="en-US" sz="2800" baseline="0" dirty="0"/>
              <a:t> in divided for the next 11 years then discontinue paying dividend. Required rate of return is 13%</a:t>
            </a:r>
          </a:p>
          <a:p>
            <a:r>
              <a:rPr lang="en-US" sz="2800" baseline="0" dirty="0"/>
              <a:t>a) What is the market value per share today? </a:t>
            </a:r>
          </a:p>
          <a:p>
            <a:r>
              <a:rPr lang="en-US" sz="2800" baseline="0" dirty="0"/>
              <a:t>b) What would you expect the market value to be in 5 years?</a:t>
            </a:r>
          </a:p>
          <a:p>
            <a:r>
              <a:rPr lang="en-US" sz="2800" baseline="0" dirty="0"/>
              <a:t>c) What would you expect the market value to be in 11 years? (0)</a:t>
            </a:r>
            <a:endParaRPr lang="en-US" sz="2800" dirty="0"/>
          </a:p>
          <a:p>
            <a:endParaRPr lang="en-US" dirty="0"/>
          </a:p>
        </p:txBody>
      </p:sp>
      <p:sp>
        <p:nvSpPr>
          <p:cNvPr id="4" name="Slide Number Placeholder 3">
            <a:extLst>
              <a:ext uri="{FF2B5EF4-FFF2-40B4-BE49-F238E27FC236}">
                <a16:creationId xmlns:a16="http://schemas.microsoft.com/office/drawing/2014/main" id="{BA82E33F-7AEF-64BE-052D-363131B699A1}"/>
              </a:ext>
            </a:extLst>
          </p:cNvPr>
          <p:cNvSpPr>
            <a:spLocks noGrp="1"/>
          </p:cNvSpPr>
          <p:nvPr>
            <p:ph type="sldNum" sz="quarter" idx="12"/>
          </p:nvPr>
        </p:nvSpPr>
        <p:spPr/>
        <p:txBody>
          <a:bodyPr/>
          <a:lstStyle/>
          <a:p>
            <a:fld id="{E4C8B196-E779-4281-872A-ADBCCF88CE5D}" type="slidenum">
              <a:rPr lang="en-US" smtClean="0"/>
              <a:t>35</a:t>
            </a:fld>
            <a:endParaRPr lang="en-US"/>
          </a:p>
        </p:txBody>
      </p:sp>
    </p:spTree>
    <p:extLst>
      <p:ext uri="{BB962C8B-B14F-4D97-AF65-F5344CB8AC3E}">
        <p14:creationId xmlns:p14="http://schemas.microsoft.com/office/powerpoint/2010/main" val="975406869"/>
      </p:ext>
    </p:extLst>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8435" name="Slide Number Placeholder 3">
            <a:extLst>
              <a:ext uri="{FF2B5EF4-FFF2-40B4-BE49-F238E27FC236}">
                <a16:creationId xmlns:a16="http://schemas.microsoft.com/office/drawing/2014/main" id="{ADD16C73-D506-1E66-385A-4194F2B3D90D}"/>
              </a:ext>
            </a:extLst>
          </p:cNvPr>
          <p:cNvSpPr>
            <a:spLocks noGrp="1"/>
          </p:cNvSpPr>
          <p:nvPr>
            <p:ph type="sldNum" sz="quarter" idx="12"/>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a:solidFill>
                  <a:schemeClr val="tx1"/>
                </a:solidFill>
                <a:latin typeface="Arial" panose="020B0604020202020204" pitchFamily="34" charset="0"/>
              </a:defRPr>
            </a:lvl1pPr>
            <a:lvl2pPr marL="742950" indent="-285750" eaLnBrk="0" hangingPunct="0">
              <a:defRPr>
                <a:solidFill>
                  <a:schemeClr val="tx1"/>
                </a:solidFill>
                <a:latin typeface="Arial" panose="020B0604020202020204" pitchFamily="34" charset="0"/>
              </a:defRPr>
            </a:lvl2pPr>
            <a:lvl3pPr marL="1143000" indent="-228600" eaLnBrk="0" hangingPunct="0">
              <a:defRPr>
                <a:solidFill>
                  <a:schemeClr val="tx1"/>
                </a:solidFill>
                <a:latin typeface="Arial" panose="020B0604020202020204" pitchFamily="34" charset="0"/>
              </a:defRPr>
            </a:lvl3pPr>
            <a:lvl4pPr marL="1600200" indent="-228600" eaLnBrk="0" hangingPunct="0">
              <a:defRPr>
                <a:solidFill>
                  <a:schemeClr val="tx1"/>
                </a:solidFill>
                <a:latin typeface="Arial" panose="020B0604020202020204" pitchFamily="34" charset="0"/>
              </a:defRPr>
            </a:lvl4pPr>
            <a:lvl5pPr marL="2057400" indent="-228600" eaLnBrk="0" hangingPunct="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eaLnBrk="1" hangingPunct="1"/>
            <a:fld id="{67815553-247A-4A9C-B06F-D3F5778659AA}" type="slidenum">
              <a:rPr lang="en-US" altLang="en-US"/>
              <a:pPr eaLnBrk="1" hangingPunct="1"/>
              <a:t>36</a:t>
            </a:fld>
            <a:endParaRPr lang="en-US" altLang="en-US" dirty="0"/>
          </a:p>
        </p:txBody>
      </p:sp>
      <p:grpSp>
        <p:nvGrpSpPr>
          <p:cNvPr id="18436" name="Group 2">
            <a:extLst>
              <a:ext uri="{FF2B5EF4-FFF2-40B4-BE49-F238E27FC236}">
                <a16:creationId xmlns:a16="http://schemas.microsoft.com/office/drawing/2014/main" id="{FF513930-92A9-6F6C-DA55-148E6E21C894}"/>
              </a:ext>
            </a:extLst>
          </p:cNvPr>
          <p:cNvGrpSpPr>
            <a:grpSpLocks/>
          </p:cNvGrpSpPr>
          <p:nvPr/>
        </p:nvGrpSpPr>
        <p:grpSpPr bwMode="auto">
          <a:xfrm>
            <a:off x="2256692" y="960587"/>
            <a:ext cx="6629400" cy="1524000"/>
            <a:chOff x="659" y="1904"/>
            <a:chExt cx="4176" cy="832"/>
          </a:xfrm>
        </p:grpSpPr>
        <p:sp>
          <p:nvSpPr>
            <p:cNvPr id="18439" name="AutoShape 3">
              <a:extLst>
                <a:ext uri="{FF2B5EF4-FFF2-40B4-BE49-F238E27FC236}">
                  <a16:creationId xmlns:a16="http://schemas.microsoft.com/office/drawing/2014/main" id="{5CFF90B8-0207-7807-F188-BF98937B43D9}"/>
                </a:ext>
              </a:extLst>
            </p:cNvPr>
            <p:cNvSpPr>
              <a:spLocks noChangeArrowheads="1"/>
            </p:cNvSpPr>
            <p:nvPr/>
          </p:nvSpPr>
          <p:spPr bwMode="auto">
            <a:xfrm>
              <a:off x="659" y="1904"/>
              <a:ext cx="4176" cy="832"/>
            </a:xfrm>
            <a:prstGeom prst="roundRect">
              <a:avLst>
                <a:gd name="adj" fmla="val 12486"/>
              </a:avLst>
            </a:prstGeom>
            <a:solidFill>
              <a:srgbClr val="FFFFCC"/>
            </a:solidFill>
            <a:ln w="25400">
              <a:solidFill>
                <a:schemeClr val="tx1"/>
              </a:solidFill>
              <a:round/>
              <a:headEnd/>
              <a:tailEnd/>
            </a:ln>
          </p:spPr>
          <p:txBody>
            <a:bodyPr wrap="none" anchor="ctr"/>
            <a:lstStyle>
              <a:lvl1pPr eaLnBrk="0" hangingPunct="0">
                <a:defRPr>
                  <a:solidFill>
                    <a:schemeClr val="tx1"/>
                  </a:solidFill>
                  <a:latin typeface="Arial" panose="020B0604020202020204" pitchFamily="34" charset="0"/>
                </a:defRPr>
              </a:lvl1pPr>
              <a:lvl2pPr marL="742950" indent="-285750" eaLnBrk="0" hangingPunct="0">
                <a:defRPr>
                  <a:solidFill>
                    <a:schemeClr val="tx1"/>
                  </a:solidFill>
                  <a:latin typeface="Arial" panose="020B0604020202020204" pitchFamily="34" charset="0"/>
                </a:defRPr>
              </a:lvl2pPr>
              <a:lvl3pPr marL="1143000" indent="-228600" eaLnBrk="0" hangingPunct="0">
                <a:defRPr>
                  <a:solidFill>
                    <a:schemeClr val="tx1"/>
                  </a:solidFill>
                  <a:latin typeface="Arial" panose="020B0604020202020204" pitchFamily="34" charset="0"/>
                </a:defRPr>
              </a:lvl3pPr>
              <a:lvl4pPr marL="1600200" indent="-228600" eaLnBrk="0" hangingPunct="0">
                <a:defRPr>
                  <a:solidFill>
                    <a:schemeClr val="tx1"/>
                  </a:solidFill>
                  <a:latin typeface="Arial" panose="020B0604020202020204" pitchFamily="34" charset="0"/>
                </a:defRPr>
              </a:lvl4pPr>
              <a:lvl5pPr marL="2057400" indent="-228600" eaLnBrk="0" hangingPunct="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algn="ctr" eaLnBrk="1" hangingPunct="1"/>
              <a:endParaRPr lang="en-US" altLang="en-US" sz="2400" dirty="0">
                <a:cs typeface="Arial" panose="020B0604020202020204" pitchFamily="34" charset="0"/>
              </a:endParaRPr>
            </a:p>
          </p:txBody>
        </p:sp>
        <p:sp>
          <p:nvSpPr>
            <p:cNvPr id="18440" name="Rectangle 4">
              <a:extLst>
                <a:ext uri="{FF2B5EF4-FFF2-40B4-BE49-F238E27FC236}">
                  <a16:creationId xmlns:a16="http://schemas.microsoft.com/office/drawing/2014/main" id="{CC726FD4-25C9-1A4A-29FA-AC4D99533E7B}"/>
                </a:ext>
              </a:extLst>
            </p:cNvPr>
            <p:cNvSpPr>
              <a:spLocks noChangeArrowheads="1"/>
            </p:cNvSpPr>
            <p:nvPr/>
          </p:nvSpPr>
          <p:spPr bwMode="auto">
            <a:xfrm>
              <a:off x="659" y="1937"/>
              <a:ext cx="4093" cy="28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90488" tIns="44450" rIns="90488" bIns="44450">
              <a:spAutoFit/>
            </a:bodyPr>
            <a:lstStyle>
              <a:lvl1pPr eaLnBrk="0" hangingPunct="0">
                <a:defRPr>
                  <a:solidFill>
                    <a:schemeClr val="tx1"/>
                  </a:solidFill>
                  <a:latin typeface="Arial" panose="020B0604020202020204" pitchFamily="34" charset="0"/>
                </a:defRPr>
              </a:lvl1pPr>
              <a:lvl2pPr marL="742950" indent="-285750" eaLnBrk="0" hangingPunct="0">
                <a:defRPr>
                  <a:solidFill>
                    <a:schemeClr val="tx1"/>
                  </a:solidFill>
                  <a:latin typeface="Arial" panose="020B0604020202020204" pitchFamily="34" charset="0"/>
                </a:defRPr>
              </a:lvl2pPr>
              <a:lvl3pPr marL="1143000" indent="-228600" eaLnBrk="0" hangingPunct="0">
                <a:defRPr>
                  <a:solidFill>
                    <a:schemeClr val="tx1"/>
                  </a:solidFill>
                  <a:latin typeface="Arial" panose="020B0604020202020204" pitchFamily="34" charset="0"/>
                </a:defRPr>
              </a:lvl3pPr>
              <a:lvl4pPr marL="1600200" indent="-228600" eaLnBrk="0" hangingPunct="0">
                <a:defRPr>
                  <a:solidFill>
                    <a:schemeClr val="tx1"/>
                  </a:solidFill>
                  <a:latin typeface="Arial" panose="020B0604020202020204" pitchFamily="34" charset="0"/>
                </a:defRPr>
              </a:lvl4pPr>
              <a:lvl5pPr marL="2057400" indent="-228600" eaLnBrk="0" hangingPunct="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r>
                <a:rPr lang="en-US" altLang="en-US" sz="2800" b="1" dirty="0">
                  <a:cs typeface="Arial" panose="020B0604020202020204" pitchFamily="34" charset="0"/>
                </a:rPr>
                <a:t>	        11     13              -2         0</a:t>
              </a:r>
            </a:p>
          </p:txBody>
        </p:sp>
        <p:sp>
          <p:nvSpPr>
            <p:cNvPr id="18441" name="AutoShape 5">
              <a:extLst>
                <a:ext uri="{FF2B5EF4-FFF2-40B4-BE49-F238E27FC236}">
                  <a16:creationId xmlns:a16="http://schemas.microsoft.com/office/drawing/2014/main" id="{A7E7E367-CFBB-227B-7657-E7DF9FD1A9FA}"/>
                </a:ext>
              </a:extLst>
            </p:cNvPr>
            <p:cNvSpPr>
              <a:spLocks noChangeArrowheads="1"/>
            </p:cNvSpPr>
            <p:nvPr/>
          </p:nvSpPr>
          <p:spPr bwMode="auto">
            <a:xfrm>
              <a:off x="2244" y="2213"/>
              <a:ext cx="486" cy="248"/>
            </a:xfrm>
            <a:prstGeom prst="roundRect">
              <a:avLst>
                <a:gd name="adj" fmla="val 12486"/>
              </a:avLst>
            </a:prstGeom>
            <a:solidFill>
              <a:srgbClr val="8CF4EA"/>
            </a:solidFill>
            <a:ln w="25400">
              <a:solidFill>
                <a:schemeClr val="tx1"/>
              </a:solidFill>
              <a:round/>
              <a:headEnd/>
              <a:tailEnd/>
            </a:ln>
          </p:spPr>
          <p:txBody>
            <a:bodyPr wrap="none" anchor="ctr"/>
            <a:lstStyle>
              <a:lvl1pPr eaLnBrk="0" hangingPunct="0">
                <a:defRPr>
                  <a:solidFill>
                    <a:schemeClr val="tx1"/>
                  </a:solidFill>
                  <a:latin typeface="Arial" panose="020B0604020202020204" pitchFamily="34" charset="0"/>
                </a:defRPr>
              </a:lvl1pPr>
              <a:lvl2pPr marL="742950" indent="-285750" eaLnBrk="0" hangingPunct="0">
                <a:defRPr>
                  <a:solidFill>
                    <a:schemeClr val="tx1"/>
                  </a:solidFill>
                  <a:latin typeface="Arial" panose="020B0604020202020204" pitchFamily="34" charset="0"/>
                </a:defRPr>
              </a:lvl2pPr>
              <a:lvl3pPr marL="1143000" indent="-228600" eaLnBrk="0" hangingPunct="0">
                <a:defRPr>
                  <a:solidFill>
                    <a:schemeClr val="tx1"/>
                  </a:solidFill>
                  <a:latin typeface="Arial" panose="020B0604020202020204" pitchFamily="34" charset="0"/>
                </a:defRPr>
              </a:lvl3pPr>
              <a:lvl4pPr marL="1600200" indent="-228600" eaLnBrk="0" hangingPunct="0">
                <a:defRPr>
                  <a:solidFill>
                    <a:schemeClr val="tx1"/>
                  </a:solidFill>
                  <a:latin typeface="Arial" panose="020B0604020202020204" pitchFamily="34" charset="0"/>
                </a:defRPr>
              </a:lvl4pPr>
              <a:lvl5pPr marL="2057400" indent="-228600" eaLnBrk="0" hangingPunct="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eaLnBrk="1" hangingPunct="1"/>
              <a:endParaRPr lang="en-US" altLang="en-US" dirty="0"/>
            </a:p>
          </p:txBody>
        </p:sp>
        <p:sp>
          <p:nvSpPr>
            <p:cNvPr id="18442" name="AutoShape 6">
              <a:extLst>
                <a:ext uri="{FF2B5EF4-FFF2-40B4-BE49-F238E27FC236}">
                  <a16:creationId xmlns:a16="http://schemas.microsoft.com/office/drawing/2014/main" id="{B4D20ADC-3A2A-3824-DC44-6478DA2C4D25}"/>
                </a:ext>
              </a:extLst>
            </p:cNvPr>
            <p:cNvSpPr>
              <a:spLocks noChangeArrowheads="1"/>
            </p:cNvSpPr>
            <p:nvPr/>
          </p:nvSpPr>
          <p:spPr bwMode="auto">
            <a:xfrm>
              <a:off x="2905" y="2213"/>
              <a:ext cx="394" cy="248"/>
            </a:xfrm>
            <a:prstGeom prst="roundRect">
              <a:avLst>
                <a:gd name="adj" fmla="val 12486"/>
              </a:avLst>
            </a:prstGeom>
            <a:solidFill>
              <a:srgbClr val="8CF4EA"/>
            </a:solidFill>
            <a:ln w="25400">
              <a:solidFill>
                <a:schemeClr val="tx1"/>
              </a:solidFill>
              <a:round/>
              <a:headEnd/>
              <a:tailEnd/>
            </a:ln>
          </p:spPr>
          <p:txBody>
            <a:bodyPr wrap="none" anchor="ctr"/>
            <a:lstStyle>
              <a:lvl1pPr eaLnBrk="0" hangingPunct="0">
                <a:defRPr>
                  <a:solidFill>
                    <a:schemeClr val="tx1"/>
                  </a:solidFill>
                  <a:latin typeface="Arial" panose="020B0604020202020204" pitchFamily="34" charset="0"/>
                </a:defRPr>
              </a:lvl1pPr>
              <a:lvl2pPr marL="742950" indent="-285750" eaLnBrk="0" hangingPunct="0">
                <a:defRPr>
                  <a:solidFill>
                    <a:schemeClr val="tx1"/>
                  </a:solidFill>
                  <a:latin typeface="Arial" panose="020B0604020202020204" pitchFamily="34" charset="0"/>
                </a:defRPr>
              </a:lvl2pPr>
              <a:lvl3pPr marL="1143000" indent="-228600" eaLnBrk="0" hangingPunct="0">
                <a:defRPr>
                  <a:solidFill>
                    <a:schemeClr val="tx1"/>
                  </a:solidFill>
                  <a:latin typeface="Arial" panose="020B0604020202020204" pitchFamily="34" charset="0"/>
                </a:defRPr>
              </a:lvl3pPr>
              <a:lvl4pPr marL="1600200" indent="-228600" eaLnBrk="0" hangingPunct="0">
                <a:defRPr>
                  <a:solidFill>
                    <a:schemeClr val="tx1"/>
                  </a:solidFill>
                  <a:latin typeface="Arial" panose="020B0604020202020204" pitchFamily="34" charset="0"/>
                </a:defRPr>
              </a:lvl4pPr>
              <a:lvl5pPr marL="2057400" indent="-228600" eaLnBrk="0" hangingPunct="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eaLnBrk="1" hangingPunct="1"/>
              <a:endParaRPr lang="en-US" altLang="en-US" dirty="0"/>
            </a:p>
          </p:txBody>
        </p:sp>
        <p:sp>
          <p:nvSpPr>
            <p:cNvPr id="18443" name="AutoShape 7">
              <a:extLst>
                <a:ext uri="{FF2B5EF4-FFF2-40B4-BE49-F238E27FC236}">
                  <a16:creationId xmlns:a16="http://schemas.microsoft.com/office/drawing/2014/main" id="{8115A54D-1B44-AAFE-4788-2139ABB62762}"/>
                </a:ext>
              </a:extLst>
            </p:cNvPr>
            <p:cNvSpPr>
              <a:spLocks noChangeArrowheads="1"/>
            </p:cNvSpPr>
            <p:nvPr/>
          </p:nvSpPr>
          <p:spPr bwMode="auto">
            <a:xfrm>
              <a:off x="3473" y="2213"/>
              <a:ext cx="486" cy="248"/>
            </a:xfrm>
            <a:prstGeom prst="roundRect">
              <a:avLst>
                <a:gd name="adj" fmla="val 12486"/>
              </a:avLst>
            </a:prstGeom>
            <a:solidFill>
              <a:srgbClr val="8CF4EA"/>
            </a:solidFill>
            <a:ln w="25400">
              <a:solidFill>
                <a:schemeClr val="tx1"/>
              </a:solidFill>
              <a:round/>
              <a:headEnd/>
              <a:tailEnd/>
            </a:ln>
          </p:spPr>
          <p:txBody>
            <a:bodyPr wrap="none" anchor="ctr"/>
            <a:lstStyle>
              <a:lvl1pPr eaLnBrk="0" hangingPunct="0">
                <a:defRPr>
                  <a:solidFill>
                    <a:schemeClr val="tx1"/>
                  </a:solidFill>
                  <a:latin typeface="Arial" panose="020B0604020202020204" pitchFamily="34" charset="0"/>
                </a:defRPr>
              </a:lvl1pPr>
              <a:lvl2pPr marL="742950" indent="-285750" eaLnBrk="0" hangingPunct="0">
                <a:defRPr>
                  <a:solidFill>
                    <a:schemeClr val="tx1"/>
                  </a:solidFill>
                  <a:latin typeface="Arial" panose="020B0604020202020204" pitchFamily="34" charset="0"/>
                </a:defRPr>
              </a:lvl2pPr>
              <a:lvl3pPr marL="1143000" indent="-228600" eaLnBrk="0" hangingPunct="0">
                <a:defRPr>
                  <a:solidFill>
                    <a:schemeClr val="tx1"/>
                  </a:solidFill>
                  <a:latin typeface="Arial" panose="020B0604020202020204" pitchFamily="34" charset="0"/>
                </a:defRPr>
              </a:lvl3pPr>
              <a:lvl4pPr marL="1600200" indent="-228600" eaLnBrk="0" hangingPunct="0">
                <a:defRPr>
                  <a:solidFill>
                    <a:schemeClr val="tx1"/>
                  </a:solidFill>
                  <a:latin typeface="Arial" panose="020B0604020202020204" pitchFamily="34" charset="0"/>
                </a:defRPr>
              </a:lvl4pPr>
              <a:lvl5pPr marL="2057400" indent="-228600" eaLnBrk="0" hangingPunct="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eaLnBrk="1" hangingPunct="1"/>
              <a:endParaRPr lang="en-US" altLang="en-US" dirty="0"/>
            </a:p>
          </p:txBody>
        </p:sp>
        <p:sp>
          <p:nvSpPr>
            <p:cNvPr id="18444" name="AutoShape 8">
              <a:extLst>
                <a:ext uri="{FF2B5EF4-FFF2-40B4-BE49-F238E27FC236}">
                  <a16:creationId xmlns:a16="http://schemas.microsoft.com/office/drawing/2014/main" id="{044E4522-3CEB-2F17-077F-512932BB7C6E}"/>
                </a:ext>
              </a:extLst>
            </p:cNvPr>
            <p:cNvSpPr>
              <a:spLocks noChangeArrowheads="1"/>
            </p:cNvSpPr>
            <p:nvPr/>
          </p:nvSpPr>
          <p:spPr bwMode="auto">
            <a:xfrm>
              <a:off x="1676" y="2213"/>
              <a:ext cx="394" cy="248"/>
            </a:xfrm>
            <a:prstGeom prst="roundRect">
              <a:avLst>
                <a:gd name="adj" fmla="val 12486"/>
              </a:avLst>
            </a:prstGeom>
            <a:solidFill>
              <a:srgbClr val="8CF4EA"/>
            </a:solidFill>
            <a:ln w="25400">
              <a:solidFill>
                <a:schemeClr val="tx1"/>
              </a:solidFill>
              <a:round/>
              <a:headEnd/>
              <a:tailEnd/>
            </a:ln>
          </p:spPr>
          <p:txBody>
            <a:bodyPr wrap="none" anchor="ctr"/>
            <a:lstStyle>
              <a:lvl1pPr eaLnBrk="0" hangingPunct="0">
                <a:defRPr>
                  <a:solidFill>
                    <a:schemeClr val="tx1"/>
                  </a:solidFill>
                  <a:latin typeface="Arial" panose="020B0604020202020204" pitchFamily="34" charset="0"/>
                </a:defRPr>
              </a:lvl1pPr>
              <a:lvl2pPr marL="742950" indent="-285750" eaLnBrk="0" hangingPunct="0">
                <a:defRPr>
                  <a:solidFill>
                    <a:schemeClr val="tx1"/>
                  </a:solidFill>
                  <a:latin typeface="Arial" panose="020B0604020202020204" pitchFamily="34" charset="0"/>
                </a:defRPr>
              </a:lvl2pPr>
              <a:lvl3pPr marL="1143000" indent="-228600" eaLnBrk="0" hangingPunct="0">
                <a:defRPr>
                  <a:solidFill>
                    <a:schemeClr val="tx1"/>
                  </a:solidFill>
                  <a:latin typeface="Arial" panose="020B0604020202020204" pitchFamily="34" charset="0"/>
                </a:defRPr>
              </a:lvl3pPr>
              <a:lvl4pPr marL="1600200" indent="-228600" eaLnBrk="0" hangingPunct="0">
                <a:defRPr>
                  <a:solidFill>
                    <a:schemeClr val="tx1"/>
                  </a:solidFill>
                  <a:latin typeface="Arial" panose="020B0604020202020204" pitchFamily="34" charset="0"/>
                </a:defRPr>
              </a:lvl4pPr>
              <a:lvl5pPr marL="2057400" indent="-228600" eaLnBrk="0" hangingPunct="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eaLnBrk="1" hangingPunct="1"/>
              <a:endParaRPr lang="en-US" altLang="en-US" dirty="0"/>
            </a:p>
          </p:txBody>
        </p:sp>
        <p:sp>
          <p:nvSpPr>
            <p:cNvPr id="18445" name="AutoShape 9">
              <a:extLst>
                <a:ext uri="{FF2B5EF4-FFF2-40B4-BE49-F238E27FC236}">
                  <a16:creationId xmlns:a16="http://schemas.microsoft.com/office/drawing/2014/main" id="{BE6BD24A-3FB7-0376-AE72-D161C23F33A0}"/>
                </a:ext>
              </a:extLst>
            </p:cNvPr>
            <p:cNvSpPr>
              <a:spLocks noChangeArrowheads="1"/>
            </p:cNvSpPr>
            <p:nvPr/>
          </p:nvSpPr>
          <p:spPr bwMode="auto">
            <a:xfrm>
              <a:off x="4133" y="2213"/>
              <a:ext cx="440" cy="248"/>
            </a:xfrm>
            <a:prstGeom prst="roundRect">
              <a:avLst>
                <a:gd name="adj" fmla="val 12486"/>
              </a:avLst>
            </a:prstGeom>
            <a:solidFill>
              <a:srgbClr val="8CF4EA"/>
            </a:solidFill>
            <a:ln w="25400">
              <a:solidFill>
                <a:schemeClr val="tx1"/>
              </a:solidFill>
              <a:round/>
              <a:headEnd/>
              <a:tailEnd/>
            </a:ln>
          </p:spPr>
          <p:txBody>
            <a:bodyPr wrap="none" anchor="ctr"/>
            <a:lstStyle>
              <a:lvl1pPr eaLnBrk="0" hangingPunct="0">
                <a:defRPr>
                  <a:solidFill>
                    <a:schemeClr val="tx1"/>
                  </a:solidFill>
                  <a:latin typeface="Arial" panose="020B0604020202020204" pitchFamily="34" charset="0"/>
                </a:defRPr>
              </a:lvl1pPr>
              <a:lvl2pPr marL="742950" indent="-285750" eaLnBrk="0" hangingPunct="0">
                <a:defRPr>
                  <a:solidFill>
                    <a:schemeClr val="tx1"/>
                  </a:solidFill>
                  <a:latin typeface="Arial" panose="020B0604020202020204" pitchFamily="34" charset="0"/>
                </a:defRPr>
              </a:lvl2pPr>
              <a:lvl3pPr marL="1143000" indent="-228600" eaLnBrk="0" hangingPunct="0">
                <a:defRPr>
                  <a:solidFill>
                    <a:schemeClr val="tx1"/>
                  </a:solidFill>
                  <a:latin typeface="Arial" panose="020B0604020202020204" pitchFamily="34" charset="0"/>
                </a:defRPr>
              </a:lvl3pPr>
              <a:lvl4pPr marL="1600200" indent="-228600" eaLnBrk="0" hangingPunct="0">
                <a:defRPr>
                  <a:solidFill>
                    <a:schemeClr val="tx1"/>
                  </a:solidFill>
                  <a:latin typeface="Arial" panose="020B0604020202020204" pitchFamily="34" charset="0"/>
                </a:defRPr>
              </a:lvl4pPr>
              <a:lvl5pPr marL="2057400" indent="-228600" eaLnBrk="0" hangingPunct="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eaLnBrk="1" hangingPunct="1"/>
              <a:endParaRPr lang="en-US" altLang="en-US" dirty="0"/>
            </a:p>
          </p:txBody>
        </p:sp>
        <p:sp>
          <p:nvSpPr>
            <p:cNvPr id="18446" name="Rectangle 10">
              <a:extLst>
                <a:ext uri="{FF2B5EF4-FFF2-40B4-BE49-F238E27FC236}">
                  <a16:creationId xmlns:a16="http://schemas.microsoft.com/office/drawing/2014/main" id="{75613C56-2382-C3EF-18A2-79C6EA7DD3D5}"/>
                </a:ext>
              </a:extLst>
            </p:cNvPr>
            <p:cNvSpPr>
              <a:spLocks noChangeArrowheads="1"/>
            </p:cNvSpPr>
            <p:nvPr/>
          </p:nvSpPr>
          <p:spPr bwMode="auto">
            <a:xfrm>
              <a:off x="1751" y="2159"/>
              <a:ext cx="279" cy="28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90488" tIns="44450" rIns="90488" bIns="44450">
              <a:spAutoFit/>
            </a:bodyPr>
            <a:lstStyle>
              <a:lvl1pPr eaLnBrk="0" hangingPunct="0">
                <a:defRPr>
                  <a:solidFill>
                    <a:schemeClr val="tx1"/>
                  </a:solidFill>
                  <a:latin typeface="Arial" panose="020B0604020202020204" pitchFamily="34" charset="0"/>
                </a:defRPr>
              </a:lvl1pPr>
              <a:lvl2pPr marL="742950" indent="-285750" eaLnBrk="0" hangingPunct="0">
                <a:defRPr>
                  <a:solidFill>
                    <a:schemeClr val="tx1"/>
                  </a:solidFill>
                  <a:latin typeface="Arial" panose="020B0604020202020204" pitchFamily="34" charset="0"/>
                </a:defRPr>
              </a:lvl2pPr>
              <a:lvl3pPr marL="1143000" indent="-228600" eaLnBrk="0" hangingPunct="0">
                <a:defRPr>
                  <a:solidFill>
                    <a:schemeClr val="tx1"/>
                  </a:solidFill>
                  <a:latin typeface="Arial" panose="020B0604020202020204" pitchFamily="34" charset="0"/>
                </a:defRPr>
              </a:lvl3pPr>
              <a:lvl4pPr marL="1600200" indent="-228600" eaLnBrk="0" hangingPunct="0">
                <a:defRPr>
                  <a:solidFill>
                    <a:schemeClr val="tx1"/>
                  </a:solidFill>
                  <a:latin typeface="Arial" panose="020B0604020202020204" pitchFamily="34" charset="0"/>
                </a:defRPr>
              </a:lvl4pPr>
              <a:lvl5pPr marL="2057400" indent="-228600" eaLnBrk="0" hangingPunct="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r>
                <a:rPr lang="en-US" altLang="en-US" sz="2800" b="1" dirty="0">
                  <a:cs typeface="Arial" panose="020B0604020202020204" pitchFamily="34" charset="0"/>
                </a:rPr>
                <a:t>N</a:t>
              </a:r>
            </a:p>
          </p:txBody>
        </p:sp>
        <p:sp>
          <p:nvSpPr>
            <p:cNvPr id="18447" name="Rectangle 11">
              <a:extLst>
                <a:ext uri="{FF2B5EF4-FFF2-40B4-BE49-F238E27FC236}">
                  <a16:creationId xmlns:a16="http://schemas.microsoft.com/office/drawing/2014/main" id="{AB060F97-B797-8081-7038-D85A21DC30E3}"/>
                </a:ext>
              </a:extLst>
            </p:cNvPr>
            <p:cNvSpPr>
              <a:spLocks noChangeArrowheads="1"/>
            </p:cNvSpPr>
            <p:nvPr/>
          </p:nvSpPr>
          <p:spPr bwMode="auto">
            <a:xfrm>
              <a:off x="2322" y="2159"/>
              <a:ext cx="391" cy="28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90488" tIns="44450" rIns="90488" bIns="44450">
              <a:spAutoFit/>
            </a:bodyPr>
            <a:lstStyle>
              <a:lvl1pPr eaLnBrk="0" hangingPunct="0">
                <a:defRPr>
                  <a:solidFill>
                    <a:schemeClr val="tx1"/>
                  </a:solidFill>
                  <a:latin typeface="Arial" panose="020B0604020202020204" pitchFamily="34" charset="0"/>
                </a:defRPr>
              </a:lvl1pPr>
              <a:lvl2pPr marL="742950" indent="-285750" eaLnBrk="0" hangingPunct="0">
                <a:defRPr>
                  <a:solidFill>
                    <a:schemeClr val="tx1"/>
                  </a:solidFill>
                  <a:latin typeface="Arial" panose="020B0604020202020204" pitchFamily="34" charset="0"/>
                </a:defRPr>
              </a:lvl2pPr>
              <a:lvl3pPr marL="1143000" indent="-228600" eaLnBrk="0" hangingPunct="0">
                <a:defRPr>
                  <a:solidFill>
                    <a:schemeClr val="tx1"/>
                  </a:solidFill>
                  <a:latin typeface="Arial" panose="020B0604020202020204" pitchFamily="34" charset="0"/>
                </a:defRPr>
              </a:lvl3pPr>
              <a:lvl4pPr marL="1600200" indent="-228600" eaLnBrk="0" hangingPunct="0">
                <a:defRPr>
                  <a:solidFill>
                    <a:schemeClr val="tx1"/>
                  </a:solidFill>
                  <a:latin typeface="Arial" panose="020B0604020202020204" pitchFamily="34" charset="0"/>
                </a:defRPr>
              </a:lvl4pPr>
              <a:lvl5pPr marL="2057400" indent="-228600" eaLnBrk="0" hangingPunct="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r>
                <a:rPr lang="en-US" altLang="en-US" sz="2800" b="1" dirty="0">
                  <a:cs typeface="Arial" panose="020B0604020202020204" pitchFamily="34" charset="0"/>
                </a:rPr>
                <a:t>I/Y</a:t>
              </a:r>
            </a:p>
          </p:txBody>
        </p:sp>
        <p:sp>
          <p:nvSpPr>
            <p:cNvPr id="18448" name="Rectangle 12">
              <a:extLst>
                <a:ext uri="{FF2B5EF4-FFF2-40B4-BE49-F238E27FC236}">
                  <a16:creationId xmlns:a16="http://schemas.microsoft.com/office/drawing/2014/main" id="{F6080216-E2E6-A25F-CB95-B4404B11A3C4}"/>
                </a:ext>
              </a:extLst>
            </p:cNvPr>
            <p:cNvSpPr>
              <a:spLocks noChangeArrowheads="1"/>
            </p:cNvSpPr>
            <p:nvPr/>
          </p:nvSpPr>
          <p:spPr bwMode="auto">
            <a:xfrm>
              <a:off x="2908" y="2159"/>
              <a:ext cx="416" cy="28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90488" tIns="44450" rIns="90488" bIns="44450">
              <a:spAutoFit/>
            </a:bodyPr>
            <a:lstStyle>
              <a:lvl1pPr eaLnBrk="0" hangingPunct="0">
                <a:defRPr>
                  <a:solidFill>
                    <a:schemeClr val="tx1"/>
                  </a:solidFill>
                  <a:latin typeface="Arial" panose="020B0604020202020204" pitchFamily="34" charset="0"/>
                </a:defRPr>
              </a:lvl1pPr>
              <a:lvl2pPr marL="742950" indent="-285750" eaLnBrk="0" hangingPunct="0">
                <a:defRPr>
                  <a:solidFill>
                    <a:schemeClr val="tx1"/>
                  </a:solidFill>
                  <a:latin typeface="Arial" panose="020B0604020202020204" pitchFamily="34" charset="0"/>
                </a:defRPr>
              </a:lvl2pPr>
              <a:lvl3pPr marL="1143000" indent="-228600" eaLnBrk="0" hangingPunct="0">
                <a:defRPr>
                  <a:solidFill>
                    <a:schemeClr val="tx1"/>
                  </a:solidFill>
                  <a:latin typeface="Arial" panose="020B0604020202020204" pitchFamily="34" charset="0"/>
                </a:defRPr>
              </a:lvl3pPr>
              <a:lvl4pPr marL="1600200" indent="-228600" eaLnBrk="0" hangingPunct="0">
                <a:defRPr>
                  <a:solidFill>
                    <a:schemeClr val="tx1"/>
                  </a:solidFill>
                  <a:latin typeface="Arial" panose="020B0604020202020204" pitchFamily="34" charset="0"/>
                </a:defRPr>
              </a:lvl4pPr>
              <a:lvl5pPr marL="2057400" indent="-228600" eaLnBrk="0" hangingPunct="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r>
                <a:rPr lang="en-US" altLang="en-US" sz="2800" b="1" dirty="0">
                  <a:cs typeface="Arial" panose="020B0604020202020204" pitchFamily="34" charset="0"/>
                </a:rPr>
                <a:t>PV</a:t>
              </a:r>
            </a:p>
          </p:txBody>
        </p:sp>
        <p:sp>
          <p:nvSpPr>
            <p:cNvPr id="18449" name="Rectangle 13">
              <a:extLst>
                <a:ext uri="{FF2B5EF4-FFF2-40B4-BE49-F238E27FC236}">
                  <a16:creationId xmlns:a16="http://schemas.microsoft.com/office/drawing/2014/main" id="{F11D3D28-F778-37F5-21F0-1569C9AB3C87}"/>
                </a:ext>
              </a:extLst>
            </p:cNvPr>
            <p:cNvSpPr>
              <a:spLocks noChangeArrowheads="1"/>
            </p:cNvSpPr>
            <p:nvPr/>
          </p:nvSpPr>
          <p:spPr bwMode="auto">
            <a:xfrm>
              <a:off x="3487" y="2159"/>
              <a:ext cx="524" cy="25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90488" tIns="44450" rIns="90488" bIns="44450">
              <a:spAutoFit/>
            </a:bodyPr>
            <a:lstStyle>
              <a:lvl1pPr eaLnBrk="0" hangingPunct="0">
                <a:defRPr>
                  <a:solidFill>
                    <a:schemeClr val="tx1"/>
                  </a:solidFill>
                  <a:latin typeface="Arial" panose="020B0604020202020204" pitchFamily="34" charset="0"/>
                </a:defRPr>
              </a:lvl1pPr>
              <a:lvl2pPr marL="742950" indent="-285750" eaLnBrk="0" hangingPunct="0">
                <a:defRPr>
                  <a:solidFill>
                    <a:schemeClr val="tx1"/>
                  </a:solidFill>
                  <a:latin typeface="Arial" panose="020B0604020202020204" pitchFamily="34" charset="0"/>
                </a:defRPr>
              </a:lvl2pPr>
              <a:lvl3pPr marL="1143000" indent="-228600" eaLnBrk="0" hangingPunct="0">
                <a:defRPr>
                  <a:solidFill>
                    <a:schemeClr val="tx1"/>
                  </a:solidFill>
                  <a:latin typeface="Arial" panose="020B0604020202020204" pitchFamily="34" charset="0"/>
                </a:defRPr>
              </a:lvl3pPr>
              <a:lvl4pPr marL="1600200" indent="-228600" eaLnBrk="0" hangingPunct="0">
                <a:defRPr>
                  <a:solidFill>
                    <a:schemeClr val="tx1"/>
                  </a:solidFill>
                  <a:latin typeface="Arial" panose="020B0604020202020204" pitchFamily="34" charset="0"/>
                </a:defRPr>
              </a:lvl4pPr>
              <a:lvl5pPr marL="2057400" indent="-228600" eaLnBrk="0" hangingPunct="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r>
                <a:rPr lang="en-US" altLang="en-US" sz="2400" b="1" dirty="0">
                  <a:cs typeface="Arial" panose="020B0604020202020204" pitchFamily="34" charset="0"/>
                </a:rPr>
                <a:t>PMT</a:t>
              </a:r>
            </a:p>
          </p:txBody>
        </p:sp>
        <p:sp>
          <p:nvSpPr>
            <p:cNvPr id="18450" name="Rectangle 14">
              <a:extLst>
                <a:ext uri="{FF2B5EF4-FFF2-40B4-BE49-F238E27FC236}">
                  <a16:creationId xmlns:a16="http://schemas.microsoft.com/office/drawing/2014/main" id="{E0255B76-2DD1-5046-2C3D-705697552168}"/>
                </a:ext>
              </a:extLst>
            </p:cNvPr>
            <p:cNvSpPr>
              <a:spLocks noChangeArrowheads="1"/>
            </p:cNvSpPr>
            <p:nvPr/>
          </p:nvSpPr>
          <p:spPr bwMode="auto">
            <a:xfrm>
              <a:off x="4171" y="2159"/>
              <a:ext cx="404" cy="28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90488" tIns="44450" rIns="90488" bIns="44450">
              <a:spAutoFit/>
            </a:bodyPr>
            <a:lstStyle>
              <a:lvl1pPr eaLnBrk="0" hangingPunct="0">
                <a:defRPr>
                  <a:solidFill>
                    <a:schemeClr val="tx1"/>
                  </a:solidFill>
                  <a:latin typeface="Arial" panose="020B0604020202020204" pitchFamily="34" charset="0"/>
                </a:defRPr>
              </a:lvl1pPr>
              <a:lvl2pPr marL="742950" indent="-285750" eaLnBrk="0" hangingPunct="0">
                <a:defRPr>
                  <a:solidFill>
                    <a:schemeClr val="tx1"/>
                  </a:solidFill>
                  <a:latin typeface="Arial" panose="020B0604020202020204" pitchFamily="34" charset="0"/>
                </a:defRPr>
              </a:lvl2pPr>
              <a:lvl3pPr marL="1143000" indent="-228600" eaLnBrk="0" hangingPunct="0">
                <a:defRPr>
                  <a:solidFill>
                    <a:schemeClr val="tx1"/>
                  </a:solidFill>
                  <a:latin typeface="Arial" panose="020B0604020202020204" pitchFamily="34" charset="0"/>
                </a:defRPr>
              </a:lvl3pPr>
              <a:lvl4pPr marL="1600200" indent="-228600" eaLnBrk="0" hangingPunct="0">
                <a:defRPr>
                  <a:solidFill>
                    <a:schemeClr val="tx1"/>
                  </a:solidFill>
                  <a:latin typeface="Arial" panose="020B0604020202020204" pitchFamily="34" charset="0"/>
                </a:defRPr>
              </a:lvl4pPr>
              <a:lvl5pPr marL="2057400" indent="-228600" eaLnBrk="0" hangingPunct="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r>
                <a:rPr lang="en-US" altLang="en-US" sz="2800" b="1" dirty="0">
                  <a:cs typeface="Arial" panose="020B0604020202020204" pitchFamily="34" charset="0"/>
                </a:rPr>
                <a:t>FV</a:t>
              </a:r>
            </a:p>
          </p:txBody>
        </p:sp>
        <p:sp>
          <p:nvSpPr>
            <p:cNvPr id="18451" name="Rectangle 15">
              <a:extLst>
                <a:ext uri="{FF2B5EF4-FFF2-40B4-BE49-F238E27FC236}">
                  <a16:creationId xmlns:a16="http://schemas.microsoft.com/office/drawing/2014/main" id="{08358D6D-A2DB-72EC-3D5E-C2AF616AFE98}"/>
                </a:ext>
              </a:extLst>
            </p:cNvPr>
            <p:cNvSpPr>
              <a:spLocks noChangeArrowheads="1"/>
            </p:cNvSpPr>
            <p:nvPr/>
          </p:nvSpPr>
          <p:spPr bwMode="auto">
            <a:xfrm>
              <a:off x="2652" y="2395"/>
              <a:ext cx="178" cy="28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90488" tIns="44450" rIns="90488" bIns="44450">
              <a:spAutoFit/>
            </a:bodyPr>
            <a:lstStyle>
              <a:lvl1pPr eaLnBrk="0" hangingPunct="0">
                <a:defRPr>
                  <a:solidFill>
                    <a:schemeClr val="tx1"/>
                  </a:solidFill>
                  <a:latin typeface="Arial" panose="020B0604020202020204" pitchFamily="34" charset="0"/>
                </a:defRPr>
              </a:lvl1pPr>
              <a:lvl2pPr marL="742950" indent="-285750" eaLnBrk="0" hangingPunct="0">
                <a:defRPr>
                  <a:solidFill>
                    <a:schemeClr val="tx1"/>
                  </a:solidFill>
                  <a:latin typeface="Arial" panose="020B0604020202020204" pitchFamily="34" charset="0"/>
                </a:defRPr>
              </a:lvl2pPr>
              <a:lvl3pPr marL="1143000" indent="-228600" eaLnBrk="0" hangingPunct="0">
                <a:defRPr>
                  <a:solidFill>
                    <a:schemeClr val="tx1"/>
                  </a:solidFill>
                  <a:latin typeface="Arial" panose="020B0604020202020204" pitchFamily="34" charset="0"/>
                </a:defRPr>
              </a:lvl3pPr>
              <a:lvl4pPr marL="1600200" indent="-228600" eaLnBrk="0" hangingPunct="0">
                <a:defRPr>
                  <a:solidFill>
                    <a:schemeClr val="tx1"/>
                  </a:solidFill>
                  <a:latin typeface="Arial" panose="020B0604020202020204" pitchFamily="34" charset="0"/>
                </a:defRPr>
              </a:lvl4pPr>
              <a:lvl5pPr marL="2057400" indent="-228600" eaLnBrk="0" hangingPunct="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r>
                <a:rPr lang="en-US" altLang="en-US" sz="2800" b="1" dirty="0">
                  <a:cs typeface="Arial" panose="020B0604020202020204" pitchFamily="34" charset="0"/>
                </a:rPr>
                <a:t> </a:t>
              </a:r>
            </a:p>
          </p:txBody>
        </p:sp>
        <p:sp>
          <p:nvSpPr>
            <p:cNvPr id="18452" name="AutoShape 16">
              <a:extLst>
                <a:ext uri="{FF2B5EF4-FFF2-40B4-BE49-F238E27FC236}">
                  <a16:creationId xmlns:a16="http://schemas.microsoft.com/office/drawing/2014/main" id="{6DFD2EF3-3DC4-4FF1-52AB-5233D3135711}"/>
                </a:ext>
              </a:extLst>
            </p:cNvPr>
            <p:cNvSpPr>
              <a:spLocks noChangeArrowheads="1"/>
            </p:cNvSpPr>
            <p:nvPr/>
          </p:nvSpPr>
          <p:spPr bwMode="auto">
            <a:xfrm>
              <a:off x="750" y="1941"/>
              <a:ext cx="819" cy="305"/>
            </a:xfrm>
            <a:prstGeom prst="roundRect">
              <a:avLst>
                <a:gd name="adj" fmla="val 12486"/>
              </a:avLst>
            </a:prstGeom>
            <a:solidFill>
              <a:srgbClr val="00FF00"/>
            </a:solidFill>
            <a:ln>
              <a:noFill/>
            </a:ln>
            <a:extLst>
              <a:ext uri="{91240B29-F687-4F45-9708-019B960494DF}">
                <a14:hiddenLine xmlns:a14="http://schemas.microsoft.com/office/drawing/2010/main" w="9525">
                  <a:solidFill>
                    <a:srgbClr val="000000"/>
                  </a:solidFill>
                  <a:round/>
                  <a:headEnd/>
                  <a:tailEnd/>
                </a14:hiddenLine>
              </a:ext>
            </a:extLst>
          </p:spPr>
          <p:txBody>
            <a:bodyPr wrap="none" lIns="90488" tIns="44450" rIns="90488" bIns="44450" anchor="ctr"/>
            <a:lstStyle>
              <a:lvl1pPr eaLnBrk="0" hangingPunct="0">
                <a:defRPr>
                  <a:solidFill>
                    <a:schemeClr val="tx1"/>
                  </a:solidFill>
                  <a:latin typeface="Arial" panose="020B0604020202020204" pitchFamily="34" charset="0"/>
                </a:defRPr>
              </a:lvl1pPr>
              <a:lvl2pPr marL="742950" indent="-285750" eaLnBrk="0" hangingPunct="0">
                <a:defRPr>
                  <a:solidFill>
                    <a:schemeClr val="tx1"/>
                  </a:solidFill>
                  <a:latin typeface="Arial" panose="020B0604020202020204" pitchFamily="34" charset="0"/>
                </a:defRPr>
              </a:lvl2pPr>
              <a:lvl3pPr marL="1143000" indent="-228600" eaLnBrk="0" hangingPunct="0">
                <a:defRPr>
                  <a:solidFill>
                    <a:schemeClr val="tx1"/>
                  </a:solidFill>
                  <a:latin typeface="Arial" panose="020B0604020202020204" pitchFamily="34" charset="0"/>
                </a:defRPr>
              </a:lvl3pPr>
              <a:lvl4pPr marL="1600200" indent="-228600" eaLnBrk="0" hangingPunct="0">
                <a:defRPr>
                  <a:solidFill>
                    <a:schemeClr val="tx1"/>
                  </a:solidFill>
                  <a:latin typeface="Arial" panose="020B0604020202020204" pitchFamily="34" charset="0"/>
                </a:defRPr>
              </a:lvl4pPr>
              <a:lvl5pPr marL="2057400" indent="-228600" eaLnBrk="0" hangingPunct="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algn="ctr"/>
              <a:r>
                <a:rPr lang="en-US" altLang="en-US" sz="2400" b="1" dirty="0">
                  <a:cs typeface="Arial" panose="020B0604020202020204" pitchFamily="34" charset="0"/>
                </a:rPr>
                <a:t>INPUTS</a:t>
              </a:r>
            </a:p>
          </p:txBody>
        </p:sp>
        <p:sp>
          <p:nvSpPr>
            <p:cNvPr id="18453" name="AutoShape 17">
              <a:extLst>
                <a:ext uri="{FF2B5EF4-FFF2-40B4-BE49-F238E27FC236}">
                  <a16:creationId xmlns:a16="http://schemas.microsoft.com/office/drawing/2014/main" id="{32B280F9-BE49-98B1-AD96-836B930CCE86}"/>
                </a:ext>
              </a:extLst>
            </p:cNvPr>
            <p:cNvSpPr>
              <a:spLocks noChangeArrowheads="1"/>
            </p:cNvSpPr>
            <p:nvPr/>
          </p:nvSpPr>
          <p:spPr bwMode="auto">
            <a:xfrm>
              <a:off x="744" y="2367"/>
              <a:ext cx="819" cy="305"/>
            </a:xfrm>
            <a:prstGeom prst="roundRect">
              <a:avLst>
                <a:gd name="adj" fmla="val 12486"/>
              </a:avLst>
            </a:prstGeom>
            <a:solidFill>
              <a:srgbClr val="00FF00"/>
            </a:solidFill>
            <a:ln>
              <a:noFill/>
            </a:ln>
            <a:extLst>
              <a:ext uri="{91240B29-F687-4F45-9708-019B960494DF}">
                <a14:hiddenLine xmlns:a14="http://schemas.microsoft.com/office/drawing/2010/main" w="9525">
                  <a:solidFill>
                    <a:srgbClr val="000000"/>
                  </a:solidFill>
                  <a:round/>
                  <a:headEnd/>
                  <a:tailEnd/>
                </a14:hiddenLine>
              </a:ext>
            </a:extLst>
          </p:spPr>
          <p:txBody>
            <a:bodyPr wrap="none" lIns="90488" tIns="44450" rIns="90488" bIns="44450" anchor="ctr"/>
            <a:lstStyle>
              <a:lvl1pPr eaLnBrk="0" hangingPunct="0">
                <a:defRPr>
                  <a:solidFill>
                    <a:schemeClr val="tx1"/>
                  </a:solidFill>
                  <a:latin typeface="Arial" panose="020B0604020202020204" pitchFamily="34" charset="0"/>
                </a:defRPr>
              </a:lvl1pPr>
              <a:lvl2pPr marL="742950" indent="-285750" eaLnBrk="0" hangingPunct="0">
                <a:defRPr>
                  <a:solidFill>
                    <a:schemeClr val="tx1"/>
                  </a:solidFill>
                  <a:latin typeface="Arial" panose="020B0604020202020204" pitchFamily="34" charset="0"/>
                </a:defRPr>
              </a:lvl2pPr>
              <a:lvl3pPr marL="1143000" indent="-228600" eaLnBrk="0" hangingPunct="0">
                <a:defRPr>
                  <a:solidFill>
                    <a:schemeClr val="tx1"/>
                  </a:solidFill>
                  <a:latin typeface="Arial" panose="020B0604020202020204" pitchFamily="34" charset="0"/>
                </a:defRPr>
              </a:lvl3pPr>
              <a:lvl4pPr marL="1600200" indent="-228600" eaLnBrk="0" hangingPunct="0">
                <a:defRPr>
                  <a:solidFill>
                    <a:schemeClr val="tx1"/>
                  </a:solidFill>
                  <a:latin typeface="Arial" panose="020B0604020202020204" pitchFamily="34" charset="0"/>
                </a:defRPr>
              </a:lvl4pPr>
              <a:lvl5pPr marL="2057400" indent="-228600" eaLnBrk="0" hangingPunct="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algn="ctr"/>
              <a:r>
                <a:rPr lang="en-US" altLang="en-US" sz="2400" b="1" dirty="0">
                  <a:cs typeface="Arial" panose="020B0604020202020204" pitchFamily="34" charset="0"/>
                </a:rPr>
                <a:t>OUTPUT</a:t>
              </a:r>
            </a:p>
          </p:txBody>
        </p:sp>
      </p:grpSp>
      <p:sp>
        <p:nvSpPr>
          <p:cNvPr id="2" name="TextBox 1">
            <a:extLst>
              <a:ext uri="{FF2B5EF4-FFF2-40B4-BE49-F238E27FC236}">
                <a16:creationId xmlns:a16="http://schemas.microsoft.com/office/drawing/2014/main" id="{BDA2C89F-FBAE-CF1D-913E-F08E7AC28B5C}"/>
              </a:ext>
            </a:extLst>
          </p:cNvPr>
          <p:cNvSpPr txBox="1"/>
          <p:nvPr/>
        </p:nvSpPr>
        <p:spPr>
          <a:xfrm>
            <a:off x="1008185" y="375138"/>
            <a:ext cx="1066800" cy="369332"/>
          </a:xfrm>
          <a:prstGeom prst="rect">
            <a:avLst/>
          </a:prstGeom>
          <a:noFill/>
          <a:ln>
            <a:solidFill>
              <a:schemeClr val="tx1"/>
            </a:solidFill>
          </a:ln>
        </p:spPr>
        <p:txBody>
          <a:bodyPr wrap="square" rtlCol="0">
            <a:spAutoFit/>
          </a:bodyPr>
          <a:lstStyle/>
          <a:p>
            <a:r>
              <a:rPr lang="en-US" dirty="0"/>
              <a:t>a.</a:t>
            </a:r>
          </a:p>
        </p:txBody>
      </p:sp>
      <p:sp>
        <p:nvSpPr>
          <p:cNvPr id="5" name="TextBox 4">
            <a:extLst>
              <a:ext uri="{FF2B5EF4-FFF2-40B4-BE49-F238E27FC236}">
                <a16:creationId xmlns:a16="http://schemas.microsoft.com/office/drawing/2014/main" id="{D72FCE74-4839-ADA4-255B-8A5E2652F6E7}"/>
              </a:ext>
            </a:extLst>
          </p:cNvPr>
          <p:cNvSpPr txBox="1"/>
          <p:nvPr/>
        </p:nvSpPr>
        <p:spPr>
          <a:xfrm>
            <a:off x="5822217" y="2110154"/>
            <a:ext cx="901700" cy="400110"/>
          </a:xfrm>
          <a:prstGeom prst="rect">
            <a:avLst/>
          </a:prstGeom>
          <a:noFill/>
        </p:spPr>
        <p:txBody>
          <a:bodyPr wrap="square" rtlCol="0">
            <a:spAutoFit/>
          </a:bodyPr>
          <a:lstStyle/>
          <a:p>
            <a:r>
              <a:rPr lang="en-US" sz="2000" dirty="0">
                <a:solidFill>
                  <a:srgbClr val="FF0000"/>
                </a:solidFill>
              </a:rPr>
              <a:t>11.37</a:t>
            </a:r>
          </a:p>
        </p:txBody>
      </p:sp>
      <p:grpSp>
        <p:nvGrpSpPr>
          <p:cNvPr id="6" name="Group 2">
            <a:extLst>
              <a:ext uri="{FF2B5EF4-FFF2-40B4-BE49-F238E27FC236}">
                <a16:creationId xmlns:a16="http://schemas.microsoft.com/office/drawing/2014/main" id="{EE99B17A-01D6-B029-D086-1BC1DDE82E6F}"/>
              </a:ext>
            </a:extLst>
          </p:cNvPr>
          <p:cNvGrpSpPr>
            <a:grpSpLocks/>
          </p:cNvGrpSpPr>
          <p:nvPr/>
        </p:nvGrpSpPr>
        <p:grpSpPr bwMode="auto">
          <a:xfrm>
            <a:off x="2388455" y="3945820"/>
            <a:ext cx="6629400" cy="1524000"/>
            <a:chOff x="659" y="1904"/>
            <a:chExt cx="4176" cy="832"/>
          </a:xfrm>
        </p:grpSpPr>
        <p:sp>
          <p:nvSpPr>
            <p:cNvPr id="7" name="AutoShape 3">
              <a:extLst>
                <a:ext uri="{FF2B5EF4-FFF2-40B4-BE49-F238E27FC236}">
                  <a16:creationId xmlns:a16="http://schemas.microsoft.com/office/drawing/2014/main" id="{7D139325-7EED-31CC-AF2B-DD02E46F6280}"/>
                </a:ext>
              </a:extLst>
            </p:cNvPr>
            <p:cNvSpPr>
              <a:spLocks noChangeArrowheads="1"/>
            </p:cNvSpPr>
            <p:nvPr/>
          </p:nvSpPr>
          <p:spPr bwMode="auto">
            <a:xfrm>
              <a:off x="659" y="1904"/>
              <a:ext cx="4176" cy="832"/>
            </a:xfrm>
            <a:prstGeom prst="roundRect">
              <a:avLst>
                <a:gd name="adj" fmla="val 12486"/>
              </a:avLst>
            </a:prstGeom>
            <a:solidFill>
              <a:srgbClr val="FFFFCC"/>
            </a:solidFill>
            <a:ln w="25400">
              <a:solidFill>
                <a:schemeClr val="tx1"/>
              </a:solidFill>
              <a:round/>
              <a:headEnd/>
              <a:tailEnd/>
            </a:ln>
          </p:spPr>
          <p:txBody>
            <a:bodyPr wrap="none" anchor="ctr"/>
            <a:lstStyle>
              <a:lvl1pPr eaLnBrk="0" hangingPunct="0">
                <a:defRPr>
                  <a:solidFill>
                    <a:schemeClr val="tx1"/>
                  </a:solidFill>
                  <a:latin typeface="Arial" panose="020B0604020202020204" pitchFamily="34" charset="0"/>
                </a:defRPr>
              </a:lvl1pPr>
              <a:lvl2pPr marL="742950" indent="-285750" eaLnBrk="0" hangingPunct="0">
                <a:defRPr>
                  <a:solidFill>
                    <a:schemeClr val="tx1"/>
                  </a:solidFill>
                  <a:latin typeface="Arial" panose="020B0604020202020204" pitchFamily="34" charset="0"/>
                </a:defRPr>
              </a:lvl2pPr>
              <a:lvl3pPr marL="1143000" indent="-228600" eaLnBrk="0" hangingPunct="0">
                <a:defRPr>
                  <a:solidFill>
                    <a:schemeClr val="tx1"/>
                  </a:solidFill>
                  <a:latin typeface="Arial" panose="020B0604020202020204" pitchFamily="34" charset="0"/>
                </a:defRPr>
              </a:lvl3pPr>
              <a:lvl4pPr marL="1600200" indent="-228600" eaLnBrk="0" hangingPunct="0">
                <a:defRPr>
                  <a:solidFill>
                    <a:schemeClr val="tx1"/>
                  </a:solidFill>
                  <a:latin typeface="Arial" panose="020B0604020202020204" pitchFamily="34" charset="0"/>
                </a:defRPr>
              </a:lvl4pPr>
              <a:lvl5pPr marL="2057400" indent="-228600" eaLnBrk="0" hangingPunct="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algn="ctr" eaLnBrk="1" hangingPunct="1"/>
              <a:endParaRPr lang="en-US" altLang="en-US" sz="2400" dirty="0">
                <a:cs typeface="Arial" panose="020B0604020202020204" pitchFamily="34" charset="0"/>
              </a:endParaRPr>
            </a:p>
          </p:txBody>
        </p:sp>
        <p:sp>
          <p:nvSpPr>
            <p:cNvPr id="8" name="Rectangle 4">
              <a:extLst>
                <a:ext uri="{FF2B5EF4-FFF2-40B4-BE49-F238E27FC236}">
                  <a16:creationId xmlns:a16="http://schemas.microsoft.com/office/drawing/2014/main" id="{9B3CE079-5188-CA72-52F2-56727825F35D}"/>
                </a:ext>
              </a:extLst>
            </p:cNvPr>
            <p:cNvSpPr>
              <a:spLocks noChangeArrowheads="1"/>
            </p:cNvSpPr>
            <p:nvPr/>
          </p:nvSpPr>
          <p:spPr bwMode="auto">
            <a:xfrm>
              <a:off x="659" y="1937"/>
              <a:ext cx="4093" cy="28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90488" tIns="44450" rIns="90488" bIns="44450">
              <a:spAutoFit/>
            </a:bodyPr>
            <a:lstStyle>
              <a:lvl1pPr eaLnBrk="0" hangingPunct="0">
                <a:defRPr>
                  <a:solidFill>
                    <a:schemeClr val="tx1"/>
                  </a:solidFill>
                  <a:latin typeface="Arial" panose="020B0604020202020204" pitchFamily="34" charset="0"/>
                </a:defRPr>
              </a:lvl1pPr>
              <a:lvl2pPr marL="742950" indent="-285750" eaLnBrk="0" hangingPunct="0">
                <a:defRPr>
                  <a:solidFill>
                    <a:schemeClr val="tx1"/>
                  </a:solidFill>
                  <a:latin typeface="Arial" panose="020B0604020202020204" pitchFamily="34" charset="0"/>
                </a:defRPr>
              </a:lvl2pPr>
              <a:lvl3pPr marL="1143000" indent="-228600" eaLnBrk="0" hangingPunct="0">
                <a:defRPr>
                  <a:solidFill>
                    <a:schemeClr val="tx1"/>
                  </a:solidFill>
                  <a:latin typeface="Arial" panose="020B0604020202020204" pitchFamily="34" charset="0"/>
                </a:defRPr>
              </a:lvl3pPr>
              <a:lvl4pPr marL="1600200" indent="-228600" eaLnBrk="0" hangingPunct="0">
                <a:defRPr>
                  <a:solidFill>
                    <a:schemeClr val="tx1"/>
                  </a:solidFill>
                  <a:latin typeface="Arial" panose="020B0604020202020204" pitchFamily="34" charset="0"/>
                </a:defRPr>
              </a:lvl4pPr>
              <a:lvl5pPr marL="2057400" indent="-228600" eaLnBrk="0" hangingPunct="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r>
                <a:rPr lang="en-US" altLang="en-US" sz="2800" b="1" dirty="0">
                  <a:cs typeface="Arial" panose="020B0604020202020204" pitchFamily="34" charset="0"/>
                </a:rPr>
                <a:t>	        6     13                 -2         0</a:t>
              </a:r>
            </a:p>
          </p:txBody>
        </p:sp>
        <p:sp>
          <p:nvSpPr>
            <p:cNvPr id="9" name="AutoShape 5">
              <a:extLst>
                <a:ext uri="{FF2B5EF4-FFF2-40B4-BE49-F238E27FC236}">
                  <a16:creationId xmlns:a16="http://schemas.microsoft.com/office/drawing/2014/main" id="{6F48C130-D107-D714-6FF0-FBBC36E4C8CD}"/>
                </a:ext>
              </a:extLst>
            </p:cNvPr>
            <p:cNvSpPr>
              <a:spLocks noChangeArrowheads="1"/>
            </p:cNvSpPr>
            <p:nvPr/>
          </p:nvSpPr>
          <p:spPr bwMode="auto">
            <a:xfrm>
              <a:off x="2244" y="2213"/>
              <a:ext cx="486" cy="248"/>
            </a:xfrm>
            <a:prstGeom prst="roundRect">
              <a:avLst>
                <a:gd name="adj" fmla="val 12486"/>
              </a:avLst>
            </a:prstGeom>
            <a:solidFill>
              <a:srgbClr val="8CF4EA"/>
            </a:solidFill>
            <a:ln w="25400">
              <a:solidFill>
                <a:schemeClr val="tx1"/>
              </a:solidFill>
              <a:round/>
              <a:headEnd/>
              <a:tailEnd/>
            </a:ln>
          </p:spPr>
          <p:txBody>
            <a:bodyPr wrap="none" anchor="ctr"/>
            <a:lstStyle>
              <a:lvl1pPr eaLnBrk="0" hangingPunct="0">
                <a:defRPr>
                  <a:solidFill>
                    <a:schemeClr val="tx1"/>
                  </a:solidFill>
                  <a:latin typeface="Arial" panose="020B0604020202020204" pitchFamily="34" charset="0"/>
                </a:defRPr>
              </a:lvl1pPr>
              <a:lvl2pPr marL="742950" indent="-285750" eaLnBrk="0" hangingPunct="0">
                <a:defRPr>
                  <a:solidFill>
                    <a:schemeClr val="tx1"/>
                  </a:solidFill>
                  <a:latin typeface="Arial" panose="020B0604020202020204" pitchFamily="34" charset="0"/>
                </a:defRPr>
              </a:lvl2pPr>
              <a:lvl3pPr marL="1143000" indent="-228600" eaLnBrk="0" hangingPunct="0">
                <a:defRPr>
                  <a:solidFill>
                    <a:schemeClr val="tx1"/>
                  </a:solidFill>
                  <a:latin typeface="Arial" panose="020B0604020202020204" pitchFamily="34" charset="0"/>
                </a:defRPr>
              </a:lvl3pPr>
              <a:lvl4pPr marL="1600200" indent="-228600" eaLnBrk="0" hangingPunct="0">
                <a:defRPr>
                  <a:solidFill>
                    <a:schemeClr val="tx1"/>
                  </a:solidFill>
                  <a:latin typeface="Arial" panose="020B0604020202020204" pitchFamily="34" charset="0"/>
                </a:defRPr>
              </a:lvl4pPr>
              <a:lvl5pPr marL="2057400" indent="-228600" eaLnBrk="0" hangingPunct="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eaLnBrk="1" hangingPunct="1"/>
              <a:endParaRPr lang="en-US" altLang="en-US" dirty="0"/>
            </a:p>
          </p:txBody>
        </p:sp>
        <p:sp>
          <p:nvSpPr>
            <p:cNvPr id="10" name="AutoShape 6">
              <a:extLst>
                <a:ext uri="{FF2B5EF4-FFF2-40B4-BE49-F238E27FC236}">
                  <a16:creationId xmlns:a16="http://schemas.microsoft.com/office/drawing/2014/main" id="{E19B326E-1EAF-EC5F-246D-CD6D0019E03E}"/>
                </a:ext>
              </a:extLst>
            </p:cNvPr>
            <p:cNvSpPr>
              <a:spLocks noChangeArrowheads="1"/>
            </p:cNvSpPr>
            <p:nvPr/>
          </p:nvSpPr>
          <p:spPr bwMode="auto">
            <a:xfrm>
              <a:off x="2905" y="2213"/>
              <a:ext cx="394" cy="248"/>
            </a:xfrm>
            <a:prstGeom prst="roundRect">
              <a:avLst>
                <a:gd name="adj" fmla="val 12486"/>
              </a:avLst>
            </a:prstGeom>
            <a:solidFill>
              <a:srgbClr val="8CF4EA"/>
            </a:solidFill>
            <a:ln w="25400">
              <a:solidFill>
                <a:schemeClr val="tx1"/>
              </a:solidFill>
              <a:round/>
              <a:headEnd/>
              <a:tailEnd/>
            </a:ln>
          </p:spPr>
          <p:txBody>
            <a:bodyPr wrap="none" anchor="ctr"/>
            <a:lstStyle>
              <a:lvl1pPr eaLnBrk="0" hangingPunct="0">
                <a:defRPr>
                  <a:solidFill>
                    <a:schemeClr val="tx1"/>
                  </a:solidFill>
                  <a:latin typeface="Arial" panose="020B0604020202020204" pitchFamily="34" charset="0"/>
                </a:defRPr>
              </a:lvl1pPr>
              <a:lvl2pPr marL="742950" indent="-285750" eaLnBrk="0" hangingPunct="0">
                <a:defRPr>
                  <a:solidFill>
                    <a:schemeClr val="tx1"/>
                  </a:solidFill>
                  <a:latin typeface="Arial" panose="020B0604020202020204" pitchFamily="34" charset="0"/>
                </a:defRPr>
              </a:lvl2pPr>
              <a:lvl3pPr marL="1143000" indent="-228600" eaLnBrk="0" hangingPunct="0">
                <a:defRPr>
                  <a:solidFill>
                    <a:schemeClr val="tx1"/>
                  </a:solidFill>
                  <a:latin typeface="Arial" panose="020B0604020202020204" pitchFamily="34" charset="0"/>
                </a:defRPr>
              </a:lvl3pPr>
              <a:lvl4pPr marL="1600200" indent="-228600" eaLnBrk="0" hangingPunct="0">
                <a:defRPr>
                  <a:solidFill>
                    <a:schemeClr val="tx1"/>
                  </a:solidFill>
                  <a:latin typeface="Arial" panose="020B0604020202020204" pitchFamily="34" charset="0"/>
                </a:defRPr>
              </a:lvl4pPr>
              <a:lvl5pPr marL="2057400" indent="-228600" eaLnBrk="0" hangingPunct="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eaLnBrk="1" hangingPunct="1"/>
              <a:endParaRPr lang="en-US" altLang="en-US" dirty="0"/>
            </a:p>
          </p:txBody>
        </p:sp>
        <p:sp>
          <p:nvSpPr>
            <p:cNvPr id="11" name="AutoShape 7">
              <a:extLst>
                <a:ext uri="{FF2B5EF4-FFF2-40B4-BE49-F238E27FC236}">
                  <a16:creationId xmlns:a16="http://schemas.microsoft.com/office/drawing/2014/main" id="{AF466BF8-FBCF-A7D6-4645-168AD31A80AF}"/>
                </a:ext>
              </a:extLst>
            </p:cNvPr>
            <p:cNvSpPr>
              <a:spLocks noChangeArrowheads="1"/>
            </p:cNvSpPr>
            <p:nvPr/>
          </p:nvSpPr>
          <p:spPr bwMode="auto">
            <a:xfrm>
              <a:off x="3473" y="2213"/>
              <a:ext cx="486" cy="248"/>
            </a:xfrm>
            <a:prstGeom prst="roundRect">
              <a:avLst>
                <a:gd name="adj" fmla="val 12486"/>
              </a:avLst>
            </a:prstGeom>
            <a:solidFill>
              <a:srgbClr val="8CF4EA"/>
            </a:solidFill>
            <a:ln w="25400">
              <a:solidFill>
                <a:schemeClr val="tx1"/>
              </a:solidFill>
              <a:round/>
              <a:headEnd/>
              <a:tailEnd/>
            </a:ln>
          </p:spPr>
          <p:txBody>
            <a:bodyPr wrap="none" anchor="ctr"/>
            <a:lstStyle>
              <a:lvl1pPr eaLnBrk="0" hangingPunct="0">
                <a:defRPr>
                  <a:solidFill>
                    <a:schemeClr val="tx1"/>
                  </a:solidFill>
                  <a:latin typeface="Arial" panose="020B0604020202020204" pitchFamily="34" charset="0"/>
                </a:defRPr>
              </a:lvl1pPr>
              <a:lvl2pPr marL="742950" indent="-285750" eaLnBrk="0" hangingPunct="0">
                <a:defRPr>
                  <a:solidFill>
                    <a:schemeClr val="tx1"/>
                  </a:solidFill>
                  <a:latin typeface="Arial" panose="020B0604020202020204" pitchFamily="34" charset="0"/>
                </a:defRPr>
              </a:lvl2pPr>
              <a:lvl3pPr marL="1143000" indent="-228600" eaLnBrk="0" hangingPunct="0">
                <a:defRPr>
                  <a:solidFill>
                    <a:schemeClr val="tx1"/>
                  </a:solidFill>
                  <a:latin typeface="Arial" panose="020B0604020202020204" pitchFamily="34" charset="0"/>
                </a:defRPr>
              </a:lvl3pPr>
              <a:lvl4pPr marL="1600200" indent="-228600" eaLnBrk="0" hangingPunct="0">
                <a:defRPr>
                  <a:solidFill>
                    <a:schemeClr val="tx1"/>
                  </a:solidFill>
                  <a:latin typeface="Arial" panose="020B0604020202020204" pitchFamily="34" charset="0"/>
                </a:defRPr>
              </a:lvl4pPr>
              <a:lvl5pPr marL="2057400" indent="-228600" eaLnBrk="0" hangingPunct="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eaLnBrk="1" hangingPunct="1"/>
              <a:endParaRPr lang="en-US" altLang="en-US" dirty="0"/>
            </a:p>
          </p:txBody>
        </p:sp>
        <p:sp>
          <p:nvSpPr>
            <p:cNvPr id="12" name="AutoShape 8">
              <a:extLst>
                <a:ext uri="{FF2B5EF4-FFF2-40B4-BE49-F238E27FC236}">
                  <a16:creationId xmlns:a16="http://schemas.microsoft.com/office/drawing/2014/main" id="{0A4699AB-2ED5-EFF4-0D3E-AC5921E9FEBD}"/>
                </a:ext>
              </a:extLst>
            </p:cNvPr>
            <p:cNvSpPr>
              <a:spLocks noChangeArrowheads="1"/>
            </p:cNvSpPr>
            <p:nvPr/>
          </p:nvSpPr>
          <p:spPr bwMode="auto">
            <a:xfrm>
              <a:off x="1676" y="2213"/>
              <a:ext cx="394" cy="248"/>
            </a:xfrm>
            <a:prstGeom prst="roundRect">
              <a:avLst>
                <a:gd name="adj" fmla="val 12486"/>
              </a:avLst>
            </a:prstGeom>
            <a:solidFill>
              <a:srgbClr val="8CF4EA"/>
            </a:solidFill>
            <a:ln w="25400">
              <a:solidFill>
                <a:schemeClr val="tx1"/>
              </a:solidFill>
              <a:round/>
              <a:headEnd/>
              <a:tailEnd/>
            </a:ln>
          </p:spPr>
          <p:txBody>
            <a:bodyPr wrap="none" anchor="ctr"/>
            <a:lstStyle>
              <a:lvl1pPr eaLnBrk="0" hangingPunct="0">
                <a:defRPr>
                  <a:solidFill>
                    <a:schemeClr val="tx1"/>
                  </a:solidFill>
                  <a:latin typeface="Arial" panose="020B0604020202020204" pitchFamily="34" charset="0"/>
                </a:defRPr>
              </a:lvl1pPr>
              <a:lvl2pPr marL="742950" indent="-285750" eaLnBrk="0" hangingPunct="0">
                <a:defRPr>
                  <a:solidFill>
                    <a:schemeClr val="tx1"/>
                  </a:solidFill>
                  <a:latin typeface="Arial" panose="020B0604020202020204" pitchFamily="34" charset="0"/>
                </a:defRPr>
              </a:lvl2pPr>
              <a:lvl3pPr marL="1143000" indent="-228600" eaLnBrk="0" hangingPunct="0">
                <a:defRPr>
                  <a:solidFill>
                    <a:schemeClr val="tx1"/>
                  </a:solidFill>
                  <a:latin typeface="Arial" panose="020B0604020202020204" pitchFamily="34" charset="0"/>
                </a:defRPr>
              </a:lvl3pPr>
              <a:lvl4pPr marL="1600200" indent="-228600" eaLnBrk="0" hangingPunct="0">
                <a:defRPr>
                  <a:solidFill>
                    <a:schemeClr val="tx1"/>
                  </a:solidFill>
                  <a:latin typeface="Arial" panose="020B0604020202020204" pitchFamily="34" charset="0"/>
                </a:defRPr>
              </a:lvl4pPr>
              <a:lvl5pPr marL="2057400" indent="-228600" eaLnBrk="0" hangingPunct="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eaLnBrk="1" hangingPunct="1"/>
              <a:endParaRPr lang="en-US" altLang="en-US" dirty="0"/>
            </a:p>
          </p:txBody>
        </p:sp>
        <p:sp>
          <p:nvSpPr>
            <p:cNvPr id="13" name="AutoShape 9">
              <a:extLst>
                <a:ext uri="{FF2B5EF4-FFF2-40B4-BE49-F238E27FC236}">
                  <a16:creationId xmlns:a16="http://schemas.microsoft.com/office/drawing/2014/main" id="{ED0C0ABD-E803-D390-0681-C9DBEBA181CE}"/>
                </a:ext>
              </a:extLst>
            </p:cNvPr>
            <p:cNvSpPr>
              <a:spLocks noChangeArrowheads="1"/>
            </p:cNvSpPr>
            <p:nvPr/>
          </p:nvSpPr>
          <p:spPr bwMode="auto">
            <a:xfrm>
              <a:off x="4133" y="2213"/>
              <a:ext cx="440" cy="248"/>
            </a:xfrm>
            <a:prstGeom prst="roundRect">
              <a:avLst>
                <a:gd name="adj" fmla="val 12486"/>
              </a:avLst>
            </a:prstGeom>
            <a:solidFill>
              <a:srgbClr val="8CF4EA"/>
            </a:solidFill>
            <a:ln w="25400">
              <a:solidFill>
                <a:schemeClr val="tx1"/>
              </a:solidFill>
              <a:round/>
              <a:headEnd/>
              <a:tailEnd/>
            </a:ln>
          </p:spPr>
          <p:txBody>
            <a:bodyPr wrap="none" anchor="ctr"/>
            <a:lstStyle>
              <a:lvl1pPr eaLnBrk="0" hangingPunct="0">
                <a:defRPr>
                  <a:solidFill>
                    <a:schemeClr val="tx1"/>
                  </a:solidFill>
                  <a:latin typeface="Arial" panose="020B0604020202020204" pitchFamily="34" charset="0"/>
                </a:defRPr>
              </a:lvl1pPr>
              <a:lvl2pPr marL="742950" indent="-285750" eaLnBrk="0" hangingPunct="0">
                <a:defRPr>
                  <a:solidFill>
                    <a:schemeClr val="tx1"/>
                  </a:solidFill>
                  <a:latin typeface="Arial" panose="020B0604020202020204" pitchFamily="34" charset="0"/>
                </a:defRPr>
              </a:lvl2pPr>
              <a:lvl3pPr marL="1143000" indent="-228600" eaLnBrk="0" hangingPunct="0">
                <a:defRPr>
                  <a:solidFill>
                    <a:schemeClr val="tx1"/>
                  </a:solidFill>
                  <a:latin typeface="Arial" panose="020B0604020202020204" pitchFamily="34" charset="0"/>
                </a:defRPr>
              </a:lvl3pPr>
              <a:lvl4pPr marL="1600200" indent="-228600" eaLnBrk="0" hangingPunct="0">
                <a:defRPr>
                  <a:solidFill>
                    <a:schemeClr val="tx1"/>
                  </a:solidFill>
                  <a:latin typeface="Arial" panose="020B0604020202020204" pitchFamily="34" charset="0"/>
                </a:defRPr>
              </a:lvl4pPr>
              <a:lvl5pPr marL="2057400" indent="-228600" eaLnBrk="0" hangingPunct="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eaLnBrk="1" hangingPunct="1"/>
              <a:endParaRPr lang="en-US" altLang="en-US" dirty="0"/>
            </a:p>
          </p:txBody>
        </p:sp>
        <p:sp>
          <p:nvSpPr>
            <p:cNvPr id="14" name="Rectangle 10">
              <a:extLst>
                <a:ext uri="{FF2B5EF4-FFF2-40B4-BE49-F238E27FC236}">
                  <a16:creationId xmlns:a16="http://schemas.microsoft.com/office/drawing/2014/main" id="{0D7FB947-A9E4-B4CE-1123-507AC28394E4}"/>
                </a:ext>
              </a:extLst>
            </p:cNvPr>
            <p:cNvSpPr>
              <a:spLocks noChangeArrowheads="1"/>
            </p:cNvSpPr>
            <p:nvPr/>
          </p:nvSpPr>
          <p:spPr bwMode="auto">
            <a:xfrm>
              <a:off x="1751" y="2159"/>
              <a:ext cx="279" cy="28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90488" tIns="44450" rIns="90488" bIns="44450">
              <a:spAutoFit/>
            </a:bodyPr>
            <a:lstStyle>
              <a:lvl1pPr eaLnBrk="0" hangingPunct="0">
                <a:defRPr>
                  <a:solidFill>
                    <a:schemeClr val="tx1"/>
                  </a:solidFill>
                  <a:latin typeface="Arial" panose="020B0604020202020204" pitchFamily="34" charset="0"/>
                </a:defRPr>
              </a:lvl1pPr>
              <a:lvl2pPr marL="742950" indent="-285750" eaLnBrk="0" hangingPunct="0">
                <a:defRPr>
                  <a:solidFill>
                    <a:schemeClr val="tx1"/>
                  </a:solidFill>
                  <a:latin typeface="Arial" panose="020B0604020202020204" pitchFamily="34" charset="0"/>
                </a:defRPr>
              </a:lvl2pPr>
              <a:lvl3pPr marL="1143000" indent="-228600" eaLnBrk="0" hangingPunct="0">
                <a:defRPr>
                  <a:solidFill>
                    <a:schemeClr val="tx1"/>
                  </a:solidFill>
                  <a:latin typeface="Arial" panose="020B0604020202020204" pitchFamily="34" charset="0"/>
                </a:defRPr>
              </a:lvl3pPr>
              <a:lvl4pPr marL="1600200" indent="-228600" eaLnBrk="0" hangingPunct="0">
                <a:defRPr>
                  <a:solidFill>
                    <a:schemeClr val="tx1"/>
                  </a:solidFill>
                  <a:latin typeface="Arial" panose="020B0604020202020204" pitchFamily="34" charset="0"/>
                </a:defRPr>
              </a:lvl4pPr>
              <a:lvl5pPr marL="2057400" indent="-228600" eaLnBrk="0" hangingPunct="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r>
                <a:rPr lang="en-US" altLang="en-US" sz="2800" b="1" dirty="0">
                  <a:cs typeface="Arial" panose="020B0604020202020204" pitchFamily="34" charset="0"/>
                </a:rPr>
                <a:t>N</a:t>
              </a:r>
            </a:p>
          </p:txBody>
        </p:sp>
        <p:sp>
          <p:nvSpPr>
            <p:cNvPr id="15" name="Rectangle 11">
              <a:extLst>
                <a:ext uri="{FF2B5EF4-FFF2-40B4-BE49-F238E27FC236}">
                  <a16:creationId xmlns:a16="http://schemas.microsoft.com/office/drawing/2014/main" id="{652CBD40-42B8-AF39-41A1-268CE06ADF46}"/>
                </a:ext>
              </a:extLst>
            </p:cNvPr>
            <p:cNvSpPr>
              <a:spLocks noChangeArrowheads="1"/>
            </p:cNvSpPr>
            <p:nvPr/>
          </p:nvSpPr>
          <p:spPr bwMode="auto">
            <a:xfrm>
              <a:off x="2322" y="2159"/>
              <a:ext cx="391" cy="28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90488" tIns="44450" rIns="90488" bIns="44450">
              <a:spAutoFit/>
            </a:bodyPr>
            <a:lstStyle>
              <a:lvl1pPr eaLnBrk="0" hangingPunct="0">
                <a:defRPr>
                  <a:solidFill>
                    <a:schemeClr val="tx1"/>
                  </a:solidFill>
                  <a:latin typeface="Arial" panose="020B0604020202020204" pitchFamily="34" charset="0"/>
                </a:defRPr>
              </a:lvl1pPr>
              <a:lvl2pPr marL="742950" indent="-285750" eaLnBrk="0" hangingPunct="0">
                <a:defRPr>
                  <a:solidFill>
                    <a:schemeClr val="tx1"/>
                  </a:solidFill>
                  <a:latin typeface="Arial" panose="020B0604020202020204" pitchFamily="34" charset="0"/>
                </a:defRPr>
              </a:lvl2pPr>
              <a:lvl3pPr marL="1143000" indent="-228600" eaLnBrk="0" hangingPunct="0">
                <a:defRPr>
                  <a:solidFill>
                    <a:schemeClr val="tx1"/>
                  </a:solidFill>
                  <a:latin typeface="Arial" panose="020B0604020202020204" pitchFamily="34" charset="0"/>
                </a:defRPr>
              </a:lvl3pPr>
              <a:lvl4pPr marL="1600200" indent="-228600" eaLnBrk="0" hangingPunct="0">
                <a:defRPr>
                  <a:solidFill>
                    <a:schemeClr val="tx1"/>
                  </a:solidFill>
                  <a:latin typeface="Arial" panose="020B0604020202020204" pitchFamily="34" charset="0"/>
                </a:defRPr>
              </a:lvl4pPr>
              <a:lvl5pPr marL="2057400" indent="-228600" eaLnBrk="0" hangingPunct="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r>
                <a:rPr lang="en-US" altLang="en-US" sz="2800" b="1" dirty="0">
                  <a:cs typeface="Arial" panose="020B0604020202020204" pitchFamily="34" charset="0"/>
                </a:rPr>
                <a:t>I/Y</a:t>
              </a:r>
            </a:p>
          </p:txBody>
        </p:sp>
        <p:sp>
          <p:nvSpPr>
            <p:cNvPr id="16" name="Rectangle 12">
              <a:extLst>
                <a:ext uri="{FF2B5EF4-FFF2-40B4-BE49-F238E27FC236}">
                  <a16:creationId xmlns:a16="http://schemas.microsoft.com/office/drawing/2014/main" id="{1BBA0B44-3625-D417-A6B8-3FC8510B9A4D}"/>
                </a:ext>
              </a:extLst>
            </p:cNvPr>
            <p:cNvSpPr>
              <a:spLocks noChangeArrowheads="1"/>
            </p:cNvSpPr>
            <p:nvPr/>
          </p:nvSpPr>
          <p:spPr bwMode="auto">
            <a:xfrm>
              <a:off x="2908" y="2159"/>
              <a:ext cx="416" cy="28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90488" tIns="44450" rIns="90488" bIns="44450">
              <a:spAutoFit/>
            </a:bodyPr>
            <a:lstStyle>
              <a:lvl1pPr eaLnBrk="0" hangingPunct="0">
                <a:defRPr>
                  <a:solidFill>
                    <a:schemeClr val="tx1"/>
                  </a:solidFill>
                  <a:latin typeface="Arial" panose="020B0604020202020204" pitchFamily="34" charset="0"/>
                </a:defRPr>
              </a:lvl1pPr>
              <a:lvl2pPr marL="742950" indent="-285750" eaLnBrk="0" hangingPunct="0">
                <a:defRPr>
                  <a:solidFill>
                    <a:schemeClr val="tx1"/>
                  </a:solidFill>
                  <a:latin typeface="Arial" panose="020B0604020202020204" pitchFamily="34" charset="0"/>
                </a:defRPr>
              </a:lvl2pPr>
              <a:lvl3pPr marL="1143000" indent="-228600" eaLnBrk="0" hangingPunct="0">
                <a:defRPr>
                  <a:solidFill>
                    <a:schemeClr val="tx1"/>
                  </a:solidFill>
                  <a:latin typeface="Arial" panose="020B0604020202020204" pitchFamily="34" charset="0"/>
                </a:defRPr>
              </a:lvl3pPr>
              <a:lvl4pPr marL="1600200" indent="-228600" eaLnBrk="0" hangingPunct="0">
                <a:defRPr>
                  <a:solidFill>
                    <a:schemeClr val="tx1"/>
                  </a:solidFill>
                  <a:latin typeface="Arial" panose="020B0604020202020204" pitchFamily="34" charset="0"/>
                </a:defRPr>
              </a:lvl4pPr>
              <a:lvl5pPr marL="2057400" indent="-228600" eaLnBrk="0" hangingPunct="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r>
                <a:rPr lang="en-US" altLang="en-US" sz="2800" b="1" dirty="0">
                  <a:cs typeface="Arial" panose="020B0604020202020204" pitchFamily="34" charset="0"/>
                </a:rPr>
                <a:t>PV</a:t>
              </a:r>
            </a:p>
          </p:txBody>
        </p:sp>
        <p:sp>
          <p:nvSpPr>
            <p:cNvPr id="17" name="Rectangle 13">
              <a:extLst>
                <a:ext uri="{FF2B5EF4-FFF2-40B4-BE49-F238E27FC236}">
                  <a16:creationId xmlns:a16="http://schemas.microsoft.com/office/drawing/2014/main" id="{C3EE758D-D5B4-B869-8CB8-10DCF110BC92}"/>
                </a:ext>
              </a:extLst>
            </p:cNvPr>
            <p:cNvSpPr>
              <a:spLocks noChangeArrowheads="1"/>
            </p:cNvSpPr>
            <p:nvPr/>
          </p:nvSpPr>
          <p:spPr bwMode="auto">
            <a:xfrm>
              <a:off x="3487" y="2159"/>
              <a:ext cx="524" cy="25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90488" tIns="44450" rIns="90488" bIns="44450">
              <a:spAutoFit/>
            </a:bodyPr>
            <a:lstStyle>
              <a:lvl1pPr eaLnBrk="0" hangingPunct="0">
                <a:defRPr>
                  <a:solidFill>
                    <a:schemeClr val="tx1"/>
                  </a:solidFill>
                  <a:latin typeface="Arial" panose="020B0604020202020204" pitchFamily="34" charset="0"/>
                </a:defRPr>
              </a:lvl1pPr>
              <a:lvl2pPr marL="742950" indent="-285750" eaLnBrk="0" hangingPunct="0">
                <a:defRPr>
                  <a:solidFill>
                    <a:schemeClr val="tx1"/>
                  </a:solidFill>
                  <a:latin typeface="Arial" panose="020B0604020202020204" pitchFamily="34" charset="0"/>
                </a:defRPr>
              </a:lvl2pPr>
              <a:lvl3pPr marL="1143000" indent="-228600" eaLnBrk="0" hangingPunct="0">
                <a:defRPr>
                  <a:solidFill>
                    <a:schemeClr val="tx1"/>
                  </a:solidFill>
                  <a:latin typeface="Arial" panose="020B0604020202020204" pitchFamily="34" charset="0"/>
                </a:defRPr>
              </a:lvl3pPr>
              <a:lvl4pPr marL="1600200" indent="-228600" eaLnBrk="0" hangingPunct="0">
                <a:defRPr>
                  <a:solidFill>
                    <a:schemeClr val="tx1"/>
                  </a:solidFill>
                  <a:latin typeface="Arial" panose="020B0604020202020204" pitchFamily="34" charset="0"/>
                </a:defRPr>
              </a:lvl4pPr>
              <a:lvl5pPr marL="2057400" indent="-228600" eaLnBrk="0" hangingPunct="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r>
                <a:rPr lang="en-US" altLang="en-US" sz="2400" b="1" dirty="0">
                  <a:cs typeface="Arial" panose="020B0604020202020204" pitchFamily="34" charset="0"/>
                </a:rPr>
                <a:t>PMT</a:t>
              </a:r>
            </a:p>
          </p:txBody>
        </p:sp>
        <p:sp>
          <p:nvSpPr>
            <p:cNvPr id="18" name="Rectangle 14">
              <a:extLst>
                <a:ext uri="{FF2B5EF4-FFF2-40B4-BE49-F238E27FC236}">
                  <a16:creationId xmlns:a16="http://schemas.microsoft.com/office/drawing/2014/main" id="{1C247648-2AE9-6851-2D62-4F65B5492F00}"/>
                </a:ext>
              </a:extLst>
            </p:cNvPr>
            <p:cNvSpPr>
              <a:spLocks noChangeArrowheads="1"/>
            </p:cNvSpPr>
            <p:nvPr/>
          </p:nvSpPr>
          <p:spPr bwMode="auto">
            <a:xfrm>
              <a:off x="4171" y="2159"/>
              <a:ext cx="404" cy="28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90488" tIns="44450" rIns="90488" bIns="44450">
              <a:spAutoFit/>
            </a:bodyPr>
            <a:lstStyle>
              <a:lvl1pPr eaLnBrk="0" hangingPunct="0">
                <a:defRPr>
                  <a:solidFill>
                    <a:schemeClr val="tx1"/>
                  </a:solidFill>
                  <a:latin typeface="Arial" panose="020B0604020202020204" pitchFamily="34" charset="0"/>
                </a:defRPr>
              </a:lvl1pPr>
              <a:lvl2pPr marL="742950" indent="-285750" eaLnBrk="0" hangingPunct="0">
                <a:defRPr>
                  <a:solidFill>
                    <a:schemeClr val="tx1"/>
                  </a:solidFill>
                  <a:latin typeface="Arial" panose="020B0604020202020204" pitchFamily="34" charset="0"/>
                </a:defRPr>
              </a:lvl2pPr>
              <a:lvl3pPr marL="1143000" indent="-228600" eaLnBrk="0" hangingPunct="0">
                <a:defRPr>
                  <a:solidFill>
                    <a:schemeClr val="tx1"/>
                  </a:solidFill>
                  <a:latin typeface="Arial" panose="020B0604020202020204" pitchFamily="34" charset="0"/>
                </a:defRPr>
              </a:lvl3pPr>
              <a:lvl4pPr marL="1600200" indent="-228600" eaLnBrk="0" hangingPunct="0">
                <a:defRPr>
                  <a:solidFill>
                    <a:schemeClr val="tx1"/>
                  </a:solidFill>
                  <a:latin typeface="Arial" panose="020B0604020202020204" pitchFamily="34" charset="0"/>
                </a:defRPr>
              </a:lvl4pPr>
              <a:lvl5pPr marL="2057400" indent="-228600" eaLnBrk="0" hangingPunct="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r>
                <a:rPr lang="en-US" altLang="en-US" sz="2800" b="1" dirty="0">
                  <a:cs typeface="Arial" panose="020B0604020202020204" pitchFamily="34" charset="0"/>
                </a:rPr>
                <a:t>FV</a:t>
              </a:r>
            </a:p>
          </p:txBody>
        </p:sp>
        <p:sp>
          <p:nvSpPr>
            <p:cNvPr id="19" name="Rectangle 15">
              <a:extLst>
                <a:ext uri="{FF2B5EF4-FFF2-40B4-BE49-F238E27FC236}">
                  <a16:creationId xmlns:a16="http://schemas.microsoft.com/office/drawing/2014/main" id="{1F96B8E1-FC87-4792-6739-98F9BBD9A4E9}"/>
                </a:ext>
              </a:extLst>
            </p:cNvPr>
            <p:cNvSpPr>
              <a:spLocks noChangeArrowheads="1"/>
            </p:cNvSpPr>
            <p:nvPr/>
          </p:nvSpPr>
          <p:spPr bwMode="auto">
            <a:xfrm>
              <a:off x="2652" y="2395"/>
              <a:ext cx="178" cy="28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90488" tIns="44450" rIns="90488" bIns="44450">
              <a:spAutoFit/>
            </a:bodyPr>
            <a:lstStyle>
              <a:lvl1pPr eaLnBrk="0" hangingPunct="0">
                <a:defRPr>
                  <a:solidFill>
                    <a:schemeClr val="tx1"/>
                  </a:solidFill>
                  <a:latin typeface="Arial" panose="020B0604020202020204" pitchFamily="34" charset="0"/>
                </a:defRPr>
              </a:lvl1pPr>
              <a:lvl2pPr marL="742950" indent="-285750" eaLnBrk="0" hangingPunct="0">
                <a:defRPr>
                  <a:solidFill>
                    <a:schemeClr val="tx1"/>
                  </a:solidFill>
                  <a:latin typeface="Arial" panose="020B0604020202020204" pitchFamily="34" charset="0"/>
                </a:defRPr>
              </a:lvl2pPr>
              <a:lvl3pPr marL="1143000" indent="-228600" eaLnBrk="0" hangingPunct="0">
                <a:defRPr>
                  <a:solidFill>
                    <a:schemeClr val="tx1"/>
                  </a:solidFill>
                  <a:latin typeface="Arial" panose="020B0604020202020204" pitchFamily="34" charset="0"/>
                </a:defRPr>
              </a:lvl3pPr>
              <a:lvl4pPr marL="1600200" indent="-228600" eaLnBrk="0" hangingPunct="0">
                <a:defRPr>
                  <a:solidFill>
                    <a:schemeClr val="tx1"/>
                  </a:solidFill>
                  <a:latin typeface="Arial" panose="020B0604020202020204" pitchFamily="34" charset="0"/>
                </a:defRPr>
              </a:lvl4pPr>
              <a:lvl5pPr marL="2057400" indent="-228600" eaLnBrk="0" hangingPunct="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r>
                <a:rPr lang="en-US" altLang="en-US" sz="2800" b="1" dirty="0">
                  <a:cs typeface="Arial" panose="020B0604020202020204" pitchFamily="34" charset="0"/>
                </a:rPr>
                <a:t> </a:t>
              </a:r>
            </a:p>
          </p:txBody>
        </p:sp>
        <p:sp>
          <p:nvSpPr>
            <p:cNvPr id="20" name="AutoShape 16">
              <a:extLst>
                <a:ext uri="{FF2B5EF4-FFF2-40B4-BE49-F238E27FC236}">
                  <a16:creationId xmlns:a16="http://schemas.microsoft.com/office/drawing/2014/main" id="{A5076386-782A-237E-AA20-E86786A8D30A}"/>
                </a:ext>
              </a:extLst>
            </p:cNvPr>
            <p:cNvSpPr>
              <a:spLocks noChangeArrowheads="1"/>
            </p:cNvSpPr>
            <p:nvPr/>
          </p:nvSpPr>
          <p:spPr bwMode="auto">
            <a:xfrm>
              <a:off x="750" y="1941"/>
              <a:ext cx="819" cy="305"/>
            </a:xfrm>
            <a:prstGeom prst="roundRect">
              <a:avLst>
                <a:gd name="adj" fmla="val 12486"/>
              </a:avLst>
            </a:prstGeom>
            <a:solidFill>
              <a:srgbClr val="00FF00"/>
            </a:solidFill>
            <a:ln>
              <a:noFill/>
            </a:ln>
            <a:extLst>
              <a:ext uri="{91240B29-F687-4F45-9708-019B960494DF}">
                <a14:hiddenLine xmlns:a14="http://schemas.microsoft.com/office/drawing/2010/main" w="9525">
                  <a:solidFill>
                    <a:srgbClr val="000000"/>
                  </a:solidFill>
                  <a:round/>
                  <a:headEnd/>
                  <a:tailEnd/>
                </a14:hiddenLine>
              </a:ext>
            </a:extLst>
          </p:spPr>
          <p:txBody>
            <a:bodyPr wrap="none" lIns="90488" tIns="44450" rIns="90488" bIns="44450" anchor="ctr"/>
            <a:lstStyle>
              <a:lvl1pPr eaLnBrk="0" hangingPunct="0">
                <a:defRPr>
                  <a:solidFill>
                    <a:schemeClr val="tx1"/>
                  </a:solidFill>
                  <a:latin typeface="Arial" panose="020B0604020202020204" pitchFamily="34" charset="0"/>
                </a:defRPr>
              </a:lvl1pPr>
              <a:lvl2pPr marL="742950" indent="-285750" eaLnBrk="0" hangingPunct="0">
                <a:defRPr>
                  <a:solidFill>
                    <a:schemeClr val="tx1"/>
                  </a:solidFill>
                  <a:latin typeface="Arial" panose="020B0604020202020204" pitchFamily="34" charset="0"/>
                </a:defRPr>
              </a:lvl2pPr>
              <a:lvl3pPr marL="1143000" indent="-228600" eaLnBrk="0" hangingPunct="0">
                <a:defRPr>
                  <a:solidFill>
                    <a:schemeClr val="tx1"/>
                  </a:solidFill>
                  <a:latin typeface="Arial" panose="020B0604020202020204" pitchFamily="34" charset="0"/>
                </a:defRPr>
              </a:lvl3pPr>
              <a:lvl4pPr marL="1600200" indent="-228600" eaLnBrk="0" hangingPunct="0">
                <a:defRPr>
                  <a:solidFill>
                    <a:schemeClr val="tx1"/>
                  </a:solidFill>
                  <a:latin typeface="Arial" panose="020B0604020202020204" pitchFamily="34" charset="0"/>
                </a:defRPr>
              </a:lvl4pPr>
              <a:lvl5pPr marL="2057400" indent="-228600" eaLnBrk="0" hangingPunct="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algn="ctr"/>
              <a:r>
                <a:rPr lang="en-US" altLang="en-US" sz="2400" b="1" dirty="0">
                  <a:cs typeface="Arial" panose="020B0604020202020204" pitchFamily="34" charset="0"/>
                </a:rPr>
                <a:t>INPUTS</a:t>
              </a:r>
            </a:p>
          </p:txBody>
        </p:sp>
        <p:sp>
          <p:nvSpPr>
            <p:cNvPr id="21" name="AutoShape 17">
              <a:extLst>
                <a:ext uri="{FF2B5EF4-FFF2-40B4-BE49-F238E27FC236}">
                  <a16:creationId xmlns:a16="http://schemas.microsoft.com/office/drawing/2014/main" id="{CA500E95-AC18-F442-A5CE-9E6FAA2F5140}"/>
                </a:ext>
              </a:extLst>
            </p:cNvPr>
            <p:cNvSpPr>
              <a:spLocks noChangeArrowheads="1"/>
            </p:cNvSpPr>
            <p:nvPr/>
          </p:nvSpPr>
          <p:spPr bwMode="auto">
            <a:xfrm>
              <a:off x="744" y="2367"/>
              <a:ext cx="819" cy="305"/>
            </a:xfrm>
            <a:prstGeom prst="roundRect">
              <a:avLst>
                <a:gd name="adj" fmla="val 12486"/>
              </a:avLst>
            </a:prstGeom>
            <a:solidFill>
              <a:srgbClr val="00FF00"/>
            </a:solidFill>
            <a:ln>
              <a:noFill/>
            </a:ln>
            <a:extLst>
              <a:ext uri="{91240B29-F687-4F45-9708-019B960494DF}">
                <a14:hiddenLine xmlns:a14="http://schemas.microsoft.com/office/drawing/2010/main" w="9525">
                  <a:solidFill>
                    <a:srgbClr val="000000"/>
                  </a:solidFill>
                  <a:round/>
                  <a:headEnd/>
                  <a:tailEnd/>
                </a14:hiddenLine>
              </a:ext>
            </a:extLst>
          </p:spPr>
          <p:txBody>
            <a:bodyPr wrap="none" lIns="90488" tIns="44450" rIns="90488" bIns="44450" anchor="ctr"/>
            <a:lstStyle>
              <a:lvl1pPr eaLnBrk="0" hangingPunct="0">
                <a:defRPr>
                  <a:solidFill>
                    <a:schemeClr val="tx1"/>
                  </a:solidFill>
                  <a:latin typeface="Arial" panose="020B0604020202020204" pitchFamily="34" charset="0"/>
                </a:defRPr>
              </a:lvl1pPr>
              <a:lvl2pPr marL="742950" indent="-285750" eaLnBrk="0" hangingPunct="0">
                <a:defRPr>
                  <a:solidFill>
                    <a:schemeClr val="tx1"/>
                  </a:solidFill>
                  <a:latin typeface="Arial" panose="020B0604020202020204" pitchFamily="34" charset="0"/>
                </a:defRPr>
              </a:lvl2pPr>
              <a:lvl3pPr marL="1143000" indent="-228600" eaLnBrk="0" hangingPunct="0">
                <a:defRPr>
                  <a:solidFill>
                    <a:schemeClr val="tx1"/>
                  </a:solidFill>
                  <a:latin typeface="Arial" panose="020B0604020202020204" pitchFamily="34" charset="0"/>
                </a:defRPr>
              </a:lvl3pPr>
              <a:lvl4pPr marL="1600200" indent="-228600" eaLnBrk="0" hangingPunct="0">
                <a:defRPr>
                  <a:solidFill>
                    <a:schemeClr val="tx1"/>
                  </a:solidFill>
                  <a:latin typeface="Arial" panose="020B0604020202020204" pitchFamily="34" charset="0"/>
                </a:defRPr>
              </a:lvl4pPr>
              <a:lvl5pPr marL="2057400" indent="-228600" eaLnBrk="0" hangingPunct="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algn="ctr"/>
              <a:r>
                <a:rPr lang="en-US" altLang="en-US" sz="2400" b="1" dirty="0">
                  <a:cs typeface="Arial" panose="020B0604020202020204" pitchFamily="34" charset="0"/>
                </a:rPr>
                <a:t>OUTPUT</a:t>
              </a:r>
            </a:p>
          </p:txBody>
        </p:sp>
      </p:grpSp>
      <p:sp>
        <p:nvSpPr>
          <p:cNvPr id="22" name="TextBox 21">
            <a:extLst>
              <a:ext uri="{FF2B5EF4-FFF2-40B4-BE49-F238E27FC236}">
                <a16:creationId xmlns:a16="http://schemas.microsoft.com/office/drawing/2014/main" id="{F58A6E20-DF56-7095-1BEA-061C7E40C5B7}"/>
              </a:ext>
            </a:extLst>
          </p:cNvPr>
          <p:cNvSpPr txBox="1"/>
          <p:nvPr/>
        </p:nvSpPr>
        <p:spPr>
          <a:xfrm>
            <a:off x="937846" y="3317631"/>
            <a:ext cx="1078523" cy="369332"/>
          </a:xfrm>
          <a:prstGeom prst="rect">
            <a:avLst/>
          </a:prstGeom>
          <a:noFill/>
          <a:ln>
            <a:solidFill>
              <a:schemeClr val="tx1"/>
            </a:solidFill>
          </a:ln>
        </p:spPr>
        <p:txBody>
          <a:bodyPr wrap="square" rtlCol="0">
            <a:spAutoFit/>
          </a:bodyPr>
          <a:lstStyle/>
          <a:p>
            <a:r>
              <a:rPr lang="en-US" dirty="0"/>
              <a:t>b.</a:t>
            </a:r>
          </a:p>
        </p:txBody>
      </p:sp>
      <p:sp>
        <p:nvSpPr>
          <p:cNvPr id="23" name="TextBox 22">
            <a:extLst>
              <a:ext uri="{FF2B5EF4-FFF2-40B4-BE49-F238E27FC236}">
                <a16:creationId xmlns:a16="http://schemas.microsoft.com/office/drawing/2014/main" id="{08A57515-F604-E383-FD23-354A142ECE7A}"/>
              </a:ext>
            </a:extLst>
          </p:cNvPr>
          <p:cNvSpPr txBox="1"/>
          <p:nvPr/>
        </p:nvSpPr>
        <p:spPr>
          <a:xfrm>
            <a:off x="6052284" y="5011373"/>
            <a:ext cx="744537" cy="400110"/>
          </a:xfrm>
          <a:prstGeom prst="rect">
            <a:avLst/>
          </a:prstGeom>
          <a:noFill/>
        </p:spPr>
        <p:txBody>
          <a:bodyPr wrap="square" rtlCol="0">
            <a:spAutoFit/>
          </a:bodyPr>
          <a:lstStyle/>
          <a:p>
            <a:r>
              <a:rPr lang="en-US" sz="2000" dirty="0">
                <a:solidFill>
                  <a:srgbClr val="FF0000"/>
                </a:solidFill>
              </a:rPr>
              <a:t>8.00</a:t>
            </a:r>
          </a:p>
        </p:txBody>
      </p:sp>
    </p:spTree>
  </p:cSld>
  <p:clrMapOvr>
    <a:masterClrMapping/>
  </p:clrMapOvr>
  <p:transition>
    <p:random/>
  </p:transition>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B314AB5-37A1-96A7-528A-3126112780F0}"/>
              </a:ext>
            </a:extLst>
          </p:cNvPr>
          <p:cNvSpPr>
            <a:spLocks noGrp="1"/>
          </p:cNvSpPr>
          <p:nvPr>
            <p:ph type="title"/>
          </p:nvPr>
        </p:nvSpPr>
        <p:spPr>
          <a:ln>
            <a:solidFill>
              <a:schemeClr val="tx1"/>
            </a:solidFill>
          </a:ln>
        </p:spPr>
        <p:txBody>
          <a:bodyPr>
            <a:normAutofit/>
          </a:bodyPr>
          <a:lstStyle/>
          <a:p>
            <a:r>
              <a:rPr lang="en-US" sz="3200" dirty="0"/>
              <a:t>Example: Delayed Annuity</a:t>
            </a:r>
          </a:p>
        </p:txBody>
      </p:sp>
      <p:sp>
        <p:nvSpPr>
          <p:cNvPr id="3" name="Content Placeholder 2">
            <a:extLst>
              <a:ext uri="{FF2B5EF4-FFF2-40B4-BE49-F238E27FC236}">
                <a16:creationId xmlns:a16="http://schemas.microsoft.com/office/drawing/2014/main" id="{4D0DB379-2A20-5D93-2850-56F19967742C}"/>
              </a:ext>
            </a:extLst>
          </p:cNvPr>
          <p:cNvSpPr>
            <a:spLocks noGrp="1"/>
          </p:cNvSpPr>
          <p:nvPr>
            <p:ph idx="1"/>
          </p:nvPr>
        </p:nvSpPr>
        <p:spPr/>
        <p:txBody>
          <a:bodyPr/>
          <a:lstStyle/>
          <a:p>
            <a:r>
              <a:rPr lang="en-US" sz="2800" dirty="0"/>
              <a:t>A company is not expected to pay any dividends for the next 5 years. Its first dividend of $2.00</a:t>
            </a:r>
            <a:r>
              <a:rPr lang="en-US" sz="2800" baseline="0" dirty="0"/>
              <a:t> will be paid in 5 years and it will continue paying same level of divided for 11 years after which it will discontinue paying dividend. Required rate of return is 13%</a:t>
            </a:r>
          </a:p>
          <a:p>
            <a:r>
              <a:rPr lang="en-US" sz="2800" baseline="0" dirty="0"/>
              <a:t>a) What is the market value per share today</a:t>
            </a:r>
          </a:p>
          <a:p>
            <a:r>
              <a:rPr lang="en-US" sz="2800" baseline="0" dirty="0"/>
              <a:t>b) What would you expect the market value to be in 5 years?</a:t>
            </a:r>
          </a:p>
          <a:p>
            <a:r>
              <a:rPr lang="en-US" sz="2800" baseline="0" dirty="0"/>
              <a:t>c) What would you expect the market value to be in 11 years?</a:t>
            </a:r>
            <a:endParaRPr lang="en-US" sz="2800" dirty="0"/>
          </a:p>
          <a:p>
            <a:endParaRPr lang="en-US" dirty="0"/>
          </a:p>
        </p:txBody>
      </p:sp>
      <p:sp>
        <p:nvSpPr>
          <p:cNvPr id="4" name="Slide Number Placeholder 3">
            <a:extLst>
              <a:ext uri="{FF2B5EF4-FFF2-40B4-BE49-F238E27FC236}">
                <a16:creationId xmlns:a16="http://schemas.microsoft.com/office/drawing/2014/main" id="{5F82D249-A422-B7D0-64BF-1C7B148A5838}"/>
              </a:ext>
            </a:extLst>
          </p:cNvPr>
          <p:cNvSpPr>
            <a:spLocks noGrp="1"/>
          </p:cNvSpPr>
          <p:nvPr>
            <p:ph type="sldNum" sz="quarter" idx="12"/>
          </p:nvPr>
        </p:nvSpPr>
        <p:spPr/>
        <p:txBody>
          <a:bodyPr/>
          <a:lstStyle/>
          <a:p>
            <a:fld id="{E4C8B196-E779-4281-872A-ADBCCF88CE5D}" type="slidenum">
              <a:rPr lang="en-US" smtClean="0"/>
              <a:t>37</a:t>
            </a:fld>
            <a:endParaRPr lang="en-US"/>
          </a:p>
        </p:txBody>
      </p:sp>
    </p:spTree>
    <p:extLst>
      <p:ext uri="{BB962C8B-B14F-4D97-AF65-F5344CB8AC3E}">
        <p14:creationId xmlns:p14="http://schemas.microsoft.com/office/powerpoint/2010/main" val="1149833514"/>
      </p:ext>
    </p:extLst>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245" name="Slide Number Placeholder 7">
            <a:extLst>
              <a:ext uri="{FF2B5EF4-FFF2-40B4-BE49-F238E27FC236}">
                <a16:creationId xmlns:a16="http://schemas.microsoft.com/office/drawing/2014/main" id="{84E8E2F7-7A56-F58F-F0E6-E275851A6FDA}"/>
              </a:ext>
            </a:extLst>
          </p:cNvPr>
          <p:cNvSpPr>
            <a:spLocks noGrp="1"/>
          </p:cNvSpPr>
          <p:nvPr>
            <p:ph type="sldNum" sz="quarter" idx="12"/>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a:solidFill>
                  <a:schemeClr val="tx1"/>
                </a:solidFill>
                <a:latin typeface="Arial" panose="020B0604020202020204" pitchFamily="34" charset="0"/>
              </a:defRPr>
            </a:lvl1pPr>
            <a:lvl2pPr marL="742950" indent="-285750" eaLnBrk="0" hangingPunct="0">
              <a:defRPr>
                <a:solidFill>
                  <a:schemeClr val="tx1"/>
                </a:solidFill>
                <a:latin typeface="Arial" panose="020B0604020202020204" pitchFamily="34" charset="0"/>
              </a:defRPr>
            </a:lvl2pPr>
            <a:lvl3pPr marL="1143000" indent="-228600" eaLnBrk="0" hangingPunct="0">
              <a:defRPr>
                <a:solidFill>
                  <a:schemeClr val="tx1"/>
                </a:solidFill>
                <a:latin typeface="Arial" panose="020B0604020202020204" pitchFamily="34" charset="0"/>
              </a:defRPr>
            </a:lvl3pPr>
            <a:lvl4pPr marL="1600200" indent="-228600" eaLnBrk="0" hangingPunct="0">
              <a:defRPr>
                <a:solidFill>
                  <a:schemeClr val="tx1"/>
                </a:solidFill>
                <a:latin typeface="Arial" panose="020B0604020202020204" pitchFamily="34" charset="0"/>
              </a:defRPr>
            </a:lvl4pPr>
            <a:lvl5pPr marL="2057400" indent="-228600" eaLnBrk="0" hangingPunct="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eaLnBrk="1" hangingPunct="1"/>
            <a:fld id="{C2CF4BE0-3F71-4C3C-A255-7BA0FE734DC5}" type="slidenum">
              <a:rPr lang="en-US" altLang="en-US"/>
              <a:pPr eaLnBrk="1" hangingPunct="1"/>
              <a:t>38</a:t>
            </a:fld>
            <a:endParaRPr lang="en-US" altLang="en-US"/>
          </a:p>
        </p:txBody>
      </p:sp>
      <p:sp>
        <p:nvSpPr>
          <p:cNvPr id="10246" name="Rectangle 2">
            <a:extLst>
              <a:ext uri="{FF2B5EF4-FFF2-40B4-BE49-F238E27FC236}">
                <a16:creationId xmlns:a16="http://schemas.microsoft.com/office/drawing/2014/main" id="{A9433452-FCF7-4855-9F53-4A1D02ACEACC}"/>
              </a:ext>
            </a:extLst>
          </p:cNvPr>
          <p:cNvSpPr>
            <a:spLocks noGrp="1" noChangeArrowheads="1"/>
          </p:cNvSpPr>
          <p:nvPr>
            <p:ph type="title"/>
          </p:nvPr>
        </p:nvSpPr>
        <p:spPr>
          <a:xfrm>
            <a:off x="838200" y="274638"/>
            <a:ext cx="9372600" cy="715962"/>
          </a:xfrm>
          <a:ln>
            <a:solidFill>
              <a:schemeClr val="tx1"/>
            </a:solidFill>
            <a:miter lim="800000"/>
            <a:headEnd/>
            <a:tailEnd/>
          </a:ln>
        </p:spPr>
        <p:txBody>
          <a:bodyPr/>
          <a:lstStyle/>
          <a:p>
            <a:pPr eaLnBrk="1" hangingPunct="1"/>
            <a:r>
              <a:rPr lang="en-US" altLang="en-US" sz="2800" dirty="0"/>
              <a:t>Example – Delayed Dividends (delayed annuity)</a:t>
            </a:r>
          </a:p>
        </p:txBody>
      </p:sp>
      <p:sp>
        <p:nvSpPr>
          <p:cNvPr id="10247" name="Rectangle 3">
            <a:extLst>
              <a:ext uri="{FF2B5EF4-FFF2-40B4-BE49-F238E27FC236}">
                <a16:creationId xmlns:a16="http://schemas.microsoft.com/office/drawing/2014/main" id="{AE170B33-E419-0982-1C37-A8FAB41F5997}"/>
              </a:ext>
            </a:extLst>
          </p:cNvPr>
          <p:cNvSpPr>
            <a:spLocks noGrp="1" noChangeArrowheads="1"/>
          </p:cNvSpPr>
          <p:nvPr>
            <p:ph type="body" sz="half" idx="1"/>
          </p:nvPr>
        </p:nvSpPr>
        <p:spPr>
          <a:xfrm>
            <a:off x="926123" y="1143001"/>
            <a:ext cx="9208477" cy="4983163"/>
          </a:xfrm>
        </p:spPr>
        <p:txBody>
          <a:bodyPr/>
          <a:lstStyle/>
          <a:p>
            <a:pPr eaLnBrk="1" hangingPunct="1"/>
            <a:r>
              <a:rPr lang="en-US" altLang="en-US" sz="2000" dirty="0"/>
              <a:t>What would you be willing to pay for a sock that does not pay dividend at the current time, but is expected to start paying dividend of $2.50 in 6 years and to continue paying this same level of dividend indefinitely? Your required rate of return on this stock is 16%.</a:t>
            </a:r>
          </a:p>
          <a:p>
            <a:pPr eaLnBrk="1" hangingPunct="1"/>
            <a:endParaRPr lang="en-US" altLang="en-US" sz="2000" dirty="0"/>
          </a:p>
          <a:p>
            <a:pPr eaLnBrk="1" hangingPunct="1"/>
            <a:r>
              <a:rPr lang="en-US" altLang="en-US" sz="2000" u="sng" dirty="0"/>
              <a:t>Solution:</a:t>
            </a:r>
            <a:r>
              <a:rPr lang="en-US" altLang="en-US" sz="2000" dirty="0"/>
              <a:t> This is an example of a delayed perpetuity.</a:t>
            </a:r>
          </a:p>
          <a:p>
            <a:pPr eaLnBrk="1" hangingPunct="1">
              <a:buFontTx/>
              <a:buNone/>
            </a:pPr>
            <a:r>
              <a:rPr lang="en-US" altLang="en-US" dirty="0"/>
              <a:t>    Step 1:  </a:t>
            </a:r>
            <a:r>
              <a:rPr lang="en-US" altLang="en-US" sz="2000" dirty="0"/>
              <a:t>Price in year 5 is PV of a  perpetuity</a:t>
            </a:r>
            <a:r>
              <a:rPr lang="en-US" altLang="en-US" dirty="0"/>
              <a:t> </a:t>
            </a:r>
          </a:p>
          <a:p>
            <a:pPr eaLnBrk="1" hangingPunct="1">
              <a:buFontTx/>
              <a:buNone/>
            </a:pPr>
            <a:endParaRPr lang="en-US" altLang="en-US" dirty="0"/>
          </a:p>
          <a:p>
            <a:pPr eaLnBrk="1" hangingPunct="1">
              <a:buFontTx/>
              <a:buNone/>
            </a:pPr>
            <a:r>
              <a:rPr lang="en-US" altLang="en-US" dirty="0"/>
              <a:t>   Step 2:  </a:t>
            </a:r>
            <a:r>
              <a:rPr lang="en-US" altLang="en-US" sz="2000" dirty="0"/>
              <a:t>Price in year 0 is PV of a lump sum</a:t>
            </a:r>
          </a:p>
        </p:txBody>
      </p:sp>
      <p:graphicFrame>
        <p:nvGraphicFramePr>
          <p:cNvPr id="10242" name="Object 4">
            <a:extLst>
              <a:ext uri="{FF2B5EF4-FFF2-40B4-BE49-F238E27FC236}">
                <a16:creationId xmlns:a16="http://schemas.microsoft.com/office/drawing/2014/main" id="{1719F96E-8796-ADD0-74D2-D29305B62691}"/>
              </a:ext>
            </a:extLst>
          </p:cNvPr>
          <p:cNvGraphicFramePr>
            <a:graphicFrameLocks noGrp="1" noChangeAspect="1"/>
          </p:cNvGraphicFramePr>
          <p:nvPr>
            <p:ph sz="quarter" idx="2"/>
          </p:nvPr>
        </p:nvGraphicFramePr>
        <p:xfrm>
          <a:off x="6781800" y="3886201"/>
          <a:ext cx="3276600" cy="868363"/>
        </p:xfrm>
        <a:graphic>
          <a:graphicData uri="http://schemas.openxmlformats.org/presentationml/2006/ole">
            <mc:AlternateContent xmlns:mc="http://schemas.openxmlformats.org/markup-compatibility/2006">
              <mc:Choice xmlns:v="urn:schemas-microsoft-com:vml" Requires="v">
                <p:oleObj name="Equation" r:id="rId3" imgW="1485720" imgH="393480" progId="Equation.3">
                  <p:embed/>
                </p:oleObj>
              </mc:Choice>
              <mc:Fallback>
                <p:oleObj name="Equation" r:id="rId3" imgW="1485720" imgH="393480" progId="Equation.3">
                  <p:embed/>
                  <p:pic>
                    <p:nvPicPr>
                      <p:cNvPr id="10242" name="Object 4">
                        <a:extLst>
                          <a:ext uri="{FF2B5EF4-FFF2-40B4-BE49-F238E27FC236}">
                            <a16:creationId xmlns:a16="http://schemas.microsoft.com/office/drawing/2014/main" id="{1719F96E-8796-ADD0-74D2-D29305B62691}"/>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6781800" y="3886201"/>
                        <a:ext cx="3276600" cy="868363"/>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aphicFrame>
        <p:nvGraphicFramePr>
          <p:cNvPr id="10243" name="Object 6">
            <a:extLst>
              <a:ext uri="{FF2B5EF4-FFF2-40B4-BE49-F238E27FC236}">
                <a16:creationId xmlns:a16="http://schemas.microsoft.com/office/drawing/2014/main" id="{3FF2E6A3-6F5F-4530-FBE0-581472007271}"/>
              </a:ext>
            </a:extLst>
          </p:cNvPr>
          <p:cNvGraphicFramePr>
            <a:graphicFrameLocks noGrp="1" noChangeAspect="1"/>
          </p:cNvGraphicFramePr>
          <p:nvPr>
            <p:ph sz="quarter" idx="3"/>
          </p:nvPr>
        </p:nvGraphicFramePr>
        <p:xfrm>
          <a:off x="4191000" y="5164139"/>
          <a:ext cx="3962400" cy="877887"/>
        </p:xfrm>
        <a:graphic>
          <a:graphicData uri="http://schemas.openxmlformats.org/presentationml/2006/ole">
            <mc:AlternateContent xmlns:mc="http://schemas.openxmlformats.org/markup-compatibility/2006">
              <mc:Choice xmlns:v="urn:schemas-microsoft-com:vml" Requires="v">
                <p:oleObj name="Equation" r:id="rId5" imgW="1892160" imgH="419040" progId="Equation.3">
                  <p:embed/>
                </p:oleObj>
              </mc:Choice>
              <mc:Fallback>
                <p:oleObj name="Equation" r:id="rId5" imgW="1892160" imgH="419040" progId="Equation.3">
                  <p:embed/>
                  <p:pic>
                    <p:nvPicPr>
                      <p:cNvPr id="10243" name="Object 6">
                        <a:extLst>
                          <a:ext uri="{FF2B5EF4-FFF2-40B4-BE49-F238E27FC236}">
                            <a16:creationId xmlns:a16="http://schemas.microsoft.com/office/drawing/2014/main" id="{3FF2E6A3-6F5F-4530-FBE0-581472007271}"/>
                          </a:ext>
                        </a:extLst>
                      </p:cNvPr>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4191000" y="5164139"/>
                        <a:ext cx="3962400" cy="877887"/>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spTree>
    <p:extLst>
      <p:ext uri="{BB962C8B-B14F-4D97-AF65-F5344CB8AC3E}">
        <p14:creationId xmlns:p14="http://schemas.microsoft.com/office/powerpoint/2010/main" val="1672766415"/>
      </p:ext>
    </p:extLst>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Slide Number Placeholder 5">
            <a:extLst>
              <a:ext uri="{FF2B5EF4-FFF2-40B4-BE49-F238E27FC236}">
                <a16:creationId xmlns:a16="http://schemas.microsoft.com/office/drawing/2014/main" id="{3C474C80-0225-CDAD-2280-49FB2B2FBA65}"/>
              </a:ext>
            </a:extLst>
          </p:cNvPr>
          <p:cNvSpPr>
            <a:spLocks noGrp="1"/>
          </p:cNvSpPr>
          <p:nvPr>
            <p:ph type="sldNum" sz="quarter" idx="12"/>
          </p:nvPr>
        </p:nvSpPr>
        <p:spPr/>
        <p:txBody>
          <a:bodyPr/>
          <a:lstStyle/>
          <a:p>
            <a:pPr>
              <a:defRPr/>
            </a:pPr>
            <a:fld id="{2544B431-750A-4446-9447-CC9B1F3B0349}" type="slidenum">
              <a:rPr lang="en-US" altLang="en-US" smtClean="0"/>
              <a:pPr>
                <a:defRPr/>
              </a:pPr>
              <a:t>39</a:t>
            </a:fld>
            <a:endParaRPr lang="en-US" altLang="en-US"/>
          </a:p>
        </p:txBody>
      </p:sp>
      <p:grpSp>
        <p:nvGrpSpPr>
          <p:cNvPr id="7" name="Group 2">
            <a:extLst>
              <a:ext uri="{FF2B5EF4-FFF2-40B4-BE49-F238E27FC236}">
                <a16:creationId xmlns:a16="http://schemas.microsoft.com/office/drawing/2014/main" id="{1FB4BD7B-5C58-3935-F502-149ACCA8FE25}"/>
              </a:ext>
            </a:extLst>
          </p:cNvPr>
          <p:cNvGrpSpPr>
            <a:grpSpLocks/>
          </p:cNvGrpSpPr>
          <p:nvPr/>
        </p:nvGrpSpPr>
        <p:grpSpPr bwMode="auto">
          <a:xfrm>
            <a:off x="3135923" y="2097725"/>
            <a:ext cx="6629400" cy="1524000"/>
            <a:chOff x="659" y="1904"/>
            <a:chExt cx="4176" cy="832"/>
          </a:xfrm>
        </p:grpSpPr>
        <p:sp>
          <p:nvSpPr>
            <p:cNvPr id="8" name="AutoShape 3">
              <a:extLst>
                <a:ext uri="{FF2B5EF4-FFF2-40B4-BE49-F238E27FC236}">
                  <a16:creationId xmlns:a16="http://schemas.microsoft.com/office/drawing/2014/main" id="{71D2F36E-7528-B808-80F2-DA9C53953D41}"/>
                </a:ext>
              </a:extLst>
            </p:cNvPr>
            <p:cNvSpPr>
              <a:spLocks noChangeArrowheads="1"/>
            </p:cNvSpPr>
            <p:nvPr/>
          </p:nvSpPr>
          <p:spPr bwMode="auto">
            <a:xfrm>
              <a:off x="659" y="1904"/>
              <a:ext cx="4176" cy="832"/>
            </a:xfrm>
            <a:prstGeom prst="roundRect">
              <a:avLst>
                <a:gd name="adj" fmla="val 12486"/>
              </a:avLst>
            </a:prstGeom>
            <a:solidFill>
              <a:srgbClr val="FFFFCC"/>
            </a:solidFill>
            <a:ln w="25400">
              <a:solidFill>
                <a:schemeClr val="tx1"/>
              </a:solidFill>
              <a:round/>
              <a:headEnd/>
              <a:tailEnd/>
            </a:ln>
          </p:spPr>
          <p:txBody>
            <a:bodyPr wrap="none" anchor="ctr"/>
            <a:lstStyle>
              <a:lvl1pPr eaLnBrk="0" hangingPunct="0">
                <a:defRPr>
                  <a:solidFill>
                    <a:schemeClr val="tx1"/>
                  </a:solidFill>
                  <a:latin typeface="Arial" panose="020B0604020202020204" pitchFamily="34" charset="0"/>
                </a:defRPr>
              </a:lvl1pPr>
              <a:lvl2pPr marL="742950" indent="-285750" eaLnBrk="0" hangingPunct="0">
                <a:defRPr>
                  <a:solidFill>
                    <a:schemeClr val="tx1"/>
                  </a:solidFill>
                  <a:latin typeface="Arial" panose="020B0604020202020204" pitchFamily="34" charset="0"/>
                </a:defRPr>
              </a:lvl2pPr>
              <a:lvl3pPr marL="1143000" indent="-228600" eaLnBrk="0" hangingPunct="0">
                <a:defRPr>
                  <a:solidFill>
                    <a:schemeClr val="tx1"/>
                  </a:solidFill>
                  <a:latin typeface="Arial" panose="020B0604020202020204" pitchFamily="34" charset="0"/>
                </a:defRPr>
              </a:lvl3pPr>
              <a:lvl4pPr marL="1600200" indent="-228600" eaLnBrk="0" hangingPunct="0">
                <a:defRPr>
                  <a:solidFill>
                    <a:schemeClr val="tx1"/>
                  </a:solidFill>
                  <a:latin typeface="Arial" panose="020B0604020202020204" pitchFamily="34" charset="0"/>
                </a:defRPr>
              </a:lvl4pPr>
              <a:lvl5pPr marL="2057400" indent="-228600" eaLnBrk="0" hangingPunct="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algn="ctr" eaLnBrk="1" hangingPunct="1"/>
              <a:endParaRPr lang="en-US" altLang="en-US" sz="2400" dirty="0">
                <a:cs typeface="Arial" panose="020B0604020202020204" pitchFamily="34" charset="0"/>
              </a:endParaRPr>
            </a:p>
          </p:txBody>
        </p:sp>
        <p:sp>
          <p:nvSpPr>
            <p:cNvPr id="9" name="Rectangle 4">
              <a:extLst>
                <a:ext uri="{FF2B5EF4-FFF2-40B4-BE49-F238E27FC236}">
                  <a16:creationId xmlns:a16="http://schemas.microsoft.com/office/drawing/2014/main" id="{E7C1DD17-2B0A-AED1-070A-FCBB7FBE5152}"/>
                </a:ext>
              </a:extLst>
            </p:cNvPr>
            <p:cNvSpPr>
              <a:spLocks noChangeArrowheads="1"/>
            </p:cNvSpPr>
            <p:nvPr/>
          </p:nvSpPr>
          <p:spPr bwMode="auto">
            <a:xfrm>
              <a:off x="659" y="1937"/>
              <a:ext cx="4093" cy="28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90488" tIns="44450" rIns="90488" bIns="44450">
              <a:spAutoFit/>
            </a:bodyPr>
            <a:lstStyle>
              <a:lvl1pPr eaLnBrk="0" hangingPunct="0">
                <a:defRPr>
                  <a:solidFill>
                    <a:schemeClr val="tx1"/>
                  </a:solidFill>
                  <a:latin typeface="Arial" panose="020B0604020202020204" pitchFamily="34" charset="0"/>
                </a:defRPr>
              </a:lvl1pPr>
              <a:lvl2pPr marL="742950" indent="-285750" eaLnBrk="0" hangingPunct="0">
                <a:defRPr>
                  <a:solidFill>
                    <a:schemeClr val="tx1"/>
                  </a:solidFill>
                  <a:latin typeface="Arial" panose="020B0604020202020204" pitchFamily="34" charset="0"/>
                </a:defRPr>
              </a:lvl2pPr>
              <a:lvl3pPr marL="1143000" indent="-228600" eaLnBrk="0" hangingPunct="0">
                <a:defRPr>
                  <a:solidFill>
                    <a:schemeClr val="tx1"/>
                  </a:solidFill>
                  <a:latin typeface="Arial" panose="020B0604020202020204" pitchFamily="34" charset="0"/>
                </a:defRPr>
              </a:lvl3pPr>
              <a:lvl4pPr marL="1600200" indent="-228600" eaLnBrk="0" hangingPunct="0">
                <a:defRPr>
                  <a:solidFill>
                    <a:schemeClr val="tx1"/>
                  </a:solidFill>
                  <a:latin typeface="Arial" panose="020B0604020202020204" pitchFamily="34" charset="0"/>
                </a:defRPr>
              </a:lvl4pPr>
              <a:lvl5pPr marL="2057400" indent="-228600" eaLnBrk="0" hangingPunct="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r>
                <a:rPr lang="en-US" altLang="en-US" sz="2800" b="1" dirty="0">
                  <a:cs typeface="Arial" panose="020B0604020202020204" pitchFamily="34" charset="0"/>
                </a:rPr>
                <a:t>	        5      16                     -15.625                  </a:t>
              </a:r>
            </a:p>
          </p:txBody>
        </p:sp>
        <p:sp>
          <p:nvSpPr>
            <p:cNvPr id="10" name="AutoShape 5">
              <a:extLst>
                <a:ext uri="{FF2B5EF4-FFF2-40B4-BE49-F238E27FC236}">
                  <a16:creationId xmlns:a16="http://schemas.microsoft.com/office/drawing/2014/main" id="{8C44E0EA-B3D5-48F2-CFBC-77424CBB0783}"/>
                </a:ext>
              </a:extLst>
            </p:cNvPr>
            <p:cNvSpPr>
              <a:spLocks noChangeArrowheads="1"/>
            </p:cNvSpPr>
            <p:nvPr/>
          </p:nvSpPr>
          <p:spPr bwMode="auto">
            <a:xfrm>
              <a:off x="2244" y="2213"/>
              <a:ext cx="486" cy="248"/>
            </a:xfrm>
            <a:prstGeom prst="roundRect">
              <a:avLst>
                <a:gd name="adj" fmla="val 12486"/>
              </a:avLst>
            </a:prstGeom>
            <a:solidFill>
              <a:srgbClr val="8CF4EA"/>
            </a:solidFill>
            <a:ln w="25400">
              <a:solidFill>
                <a:schemeClr val="tx1"/>
              </a:solidFill>
              <a:round/>
              <a:headEnd/>
              <a:tailEnd/>
            </a:ln>
          </p:spPr>
          <p:txBody>
            <a:bodyPr wrap="none" anchor="ctr"/>
            <a:lstStyle>
              <a:lvl1pPr eaLnBrk="0" hangingPunct="0">
                <a:defRPr>
                  <a:solidFill>
                    <a:schemeClr val="tx1"/>
                  </a:solidFill>
                  <a:latin typeface="Arial" panose="020B0604020202020204" pitchFamily="34" charset="0"/>
                </a:defRPr>
              </a:lvl1pPr>
              <a:lvl2pPr marL="742950" indent="-285750" eaLnBrk="0" hangingPunct="0">
                <a:defRPr>
                  <a:solidFill>
                    <a:schemeClr val="tx1"/>
                  </a:solidFill>
                  <a:latin typeface="Arial" panose="020B0604020202020204" pitchFamily="34" charset="0"/>
                </a:defRPr>
              </a:lvl2pPr>
              <a:lvl3pPr marL="1143000" indent="-228600" eaLnBrk="0" hangingPunct="0">
                <a:defRPr>
                  <a:solidFill>
                    <a:schemeClr val="tx1"/>
                  </a:solidFill>
                  <a:latin typeface="Arial" panose="020B0604020202020204" pitchFamily="34" charset="0"/>
                </a:defRPr>
              </a:lvl3pPr>
              <a:lvl4pPr marL="1600200" indent="-228600" eaLnBrk="0" hangingPunct="0">
                <a:defRPr>
                  <a:solidFill>
                    <a:schemeClr val="tx1"/>
                  </a:solidFill>
                  <a:latin typeface="Arial" panose="020B0604020202020204" pitchFamily="34" charset="0"/>
                </a:defRPr>
              </a:lvl4pPr>
              <a:lvl5pPr marL="2057400" indent="-228600" eaLnBrk="0" hangingPunct="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eaLnBrk="1" hangingPunct="1"/>
              <a:endParaRPr lang="en-US" altLang="en-US" dirty="0"/>
            </a:p>
          </p:txBody>
        </p:sp>
        <p:sp>
          <p:nvSpPr>
            <p:cNvPr id="11" name="AutoShape 6">
              <a:extLst>
                <a:ext uri="{FF2B5EF4-FFF2-40B4-BE49-F238E27FC236}">
                  <a16:creationId xmlns:a16="http://schemas.microsoft.com/office/drawing/2014/main" id="{CBA874E6-046B-79C9-2ED4-A9EE66D1112F}"/>
                </a:ext>
              </a:extLst>
            </p:cNvPr>
            <p:cNvSpPr>
              <a:spLocks noChangeArrowheads="1"/>
            </p:cNvSpPr>
            <p:nvPr/>
          </p:nvSpPr>
          <p:spPr bwMode="auto">
            <a:xfrm>
              <a:off x="2905" y="2213"/>
              <a:ext cx="394" cy="248"/>
            </a:xfrm>
            <a:prstGeom prst="roundRect">
              <a:avLst>
                <a:gd name="adj" fmla="val 12486"/>
              </a:avLst>
            </a:prstGeom>
            <a:solidFill>
              <a:srgbClr val="8CF4EA"/>
            </a:solidFill>
            <a:ln w="25400">
              <a:solidFill>
                <a:schemeClr val="tx1"/>
              </a:solidFill>
              <a:round/>
              <a:headEnd/>
              <a:tailEnd/>
            </a:ln>
          </p:spPr>
          <p:txBody>
            <a:bodyPr wrap="none" anchor="ctr"/>
            <a:lstStyle>
              <a:lvl1pPr eaLnBrk="0" hangingPunct="0">
                <a:defRPr>
                  <a:solidFill>
                    <a:schemeClr val="tx1"/>
                  </a:solidFill>
                  <a:latin typeface="Arial" panose="020B0604020202020204" pitchFamily="34" charset="0"/>
                </a:defRPr>
              </a:lvl1pPr>
              <a:lvl2pPr marL="742950" indent="-285750" eaLnBrk="0" hangingPunct="0">
                <a:defRPr>
                  <a:solidFill>
                    <a:schemeClr val="tx1"/>
                  </a:solidFill>
                  <a:latin typeface="Arial" panose="020B0604020202020204" pitchFamily="34" charset="0"/>
                </a:defRPr>
              </a:lvl2pPr>
              <a:lvl3pPr marL="1143000" indent="-228600" eaLnBrk="0" hangingPunct="0">
                <a:defRPr>
                  <a:solidFill>
                    <a:schemeClr val="tx1"/>
                  </a:solidFill>
                  <a:latin typeface="Arial" panose="020B0604020202020204" pitchFamily="34" charset="0"/>
                </a:defRPr>
              </a:lvl3pPr>
              <a:lvl4pPr marL="1600200" indent="-228600" eaLnBrk="0" hangingPunct="0">
                <a:defRPr>
                  <a:solidFill>
                    <a:schemeClr val="tx1"/>
                  </a:solidFill>
                  <a:latin typeface="Arial" panose="020B0604020202020204" pitchFamily="34" charset="0"/>
                </a:defRPr>
              </a:lvl4pPr>
              <a:lvl5pPr marL="2057400" indent="-228600" eaLnBrk="0" hangingPunct="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eaLnBrk="1" hangingPunct="1"/>
              <a:endParaRPr lang="en-US" altLang="en-US" dirty="0"/>
            </a:p>
          </p:txBody>
        </p:sp>
        <p:sp>
          <p:nvSpPr>
            <p:cNvPr id="12" name="AutoShape 7">
              <a:extLst>
                <a:ext uri="{FF2B5EF4-FFF2-40B4-BE49-F238E27FC236}">
                  <a16:creationId xmlns:a16="http://schemas.microsoft.com/office/drawing/2014/main" id="{EB29AAD0-49DD-208D-1F26-ECBD4CD24A35}"/>
                </a:ext>
              </a:extLst>
            </p:cNvPr>
            <p:cNvSpPr>
              <a:spLocks noChangeArrowheads="1"/>
            </p:cNvSpPr>
            <p:nvPr/>
          </p:nvSpPr>
          <p:spPr bwMode="auto">
            <a:xfrm>
              <a:off x="3473" y="2213"/>
              <a:ext cx="486" cy="248"/>
            </a:xfrm>
            <a:prstGeom prst="roundRect">
              <a:avLst>
                <a:gd name="adj" fmla="val 12486"/>
              </a:avLst>
            </a:prstGeom>
            <a:solidFill>
              <a:srgbClr val="8CF4EA"/>
            </a:solidFill>
            <a:ln w="25400">
              <a:solidFill>
                <a:schemeClr val="tx1"/>
              </a:solidFill>
              <a:round/>
              <a:headEnd/>
              <a:tailEnd/>
            </a:ln>
          </p:spPr>
          <p:txBody>
            <a:bodyPr wrap="none" anchor="ctr"/>
            <a:lstStyle>
              <a:lvl1pPr eaLnBrk="0" hangingPunct="0">
                <a:defRPr>
                  <a:solidFill>
                    <a:schemeClr val="tx1"/>
                  </a:solidFill>
                  <a:latin typeface="Arial" panose="020B0604020202020204" pitchFamily="34" charset="0"/>
                </a:defRPr>
              </a:lvl1pPr>
              <a:lvl2pPr marL="742950" indent="-285750" eaLnBrk="0" hangingPunct="0">
                <a:defRPr>
                  <a:solidFill>
                    <a:schemeClr val="tx1"/>
                  </a:solidFill>
                  <a:latin typeface="Arial" panose="020B0604020202020204" pitchFamily="34" charset="0"/>
                </a:defRPr>
              </a:lvl2pPr>
              <a:lvl3pPr marL="1143000" indent="-228600" eaLnBrk="0" hangingPunct="0">
                <a:defRPr>
                  <a:solidFill>
                    <a:schemeClr val="tx1"/>
                  </a:solidFill>
                  <a:latin typeface="Arial" panose="020B0604020202020204" pitchFamily="34" charset="0"/>
                </a:defRPr>
              </a:lvl3pPr>
              <a:lvl4pPr marL="1600200" indent="-228600" eaLnBrk="0" hangingPunct="0">
                <a:defRPr>
                  <a:solidFill>
                    <a:schemeClr val="tx1"/>
                  </a:solidFill>
                  <a:latin typeface="Arial" panose="020B0604020202020204" pitchFamily="34" charset="0"/>
                </a:defRPr>
              </a:lvl4pPr>
              <a:lvl5pPr marL="2057400" indent="-228600" eaLnBrk="0" hangingPunct="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eaLnBrk="1" hangingPunct="1"/>
              <a:endParaRPr lang="en-US" altLang="en-US" dirty="0"/>
            </a:p>
          </p:txBody>
        </p:sp>
        <p:sp>
          <p:nvSpPr>
            <p:cNvPr id="13" name="AutoShape 8">
              <a:extLst>
                <a:ext uri="{FF2B5EF4-FFF2-40B4-BE49-F238E27FC236}">
                  <a16:creationId xmlns:a16="http://schemas.microsoft.com/office/drawing/2014/main" id="{8D86AC85-2273-5CA8-A7D9-BC6FD31738D9}"/>
                </a:ext>
              </a:extLst>
            </p:cNvPr>
            <p:cNvSpPr>
              <a:spLocks noChangeArrowheads="1"/>
            </p:cNvSpPr>
            <p:nvPr/>
          </p:nvSpPr>
          <p:spPr bwMode="auto">
            <a:xfrm>
              <a:off x="1676" y="2213"/>
              <a:ext cx="394" cy="248"/>
            </a:xfrm>
            <a:prstGeom prst="roundRect">
              <a:avLst>
                <a:gd name="adj" fmla="val 12486"/>
              </a:avLst>
            </a:prstGeom>
            <a:solidFill>
              <a:srgbClr val="8CF4EA"/>
            </a:solidFill>
            <a:ln w="25400">
              <a:solidFill>
                <a:schemeClr val="tx1"/>
              </a:solidFill>
              <a:round/>
              <a:headEnd/>
              <a:tailEnd/>
            </a:ln>
          </p:spPr>
          <p:txBody>
            <a:bodyPr wrap="none" anchor="ctr"/>
            <a:lstStyle>
              <a:lvl1pPr eaLnBrk="0" hangingPunct="0">
                <a:defRPr>
                  <a:solidFill>
                    <a:schemeClr val="tx1"/>
                  </a:solidFill>
                  <a:latin typeface="Arial" panose="020B0604020202020204" pitchFamily="34" charset="0"/>
                </a:defRPr>
              </a:lvl1pPr>
              <a:lvl2pPr marL="742950" indent="-285750" eaLnBrk="0" hangingPunct="0">
                <a:defRPr>
                  <a:solidFill>
                    <a:schemeClr val="tx1"/>
                  </a:solidFill>
                  <a:latin typeface="Arial" panose="020B0604020202020204" pitchFamily="34" charset="0"/>
                </a:defRPr>
              </a:lvl2pPr>
              <a:lvl3pPr marL="1143000" indent="-228600" eaLnBrk="0" hangingPunct="0">
                <a:defRPr>
                  <a:solidFill>
                    <a:schemeClr val="tx1"/>
                  </a:solidFill>
                  <a:latin typeface="Arial" panose="020B0604020202020204" pitchFamily="34" charset="0"/>
                </a:defRPr>
              </a:lvl3pPr>
              <a:lvl4pPr marL="1600200" indent="-228600" eaLnBrk="0" hangingPunct="0">
                <a:defRPr>
                  <a:solidFill>
                    <a:schemeClr val="tx1"/>
                  </a:solidFill>
                  <a:latin typeface="Arial" panose="020B0604020202020204" pitchFamily="34" charset="0"/>
                </a:defRPr>
              </a:lvl4pPr>
              <a:lvl5pPr marL="2057400" indent="-228600" eaLnBrk="0" hangingPunct="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eaLnBrk="1" hangingPunct="1"/>
              <a:endParaRPr lang="en-US" altLang="en-US" dirty="0"/>
            </a:p>
          </p:txBody>
        </p:sp>
        <p:sp>
          <p:nvSpPr>
            <p:cNvPr id="14" name="AutoShape 9">
              <a:extLst>
                <a:ext uri="{FF2B5EF4-FFF2-40B4-BE49-F238E27FC236}">
                  <a16:creationId xmlns:a16="http://schemas.microsoft.com/office/drawing/2014/main" id="{B19213D9-E151-3323-0AB8-1CCE325FC979}"/>
                </a:ext>
              </a:extLst>
            </p:cNvPr>
            <p:cNvSpPr>
              <a:spLocks noChangeArrowheads="1"/>
            </p:cNvSpPr>
            <p:nvPr/>
          </p:nvSpPr>
          <p:spPr bwMode="auto">
            <a:xfrm>
              <a:off x="4133" y="2213"/>
              <a:ext cx="440" cy="248"/>
            </a:xfrm>
            <a:prstGeom prst="roundRect">
              <a:avLst>
                <a:gd name="adj" fmla="val 12486"/>
              </a:avLst>
            </a:prstGeom>
            <a:solidFill>
              <a:srgbClr val="8CF4EA"/>
            </a:solidFill>
            <a:ln w="25400">
              <a:solidFill>
                <a:schemeClr val="tx1"/>
              </a:solidFill>
              <a:round/>
              <a:headEnd/>
              <a:tailEnd/>
            </a:ln>
          </p:spPr>
          <p:txBody>
            <a:bodyPr wrap="none" anchor="ctr"/>
            <a:lstStyle>
              <a:lvl1pPr eaLnBrk="0" hangingPunct="0">
                <a:defRPr>
                  <a:solidFill>
                    <a:schemeClr val="tx1"/>
                  </a:solidFill>
                  <a:latin typeface="Arial" panose="020B0604020202020204" pitchFamily="34" charset="0"/>
                </a:defRPr>
              </a:lvl1pPr>
              <a:lvl2pPr marL="742950" indent="-285750" eaLnBrk="0" hangingPunct="0">
                <a:defRPr>
                  <a:solidFill>
                    <a:schemeClr val="tx1"/>
                  </a:solidFill>
                  <a:latin typeface="Arial" panose="020B0604020202020204" pitchFamily="34" charset="0"/>
                </a:defRPr>
              </a:lvl2pPr>
              <a:lvl3pPr marL="1143000" indent="-228600" eaLnBrk="0" hangingPunct="0">
                <a:defRPr>
                  <a:solidFill>
                    <a:schemeClr val="tx1"/>
                  </a:solidFill>
                  <a:latin typeface="Arial" panose="020B0604020202020204" pitchFamily="34" charset="0"/>
                </a:defRPr>
              </a:lvl3pPr>
              <a:lvl4pPr marL="1600200" indent="-228600" eaLnBrk="0" hangingPunct="0">
                <a:defRPr>
                  <a:solidFill>
                    <a:schemeClr val="tx1"/>
                  </a:solidFill>
                  <a:latin typeface="Arial" panose="020B0604020202020204" pitchFamily="34" charset="0"/>
                </a:defRPr>
              </a:lvl4pPr>
              <a:lvl5pPr marL="2057400" indent="-228600" eaLnBrk="0" hangingPunct="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eaLnBrk="1" hangingPunct="1"/>
              <a:endParaRPr lang="en-US" altLang="en-US" dirty="0"/>
            </a:p>
          </p:txBody>
        </p:sp>
        <p:sp>
          <p:nvSpPr>
            <p:cNvPr id="15" name="Rectangle 10">
              <a:extLst>
                <a:ext uri="{FF2B5EF4-FFF2-40B4-BE49-F238E27FC236}">
                  <a16:creationId xmlns:a16="http://schemas.microsoft.com/office/drawing/2014/main" id="{C8E56101-DD33-B523-AD72-0D7B4E63BC36}"/>
                </a:ext>
              </a:extLst>
            </p:cNvPr>
            <p:cNvSpPr>
              <a:spLocks noChangeArrowheads="1"/>
            </p:cNvSpPr>
            <p:nvPr/>
          </p:nvSpPr>
          <p:spPr bwMode="auto">
            <a:xfrm>
              <a:off x="1751" y="2159"/>
              <a:ext cx="279" cy="28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90488" tIns="44450" rIns="90488" bIns="44450">
              <a:spAutoFit/>
            </a:bodyPr>
            <a:lstStyle>
              <a:lvl1pPr eaLnBrk="0" hangingPunct="0">
                <a:defRPr>
                  <a:solidFill>
                    <a:schemeClr val="tx1"/>
                  </a:solidFill>
                  <a:latin typeface="Arial" panose="020B0604020202020204" pitchFamily="34" charset="0"/>
                </a:defRPr>
              </a:lvl1pPr>
              <a:lvl2pPr marL="742950" indent="-285750" eaLnBrk="0" hangingPunct="0">
                <a:defRPr>
                  <a:solidFill>
                    <a:schemeClr val="tx1"/>
                  </a:solidFill>
                  <a:latin typeface="Arial" panose="020B0604020202020204" pitchFamily="34" charset="0"/>
                </a:defRPr>
              </a:lvl2pPr>
              <a:lvl3pPr marL="1143000" indent="-228600" eaLnBrk="0" hangingPunct="0">
                <a:defRPr>
                  <a:solidFill>
                    <a:schemeClr val="tx1"/>
                  </a:solidFill>
                  <a:latin typeface="Arial" panose="020B0604020202020204" pitchFamily="34" charset="0"/>
                </a:defRPr>
              </a:lvl3pPr>
              <a:lvl4pPr marL="1600200" indent="-228600" eaLnBrk="0" hangingPunct="0">
                <a:defRPr>
                  <a:solidFill>
                    <a:schemeClr val="tx1"/>
                  </a:solidFill>
                  <a:latin typeface="Arial" panose="020B0604020202020204" pitchFamily="34" charset="0"/>
                </a:defRPr>
              </a:lvl4pPr>
              <a:lvl5pPr marL="2057400" indent="-228600" eaLnBrk="0" hangingPunct="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r>
                <a:rPr lang="en-US" altLang="en-US" sz="2800" b="1" dirty="0">
                  <a:cs typeface="Arial" panose="020B0604020202020204" pitchFamily="34" charset="0"/>
                </a:rPr>
                <a:t>N</a:t>
              </a:r>
            </a:p>
          </p:txBody>
        </p:sp>
        <p:sp>
          <p:nvSpPr>
            <p:cNvPr id="16" name="Rectangle 11">
              <a:extLst>
                <a:ext uri="{FF2B5EF4-FFF2-40B4-BE49-F238E27FC236}">
                  <a16:creationId xmlns:a16="http://schemas.microsoft.com/office/drawing/2014/main" id="{7A56A2C8-0171-7DED-BF5F-AA10CE0FC6C9}"/>
                </a:ext>
              </a:extLst>
            </p:cNvPr>
            <p:cNvSpPr>
              <a:spLocks noChangeArrowheads="1"/>
            </p:cNvSpPr>
            <p:nvPr/>
          </p:nvSpPr>
          <p:spPr bwMode="auto">
            <a:xfrm>
              <a:off x="2322" y="2159"/>
              <a:ext cx="391" cy="28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90488" tIns="44450" rIns="90488" bIns="44450">
              <a:spAutoFit/>
            </a:bodyPr>
            <a:lstStyle>
              <a:lvl1pPr eaLnBrk="0" hangingPunct="0">
                <a:defRPr>
                  <a:solidFill>
                    <a:schemeClr val="tx1"/>
                  </a:solidFill>
                  <a:latin typeface="Arial" panose="020B0604020202020204" pitchFamily="34" charset="0"/>
                </a:defRPr>
              </a:lvl1pPr>
              <a:lvl2pPr marL="742950" indent="-285750" eaLnBrk="0" hangingPunct="0">
                <a:defRPr>
                  <a:solidFill>
                    <a:schemeClr val="tx1"/>
                  </a:solidFill>
                  <a:latin typeface="Arial" panose="020B0604020202020204" pitchFamily="34" charset="0"/>
                </a:defRPr>
              </a:lvl2pPr>
              <a:lvl3pPr marL="1143000" indent="-228600" eaLnBrk="0" hangingPunct="0">
                <a:defRPr>
                  <a:solidFill>
                    <a:schemeClr val="tx1"/>
                  </a:solidFill>
                  <a:latin typeface="Arial" panose="020B0604020202020204" pitchFamily="34" charset="0"/>
                </a:defRPr>
              </a:lvl3pPr>
              <a:lvl4pPr marL="1600200" indent="-228600" eaLnBrk="0" hangingPunct="0">
                <a:defRPr>
                  <a:solidFill>
                    <a:schemeClr val="tx1"/>
                  </a:solidFill>
                  <a:latin typeface="Arial" panose="020B0604020202020204" pitchFamily="34" charset="0"/>
                </a:defRPr>
              </a:lvl4pPr>
              <a:lvl5pPr marL="2057400" indent="-228600" eaLnBrk="0" hangingPunct="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r>
                <a:rPr lang="en-US" altLang="en-US" sz="2800" b="1" dirty="0">
                  <a:cs typeface="Arial" panose="020B0604020202020204" pitchFamily="34" charset="0"/>
                </a:rPr>
                <a:t>I/Y</a:t>
              </a:r>
            </a:p>
          </p:txBody>
        </p:sp>
        <p:sp>
          <p:nvSpPr>
            <p:cNvPr id="17" name="Rectangle 12">
              <a:extLst>
                <a:ext uri="{FF2B5EF4-FFF2-40B4-BE49-F238E27FC236}">
                  <a16:creationId xmlns:a16="http://schemas.microsoft.com/office/drawing/2014/main" id="{48015D33-F648-DDD7-E040-C8CDBA208B87}"/>
                </a:ext>
              </a:extLst>
            </p:cNvPr>
            <p:cNvSpPr>
              <a:spLocks noChangeArrowheads="1"/>
            </p:cNvSpPr>
            <p:nvPr/>
          </p:nvSpPr>
          <p:spPr bwMode="auto">
            <a:xfrm>
              <a:off x="2908" y="2159"/>
              <a:ext cx="416" cy="28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90488" tIns="44450" rIns="90488" bIns="44450">
              <a:spAutoFit/>
            </a:bodyPr>
            <a:lstStyle>
              <a:lvl1pPr eaLnBrk="0" hangingPunct="0">
                <a:defRPr>
                  <a:solidFill>
                    <a:schemeClr val="tx1"/>
                  </a:solidFill>
                  <a:latin typeface="Arial" panose="020B0604020202020204" pitchFamily="34" charset="0"/>
                </a:defRPr>
              </a:lvl1pPr>
              <a:lvl2pPr marL="742950" indent="-285750" eaLnBrk="0" hangingPunct="0">
                <a:defRPr>
                  <a:solidFill>
                    <a:schemeClr val="tx1"/>
                  </a:solidFill>
                  <a:latin typeface="Arial" panose="020B0604020202020204" pitchFamily="34" charset="0"/>
                </a:defRPr>
              </a:lvl2pPr>
              <a:lvl3pPr marL="1143000" indent="-228600" eaLnBrk="0" hangingPunct="0">
                <a:defRPr>
                  <a:solidFill>
                    <a:schemeClr val="tx1"/>
                  </a:solidFill>
                  <a:latin typeface="Arial" panose="020B0604020202020204" pitchFamily="34" charset="0"/>
                </a:defRPr>
              </a:lvl3pPr>
              <a:lvl4pPr marL="1600200" indent="-228600" eaLnBrk="0" hangingPunct="0">
                <a:defRPr>
                  <a:solidFill>
                    <a:schemeClr val="tx1"/>
                  </a:solidFill>
                  <a:latin typeface="Arial" panose="020B0604020202020204" pitchFamily="34" charset="0"/>
                </a:defRPr>
              </a:lvl4pPr>
              <a:lvl5pPr marL="2057400" indent="-228600" eaLnBrk="0" hangingPunct="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r>
                <a:rPr lang="en-US" altLang="en-US" sz="2800" b="1" dirty="0">
                  <a:cs typeface="Arial" panose="020B0604020202020204" pitchFamily="34" charset="0"/>
                </a:rPr>
                <a:t>PV</a:t>
              </a:r>
            </a:p>
          </p:txBody>
        </p:sp>
        <p:sp>
          <p:nvSpPr>
            <p:cNvPr id="18" name="Rectangle 13">
              <a:extLst>
                <a:ext uri="{FF2B5EF4-FFF2-40B4-BE49-F238E27FC236}">
                  <a16:creationId xmlns:a16="http://schemas.microsoft.com/office/drawing/2014/main" id="{4C791E4F-CE46-4773-48CA-F7086A5C0C65}"/>
                </a:ext>
              </a:extLst>
            </p:cNvPr>
            <p:cNvSpPr>
              <a:spLocks noChangeArrowheads="1"/>
            </p:cNvSpPr>
            <p:nvPr/>
          </p:nvSpPr>
          <p:spPr bwMode="auto">
            <a:xfrm>
              <a:off x="3487" y="2159"/>
              <a:ext cx="524" cy="25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90488" tIns="44450" rIns="90488" bIns="44450">
              <a:spAutoFit/>
            </a:bodyPr>
            <a:lstStyle>
              <a:lvl1pPr eaLnBrk="0" hangingPunct="0">
                <a:defRPr>
                  <a:solidFill>
                    <a:schemeClr val="tx1"/>
                  </a:solidFill>
                  <a:latin typeface="Arial" panose="020B0604020202020204" pitchFamily="34" charset="0"/>
                </a:defRPr>
              </a:lvl1pPr>
              <a:lvl2pPr marL="742950" indent="-285750" eaLnBrk="0" hangingPunct="0">
                <a:defRPr>
                  <a:solidFill>
                    <a:schemeClr val="tx1"/>
                  </a:solidFill>
                  <a:latin typeface="Arial" panose="020B0604020202020204" pitchFamily="34" charset="0"/>
                </a:defRPr>
              </a:lvl2pPr>
              <a:lvl3pPr marL="1143000" indent="-228600" eaLnBrk="0" hangingPunct="0">
                <a:defRPr>
                  <a:solidFill>
                    <a:schemeClr val="tx1"/>
                  </a:solidFill>
                  <a:latin typeface="Arial" panose="020B0604020202020204" pitchFamily="34" charset="0"/>
                </a:defRPr>
              </a:lvl3pPr>
              <a:lvl4pPr marL="1600200" indent="-228600" eaLnBrk="0" hangingPunct="0">
                <a:defRPr>
                  <a:solidFill>
                    <a:schemeClr val="tx1"/>
                  </a:solidFill>
                  <a:latin typeface="Arial" panose="020B0604020202020204" pitchFamily="34" charset="0"/>
                </a:defRPr>
              </a:lvl4pPr>
              <a:lvl5pPr marL="2057400" indent="-228600" eaLnBrk="0" hangingPunct="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r>
                <a:rPr lang="en-US" altLang="en-US" sz="2400" b="1" dirty="0">
                  <a:cs typeface="Arial" panose="020B0604020202020204" pitchFamily="34" charset="0"/>
                </a:rPr>
                <a:t>PMT</a:t>
              </a:r>
            </a:p>
          </p:txBody>
        </p:sp>
        <p:sp>
          <p:nvSpPr>
            <p:cNvPr id="19" name="Rectangle 14">
              <a:extLst>
                <a:ext uri="{FF2B5EF4-FFF2-40B4-BE49-F238E27FC236}">
                  <a16:creationId xmlns:a16="http://schemas.microsoft.com/office/drawing/2014/main" id="{60DD1101-E7C8-FCB6-0D3C-034F6AAED293}"/>
                </a:ext>
              </a:extLst>
            </p:cNvPr>
            <p:cNvSpPr>
              <a:spLocks noChangeArrowheads="1"/>
            </p:cNvSpPr>
            <p:nvPr/>
          </p:nvSpPr>
          <p:spPr bwMode="auto">
            <a:xfrm>
              <a:off x="4171" y="2159"/>
              <a:ext cx="404" cy="28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90488" tIns="44450" rIns="90488" bIns="44450">
              <a:spAutoFit/>
            </a:bodyPr>
            <a:lstStyle>
              <a:lvl1pPr eaLnBrk="0" hangingPunct="0">
                <a:defRPr>
                  <a:solidFill>
                    <a:schemeClr val="tx1"/>
                  </a:solidFill>
                  <a:latin typeface="Arial" panose="020B0604020202020204" pitchFamily="34" charset="0"/>
                </a:defRPr>
              </a:lvl1pPr>
              <a:lvl2pPr marL="742950" indent="-285750" eaLnBrk="0" hangingPunct="0">
                <a:defRPr>
                  <a:solidFill>
                    <a:schemeClr val="tx1"/>
                  </a:solidFill>
                  <a:latin typeface="Arial" panose="020B0604020202020204" pitchFamily="34" charset="0"/>
                </a:defRPr>
              </a:lvl2pPr>
              <a:lvl3pPr marL="1143000" indent="-228600" eaLnBrk="0" hangingPunct="0">
                <a:defRPr>
                  <a:solidFill>
                    <a:schemeClr val="tx1"/>
                  </a:solidFill>
                  <a:latin typeface="Arial" panose="020B0604020202020204" pitchFamily="34" charset="0"/>
                </a:defRPr>
              </a:lvl3pPr>
              <a:lvl4pPr marL="1600200" indent="-228600" eaLnBrk="0" hangingPunct="0">
                <a:defRPr>
                  <a:solidFill>
                    <a:schemeClr val="tx1"/>
                  </a:solidFill>
                  <a:latin typeface="Arial" panose="020B0604020202020204" pitchFamily="34" charset="0"/>
                </a:defRPr>
              </a:lvl4pPr>
              <a:lvl5pPr marL="2057400" indent="-228600" eaLnBrk="0" hangingPunct="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r>
                <a:rPr lang="en-US" altLang="en-US" sz="2800" b="1" dirty="0">
                  <a:cs typeface="Arial" panose="020B0604020202020204" pitchFamily="34" charset="0"/>
                </a:rPr>
                <a:t>FV</a:t>
              </a:r>
            </a:p>
          </p:txBody>
        </p:sp>
        <p:sp>
          <p:nvSpPr>
            <p:cNvPr id="20" name="Rectangle 15">
              <a:extLst>
                <a:ext uri="{FF2B5EF4-FFF2-40B4-BE49-F238E27FC236}">
                  <a16:creationId xmlns:a16="http://schemas.microsoft.com/office/drawing/2014/main" id="{A1C921BD-FF0D-DBE3-ADB3-F9DB665CB5B4}"/>
                </a:ext>
              </a:extLst>
            </p:cNvPr>
            <p:cNvSpPr>
              <a:spLocks noChangeArrowheads="1"/>
            </p:cNvSpPr>
            <p:nvPr/>
          </p:nvSpPr>
          <p:spPr bwMode="auto">
            <a:xfrm>
              <a:off x="2652" y="2395"/>
              <a:ext cx="178" cy="28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90488" tIns="44450" rIns="90488" bIns="44450">
              <a:spAutoFit/>
            </a:bodyPr>
            <a:lstStyle>
              <a:lvl1pPr eaLnBrk="0" hangingPunct="0">
                <a:defRPr>
                  <a:solidFill>
                    <a:schemeClr val="tx1"/>
                  </a:solidFill>
                  <a:latin typeface="Arial" panose="020B0604020202020204" pitchFamily="34" charset="0"/>
                </a:defRPr>
              </a:lvl1pPr>
              <a:lvl2pPr marL="742950" indent="-285750" eaLnBrk="0" hangingPunct="0">
                <a:defRPr>
                  <a:solidFill>
                    <a:schemeClr val="tx1"/>
                  </a:solidFill>
                  <a:latin typeface="Arial" panose="020B0604020202020204" pitchFamily="34" charset="0"/>
                </a:defRPr>
              </a:lvl2pPr>
              <a:lvl3pPr marL="1143000" indent="-228600" eaLnBrk="0" hangingPunct="0">
                <a:defRPr>
                  <a:solidFill>
                    <a:schemeClr val="tx1"/>
                  </a:solidFill>
                  <a:latin typeface="Arial" panose="020B0604020202020204" pitchFamily="34" charset="0"/>
                </a:defRPr>
              </a:lvl3pPr>
              <a:lvl4pPr marL="1600200" indent="-228600" eaLnBrk="0" hangingPunct="0">
                <a:defRPr>
                  <a:solidFill>
                    <a:schemeClr val="tx1"/>
                  </a:solidFill>
                  <a:latin typeface="Arial" panose="020B0604020202020204" pitchFamily="34" charset="0"/>
                </a:defRPr>
              </a:lvl4pPr>
              <a:lvl5pPr marL="2057400" indent="-228600" eaLnBrk="0" hangingPunct="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r>
                <a:rPr lang="en-US" altLang="en-US" sz="2800" b="1" dirty="0">
                  <a:cs typeface="Arial" panose="020B0604020202020204" pitchFamily="34" charset="0"/>
                </a:rPr>
                <a:t> </a:t>
              </a:r>
            </a:p>
          </p:txBody>
        </p:sp>
        <p:sp>
          <p:nvSpPr>
            <p:cNvPr id="21" name="AutoShape 16">
              <a:extLst>
                <a:ext uri="{FF2B5EF4-FFF2-40B4-BE49-F238E27FC236}">
                  <a16:creationId xmlns:a16="http://schemas.microsoft.com/office/drawing/2014/main" id="{08B4BC51-066C-C563-932A-59221C7B8099}"/>
                </a:ext>
              </a:extLst>
            </p:cNvPr>
            <p:cNvSpPr>
              <a:spLocks noChangeArrowheads="1"/>
            </p:cNvSpPr>
            <p:nvPr/>
          </p:nvSpPr>
          <p:spPr bwMode="auto">
            <a:xfrm>
              <a:off x="750" y="1941"/>
              <a:ext cx="819" cy="305"/>
            </a:xfrm>
            <a:prstGeom prst="roundRect">
              <a:avLst>
                <a:gd name="adj" fmla="val 12486"/>
              </a:avLst>
            </a:prstGeom>
            <a:solidFill>
              <a:srgbClr val="00FF00"/>
            </a:solidFill>
            <a:ln>
              <a:noFill/>
            </a:ln>
            <a:extLst>
              <a:ext uri="{91240B29-F687-4F45-9708-019B960494DF}">
                <a14:hiddenLine xmlns:a14="http://schemas.microsoft.com/office/drawing/2010/main" w="9525">
                  <a:solidFill>
                    <a:srgbClr val="000000"/>
                  </a:solidFill>
                  <a:round/>
                  <a:headEnd/>
                  <a:tailEnd/>
                </a14:hiddenLine>
              </a:ext>
            </a:extLst>
          </p:spPr>
          <p:txBody>
            <a:bodyPr wrap="none" lIns="90488" tIns="44450" rIns="90488" bIns="44450" anchor="ctr"/>
            <a:lstStyle>
              <a:lvl1pPr eaLnBrk="0" hangingPunct="0">
                <a:defRPr>
                  <a:solidFill>
                    <a:schemeClr val="tx1"/>
                  </a:solidFill>
                  <a:latin typeface="Arial" panose="020B0604020202020204" pitchFamily="34" charset="0"/>
                </a:defRPr>
              </a:lvl1pPr>
              <a:lvl2pPr marL="742950" indent="-285750" eaLnBrk="0" hangingPunct="0">
                <a:defRPr>
                  <a:solidFill>
                    <a:schemeClr val="tx1"/>
                  </a:solidFill>
                  <a:latin typeface="Arial" panose="020B0604020202020204" pitchFamily="34" charset="0"/>
                </a:defRPr>
              </a:lvl2pPr>
              <a:lvl3pPr marL="1143000" indent="-228600" eaLnBrk="0" hangingPunct="0">
                <a:defRPr>
                  <a:solidFill>
                    <a:schemeClr val="tx1"/>
                  </a:solidFill>
                  <a:latin typeface="Arial" panose="020B0604020202020204" pitchFamily="34" charset="0"/>
                </a:defRPr>
              </a:lvl3pPr>
              <a:lvl4pPr marL="1600200" indent="-228600" eaLnBrk="0" hangingPunct="0">
                <a:defRPr>
                  <a:solidFill>
                    <a:schemeClr val="tx1"/>
                  </a:solidFill>
                  <a:latin typeface="Arial" panose="020B0604020202020204" pitchFamily="34" charset="0"/>
                </a:defRPr>
              </a:lvl4pPr>
              <a:lvl5pPr marL="2057400" indent="-228600" eaLnBrk="0" hangingPunct="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algn="ctr"/>
              <a:r>
                <a:rPr lang="en-US" altLang="en-US" sz="2400" b="1" dirty="0">
                  <a:cs typeface="Arial" panose="020B0604020202020204" pitchFamily="34" charset="0"/>
                </a:rPr>
                <a:t>INPUTS</a:t>
              </a:r>
            </a:p>
          </p:txBody>
        </p:sp>
        <p:sp>
          <p:nvSpPr>
            <p:cNvPr id="22" name="AutoShape 17">
              <a:extLst>
                <a:ext uri="{FF2B5EF4-FFF2-40B4-BE49-F238E27FC236}">
                  <a16:creationId xmlns:a16="http://schemas.microsoft.com/office/drawing/2014/main" id="{F5F4CF86-AD84-F758-C4E2-6868D31230DF}"/>
                </a:ext>
              </a:extLst>
            </p:cNvPr>
            <p:cNvSpPr>
              <a:spLocks noChangeArrowheads="1"/>
            </p:cNvSpPr>
            <p:nvPr/>
          </p:nvSpPr>
          <p:spPr bwMode="auto">
            <a:xfrm>
              <a:off x="744" y="2367"/>
              <a:ext cx="819" cy="305"/>
            </a:xfrm>
            <a:prstGeom prst="roundRect">
              <a:avLst>
                <a:gd name="adj" fmla="val 12486"/>
              </a:avLst>
            </a:prstGeom>
            <a:solidFill>
              <a:srgbClr val="00FF00"/>
            </a:solidFill>
            <a:ln>
              <a:noFill/>
            </a:ln>
            <a:extLst>
              <a:ext uri="{91240B29-F687-4F45-9708-019B960494DF}">
                <a14:hiddenLine xmlns:a14="http://schemas.microsoft.com/office/drawing/2010/main" w="9525">
                  <a:solidFill>
                    <a:srgbClr val="000000"/>
                  </a:solidFill>
                  <a:round/>
                  <a:headEnd/>
                  <a:tailEnd/>
                </a14:hiddenLine>
              </a:ext>
            </a:extLst>
          </p:spPr>
          <p:txBody>
            <a:bodyPr wrap="none" lIns="90488" tIns="44450" rIns="90488" bIns="44450" anchor="ctr"/>
            <a:lstStyle>
              <a:lvl1pPr eaLnBrk="0" hangingPunct="0">
                <a:defRPr>
                  <a:solidFill>
                    <a:schemeClr val="tx1"/>
                  </a:solidFill>
                  <a:latin typeface="Arial" panose="020B0604020202020204" pitchFamily="34" charset="0"/>
                </a:defRPr>
              </a:lvl1pPr>
              <a:lvl2pPr marL="742950" indent="-285750" eaLnBrk="0" hangingPunct="0">
                <a:defRPr>
                  <a:solidFill>
                    <a:schemeClr val="tx1"/>
                  </a:solidFill>
                  <a:latin typeface="Arial" panose="020B0604020202020204" pitchFamily="34" charset="0"/>
                </a:defRPr>
              </a:lvl2pPr>
              <a:lvl3pPr marL="1143000" indent="-228600" eaLnBrk="0" hangingPunct="0">
                <a:defRPr>
                  <a:solidFill>
                    <a:schemeClr val="tx1"/>
                  </a:solidFill>
                  <a:latin typeface="Arial" panose="020B0604020202020204" pitchFamily="34" charset="0"/>
                </a:defRPr>
              </a:lvl3pPr>
              <a:lvl4pPr marL="1600200" indent="-228600" eaLnBrk="0" hangingPunct="0">
                <a:defRPr>
                  <a:solidFill>
                    <a:schemeClr val="tx1"/>
                  </a:solidFill>
                  <a:latin typeface="Arial" panose="020B0604020202020204" pitchFamily="34" charset="0"/>
                </a:defRPr>
              </a:lvl4pPr>
              <a:lvl5pPr marL="2057400" indent="-228600" eaLnBrk="0" hangingPunct="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algn="ctr"/>
              <a:r>
                <a:rPr lang="en-US" altLang="en-US" sz="2400" b="1" dirty="0">
                  <a:cs typeface="Arial" panose="020B0604020202020204" pitchFamily="34" charset="0"/>
                </a:rPr>
                <a:t>OUTPUT</a:t>
              </a:r>
            </a:p>
          </p:txBody>
        </p:sp>
      </p:grpSp>
      <p:sp>
        <p:nvSpPr>
          <p:cNvPr id="23" name="TextBox 22">
            <a:extLst>
              <a:ext uri="{FF2B5EF4-FFF2-40B4-BE49-F238E27FC236}">
                <a16:creationId xmlns:a16="http://schemas.microsoft.com/office/drawing/2014/main" id="{B97A187C-3549-111C-36F9-F27DF0988653}"/>
              </a:ext>
            </a:extLst>
          </p:cNvPr>
          <p:cNvSpPr txBox="1"/>
          <p:nvPr/>
        </p:nvSpPr>
        <p:spPr>
          <a:xfrm>
            <a:off x="1828799" y="820615"/>
            <a:ext cx="3846757" cy="369332"/>
          </a:xfrm>
          <a:prstGeom prst="rect">
            <a:avLst/>
          </a:prstGeom>
          <a:noFill/>
        </p:spPr>
        <p:txBody>
          <a:bodyPr wrap="square" rtlCol="0">
            <a:spAutoFit/>
          </a:bodyPr>
          <a:lstStyle/>
          <a:p>
            <a:r>
              <a:rPr lang="en-US" dirty="0"/>
              <a:t>Step 2 using financial calculator</a:t>
            </a:r>
          </a:p>
        </p:txBody>
      </p:sp>
      <p:sp>
        <p:nvSpPr>
          <p:cNvPr id="25" name="TextBox 24">
            <a:extLst>
              <a:ext uri="{FF2B5EF4-FFF2-40B4-BE49-F238E27FC236}">
                <a16:creationId xmlns:a16="http://schemas.microsoft.com/office/drawing/2014/main" id="{E43808A2-4567-EBCF-EECE-A08C6BA5AFE9}"/>
              </a:ext>
            </a:extLst>
          </p:cNvPr>
          <p:cNvSpPr txBox="1"/>
          <p:nvPr/>
        </p:nvSpPr>
        <p:spPr>
          <a:xfrm>
            <a:off x="6582386" y="3149035"/>
            <a:ext cx="1020762" cy="461665"/>
          </a:xfrm>
          <a:prstGeom prst="rect">
            <a:avLst/>
          </a:prstGeom>
          <a:noFill/>
        </p:spPr>
        <p:txBody>
          <a:bodyPr wrap="square" rtlCol="0">
            <a:spAutoFit/>
          </a:bodyPr>
          <a:lstStyle/>
          <a:p>
            <a:r>
              <a:rPr lang="en-US" sz="2400" dirty="0">
                <a:solidFill>
                  <a:srgbClr val="FF0000"/>
                </a:solidFill>
              </a:rPr>
              <a:t>7.43</a:t>
            </a:r>
          </a:p>
        </p:txBody>
      </p:sp>
    </p:spTree>
    <p:extLst>
      <p:ext uri="{BB962C8B-B14F-4D97-AF65-F5344CB8AC3E}">
        <p14:creationId xmlns:p14="http://schemas.microsoft.com/office/powerpoint/2010/main" val="694732801"/>
      </p:ext>
    </p:extLst>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2ACE58B-DB9F-8CAA-B54C-A462390EA012}"/>
              </a:ext>
            </a:extLst>
          </p:cNvPr>
          <p:cNvSpPr>
            <a:spLocks noGrp="1"/>
          </p:cNvSpPr>
          <p:nvPr>
            <p:ph type="title"/>
          </p:nvPr>
        </p:nvSpPr>
        <p:spPr>
          <a:xfrm>
            <a:off x="838200" y="365125"/>
            <a:ext cx="10515600" cy="854075"/>
          </a:xfrm>
          <a:ln>
            <a:solidFill>
              <a:schemeClr val="tx1"/>
            </a:solidFill>
          </a:ln>
        </p:spPr>
        <p:txBody>
          <a:bodyPr/>
          <a:lstStyle/>
          <a:p>
            <a:r>
              <a:rPr lang="en-US" dirty="0"/>
              <a:t>Example: Uneven dividends</a:t>
            </a:r>
          </a:p>
        </p:txBody>
      </p:sp>
      <p:sp>
        <p:nvSpPr>
          <p:cNvPr id="3" name="Content Placeholder 2">
            <a:extLst>
              <a:ext uri="{FF2B5EF4-FFF2-40B4-BE49-F238E27FC236}">
                <a16:creationId xmlns:a16="http://schemas.microsoft.com/office/drawing/2014/main" id="{B65FD0AA-19DA-97C8-46BF-2B5C8D3DBFBD}"/>
              </a:ext>
            </a:extLst>
          </p:cNvPr>
          <p:cNvSpPr>
            <a:spLocks noGrp="1"/>
          </p:cNvSpPr>
          <p:nvPr>
            <p:ph idx="1"/>
          </p:nvPr>
        </p:nvSpPr>
        <p:spPr/>
        <p:txBody>
          <a:bodyPr>
            <a:normAutofit/>
          </a:bodyPr>
          <a:lstStyle/>
          <a:p>
            <a:r>
              <a:rPr lang="en-US" sz="2000" dirty="0"/>
              <a:t>A company is expected to pay the following divided over the next 6 years then discontinue</a:t>
            </a:r>
            <a:r>
              <a:rPr lang="en-US" sz="2000" baseline="0" dirty="0"/>
              <a:t> paying divided after that. Required rate of return is 16%</a:t>
            </a:r>
          </a:p>
          <a:p>
            <a:endParaRPr lang="en-US" dirty="0"/>
          </a:p>
          <a:p>
            <a:endParaRPr lang="en-US" sz="2800" baseline="0" dirty="0"/>
          </a:p>
          <a:p>
            <a:endParaRPr lang="en-US" sz="2800" baseline="0" dirty="0"/>
          </a:p>
          <a:p>
            <a:endParaRPr lang="en-US" dirty="0"/>
          </a:p>
          <a:p>
            <a:endParaRPr lang="en-US" sz="2800" baseline="0" dirty="0"/>
          </a:p>
          <a:p>
            <a:r>
              <a:rPr lang="en-US" sz="2000" baseline="0" dirty="0"/>
              <a:t>a) What is the most you would pay for one stock for this company?</a:t>
            </a:r>
          </a:p>
          <a:p>
            <a:r>
              <a:rPr lang="en-US" sz="2000" baseline="0" dirty="0"/>
              <a:t>b) How much would you be willing to pay, in 7 years for one stock of this company? (0)</a:t>
            </a:r>
          </a:p>
          <a:p>
            <a:endParaRPr lang="en-US" dirty="0"/>
          </a:p>
        </p:txBody>
      </p:sp>
      <p:graphicFrame>
        <p:nvGraphicFramePr>
          <p:cNvPr id="4" name="Table 3">
            <a:extLst>
              <a:ext uri="{FF2B5EF4-FFF2-40B4-BE49-F238E27FC236}">
                <a16:creationId xmlns:a16="http://schemas.microsoft.com/office/drawing/2014/main" id="{02ADB16E-151F-7A57-3DD8-9F3163F3DA97}"/>
              </a:ext>
            </a:extLst>
          </p:cNvPr>
          <p:cNvGraphicFramePr>
            <a:graphicFrameLocks noGrp="1"/>
          </p:cNvGraphicFramePr>
          <p:nvPr>
            <p:extLst>
              <p:ext uri="{D42A27DB-BD31-4B8C-83A1-F6EECF244321}">
                <p14:modId xmlns:p14="http://schemas.microsoft.com/office/powerpoint/2010/main" val="287664861"/>
              </p:ext>
            </p:extLst>
          </p:nvPr>
        </p:nvGraphicFramePr>
        <p:xfrm>
          <a:off x="4654060" y="2560820"/>
          <a:ext cx="1664676" cy="1553979"/>
        </p:xfrm>
        <a:graphic>
          <a:graphicData uri="http://schemas.openxmlformats.org/drawingml/2006/table">
            <a:tbl>
              <a:tblPr>
                <a:tableStyleId>{5C22544A-7EE6-4342-B048-85BDC9FD1C3A}</a:tableStyleId>
              </a:tblPr>
              <a:tblGrid>
                <a:gridCol w="832338">
                  <a:extLst>
                    <a:ext uri="{9D8B030D-6E8A-4147-A177-3AD203B41FA5}">
                      <a16:colId xmlns:a16="http://schemas.microsoft.com/office/drawing/2014/main" val="3173033208"/>
                    </a:ext>
                  </a:extLst>
                </a:gridCol>
                <a:gridCol w="832338">
                  <a:extLst>
                    <a:ext uri="{9D8B030D-6E8A-4147-A177-3AD203B41FA5}">
                      <a16:colId xmlns:a16="http://schemas.microsoft.com/office/drawing/2014/main" val="1494436153"/>
                    </a:ext>
                  </a:extLst>
                </a:gridCol>
              </a:tblGrid>
              <a:tr h="221997">
                <a:tc>
                  <a:txBody>
                    <a:bodyPr/>
                    <a:lstStyle/>
                    <a:p>
                      <a:pPr algn="l" fontAlgn="b"/>
                      <a:r>
                        <a:rPr lang="en-US" sz="1100" u="none" strike="noStrike">
                          <a:effectLst/>
                        </a:rPr>
                        <a:t>year</a:t>
                      </a:r>
                      <a:endParaRPr lang="en-US" sz="1100" b="0" i="0" u="none" strike="noStrike">
                        <a:solidFill>
                          <a:srgbClr val="000000"/>
                        </a:solidFill>
                        <a:effectLst/>
                        <a:latin typeface="Calibri" panose="020F0502020204030204" pitchFamily="34" charset="0"/>
                      </a:endParaRPr>
                    </a:p>
                  </a:txBody>
                  <a:tcPr marL="9525" marR="9525" marT="9525" marB="0" anchor="b"/>
                </a:tc>
                <a:tc>
                  <a:txBody>
                    <a:bodyPr/>
                    <a:lstStyle/>
                    <a:p>
                      <a:pPr algn="l" fontAlgn="b"/>
                      <a:r>
                        <a:rPr lang="en-US" sz="1100" u="none" strike="noStrike">
                          <a:effectLst/>
                        </a:rPr>
                        <a:t>dividends</a:t>
                      </a:r>
                      <a:endParaRPr lang="en-US" sz="1100" b="0" i="0" u="none" strike="noStrike">
                        <a:solidFill>
                          <a:srgbClr val="000000"/>
                        </a:solidFill>
                        <a:effectLst/>
                        <a:latin typeface="Calibri" panose="020F0502020204030204" pitchFamily="34" charset="0"/>
                      </a:endParaRPr>
                    </a:p>
                  </a:txBody>
                  <a:tcPr marL="9525" marR="9525" marT="9525" marB="0" anchor="b"/>
                </a:tc>
                <a:extLst>
                  <a:ext uri="{0D108BD9-81ED-4DB2-BD59-A6C34878D82A}">
                    <a16:rowId xmlns:a16="http://schemas.microsoft.com/office/drawing/2014/main" val="2900718467"/>
                  </a:ext>
                </a:extLst>
              </a:tr>
              <a:tr h="221997">
                <a:tc>
                  <a:txBody>
                    <a:bodyPr/>
                    <a:lstStyle/>
                    <a:p>
                      <a:pPr algn="r" fontAlgn="b"/>
                      <a:r>
                        <a:rPr lang="en-US" sz="1100" u="none" strike="noStrike">
                          <a:effectLst/>
                        </a:rPr>
                        <a:t>1</a:t>
                      </a:r>
                      <a:endParaRPr lang="en-US" sz="1100" b="0" i="0" u="none" strike="noStrike">
                        <a:solidFill>
                          <a:srgbClr val="000000"/>
                        </a:solidFill>
                        <a:effectLst/>
                        <a:latin typeface="Calibri" panose="020F0502020204030204" pitchFamily="34" charset="0"/>
                      </a:endParaRPr>
                    </a:p>
                  </a:txBody>
                  <a:tcPr marL="9525" marR="9525" marT="9525" marB="0" anchor="b"/>
                </a:tc>
                <a:tc>
                  <a:txBody>
                    <a:bodyPr/>
                    <a:lstStyle/>
                    <a:p>
                      <a:pPr algn="l" fontAlgn="b"/>
                      <a:r>
                        <a:rPr lang="en-US" sz="1100" u="none" strike="noStrike">
                          <a:effectLst/>
                        </a:rPr>
                        <a:t>          1.50 </a:t>
                      </a:r>
                      <a:endParaRPr lang="en-US" sz="1100" b="0" i="0" u="none" strike="noStrike">
                        <a:solidFill>
                          <a:srgbClr val="000000"/>
                        </a:solidFill>
                        <a:effectLst/>
                        <a:latin typeface="Calibri" panose="020F0502020204030204" pitchFamily="34" charset="0"/>
                      </a:endParaRPr>
                    </a:p>
                  </a:txBody>
                  <a:tcPr marL="9525" marR="9525" marT="9525" marB="0" anchor="b"/>
                </a:tc>
                <a:extLst>
                  <a:ext uri="{0D108BD9-81ED-4DB2-BD59-A6C34878D82A}">
                    <a16:rowId xmlns:a16="http://schemas.microsoft.com/office/drawing/2014/main" val="1306461173"/>
                  </a:ext>
                </a:extLst>
              </a:tr>
              <a:tr h="221997">
                <a:tc>
                  <a:txBody>
                    <a:bodyPr/>
                    <a:lstStyle/>
                    <a:p>
                      <a:pPr algn="r" fontAlgn="b"/>
                      <a:r>
                        <a:rPr lang="en-US" sz="1100" u="none" strike="noStrike" dirty="0">
                          <a:effectLst/>
                        </a:rPr>
                        <a:t>2</a:t>
                      </a:r>
                      <a:endParaRPr lang="en-US" sz="1100" b="0" i="0" u="none" strike="noStrike" dirty="0">
                        <a:solidFill>
                          <a:srgbClr val="000000"/>
                        </a:solidFill>
                        <a:effectLst/>
                        <a:latin typeface="Calibri" panose="020F0502020204030204" pitchFamily="34" charset="0"/>
                      </a:endParaRPr>
                    </a:p>
                  </a:txBody>
                  <a:tcPr marL="9525" marR="9525" marT="9525" marB="0" anchor="b"/>
                </a:tc>
                <a:tc>
                  <a:txBody>
                    <a:bodyPr/>
                    <a:lstStyle/>
                    <a:p>
                      <a:pPr algn="l" fontAlgn="b"/>
                      <a:r>
                        <a:rPr lang="en-US" sz="1100" u="none" strike="noStrike">
                          <a:effectLst/>
                        </a:rPr>
                        <a:t>          1.25 </a:t>
                      </a:r>
                      <a:endParaRPr lang="en-US" sz="1100" b="0" i="0" u="none" strike="noStrike">
                        <a:solidFill>
                          <a:srgbClr val="000000"/>
                        </a:solidFill>
                        <a:effectLst/>
                        <a:latin typeface="Calibri" panose="020F0502020204030204" pitchFamily="34" charset="0"/>
                      </a:endParaRPr>
                    </a:p>
                  </a:txBody>
                  <a:tcPr marL="9525" marR="9525" marT="9525" marB="0" anchor="b"/>
                </a:tc>
                <a:extLst>
                  <a:ext uri="{0D108BD9-81ED-4DB2-BD59-A6C34878D82A}">
                    <a16:rowId xmlns:a16="http://schemas.microsoft.com/office/drawing/2014/main" val="3045182796"/>
                  </a:ext>
                </a:extLst>
              </a:tr>
              <a:tr h="221997">
                <a:tc>
                  <a:txBody>
                    <a:bodyPr/>
                    <a:lstStyle/>
                    <a:p>
                      <a:pPr algn="r" fontAlgn="b"/>
                      <a:r>
                        <a:rPr lang="en-US" sz="1100" u="none" strike="noStrike">
                          <a:effectLst/>
                        </a:rPr>
                        <a:t>3</a:t>
                      </a:r>
                      <a:endParaRPr lang="en-US" sz="1100" b="0" i="0" u="none" strike="noStrike">
                        <a:solidFill>
                          <a:srgbClr val="000000"/>
                        </a:solidFill>
                        <a:effectLst/>
                        <a:latin typeface="Calibri" panose="020F0502020204030204" pitchFamily="34" charset="0"/>
                      </a:endParaRPr>
                    </a:p>
                  </a:txBody>
                  <a:tcPr marL="9525" marR="9525" marT="9525" marB="0" anchor="b"/>
                </a:tc>
                <a:tc>
                  <a:txBody>
                    <a:bodyPr/>
                    <a:lstStyle/>
                    <a:p>
                      <a:pPr algn="l" fontAlgn="b"/>
                      <a:r>
                        <a:rPr lang="en-US" sz="1100" u="none" strike="noStrike">
                          <a:effectLst/>
                        </a:rPr>
                        <a:t>          1.00 </a:t>
                      </a:r>
                      <a:endParaRPr lang="en-US" sz="1100" b="0" i="0" u="none" strike="noStrike">
                        <a:solidFill>
                          <a:srgbClr val="000000"/>
                        </a:solidFill>
                        <a:effectLst/>
                        <a:latin typeface="Calibri" panose="020F0502020204030204" pitchFamily="34" charset="0"/>
                      </a:endParaRPr>
                    </a:p>
                  </a:txBody>
                  <a:tcPr marL="9525" marR="9525" marT="9525" marB="0" anchor="b"/>
                </a:tc>
                <a:extLst>
                  <a:ext uri="{0D108BD9-81ED-4DB2-BD59-A6C34878D82A}">
                    <a16:rowId xmlns:a16="http://schemas.microsoft.com/office/drawing/2014/main" val="2655202938"/>
                  </a:ext>
                </a:extLst>
              </a:tr>
              <a:tr h="221997">
                <a:tc>
                  <a:txBody>
                    <a:bodyPr/>
                    <a:lstStyle/>
                    <a:p>
                      <a:pPr algn="r" fontAlgn="b"/>
                      <a:r>
                        <a:rPr lang="en-US" sz="1100" u="none" strike="noStrike">
                          <a:effectLst/>
                        </a:rPr>
                        <a:t>4</a:t>
                      </a:r>
                      <a:endParaRPr lang="en-US" sz="1100" b="0" i="0" u="none" strike="noStrike">
                        <a:solidFill>
                          <a:srgbClr val="000000"/>
                        </a:solidFill>
                        <a:effectLst/>
                        <a:latin typeface="Calibri" panose="020F0502020204030204" pitchFamily="34" charset="0"/>
                      </a:endParaRPr>
                    </a:p>
                  </a:txBody>
                  <a:tcPr marL="9525" marR="9525" marT="9525" marB="0" anchor="b"/>
                </a:tc>
                <a:tc>
                  <a:txBody>
                    <a:bodyPr/>
                    <a:lstStyle/>
                    <a:p>
                      <a:pPr algn="l" fontAlgn="b"/>
                      <a:r>
                        <a:rPr lang="en-US" sz="1100" u="none" strike="noStrike">
                          <a:effectLst/>
                        </a:rPr>
                        <a:t>          0.75 </a:t>
                      </a:r>
                      <a:endParaRPr lang="en-US" sz="1100" b="0" i="0" u="none" strike="noStrike">
                        <a:solidFill>
                          <a:srgbClr val="000000"/>
                        </a:solidFill>
                        <a:effectLst/>
                        <a:latin typeface="Calibri" panose="020F0502020204030204" pitchFamily="34" charset="0"/>
                      </a:endParaRPr>
                    </a:p>
                  </a:txBody>
                  <a:tcPr marL="9525" marR="9525" marT="9525" marB="0" anchor="b"/>
                </a:tc>
                <a:extLst>
                  <a:ext uri="{0D108BD9-81ED-4DB2-BD59-A6C34878D82A}">
                    <a16:rowId xmlns:a16="http://schemas.microsoft.com/office/drawing/2014/main" val="2743623687"/>
                  </a:ext>
                </a:extLst>
              </a:tr>
              <a:tr h="221997">
                <a:tc>
                  <a:txBody>
                    <a:bodyPr/>
                    <a:lstStyle/>
                    <a:p>
                      <a:pPr algn="r" fontAlgn="b"/>
                      <a:r>
                        <a:rPr lang="en-US" sz="1100" u="none" strike="noStrike">
                          <a:effectLst/>
                        </a:rPr>
                        <a:t>5</a:t>
                      </a:r>
                      <a:endParaRPr lang="en-US" sz="1100" b="0" i="0" u="none" strike="noStrike">
                        <a:solidFill>
                          <a:srgbClr val="000000"/>
                        </a:solidFill>
                        <a:effectLst/>
                        <a:latin typeface="Calibri" panose="020F0502020204030204" pitchFamily="34" charset="0"/>
                      </a:endParaRPr>
                    </a:p>
                  </a:txBody>
                  <a:tcPr marL="9525" marR="9525" marT="9525" marB="0" anchor="b"/>
                </a:tc>
                <a:tc>
                  <a:txBody>
                    <a:bodyPr/>
                    <a:lstStyle/>
                    <a:p>
                      <a:pPr algn="l" fontAlgn="b"/>
                      <a:r>
                        <a:rPr lang="en-US" sz="1100" u="none" strike="noStrike">
                          <a:effectLst/>
                        </a:rPr>
                        <a:t>          0.50 </a:t>
                      </a:r>
                      <a:endParaRPr lang="en-US" sz="1100" b="0" i="0" u="none" strike="noStrike">
                        <a:solidFill>
                          <a:srgbClr val="000000"/>
                        </a:solidFill>
                        <a:effectLst/>
                        <a:latin typeface="Calibri" panose="020F0502020204030204" pitchFamily="34" charset="0"/>
                      </a:endParaRPr>
                    </a:p>
                  </a:txBody>
                  <a:tcPr marL="9525" marR="9525" marT="9525" marB="0" anchor="b"/>
                </a:tc>
                <a:extLst>
                  <a:ext uri="{0D108BD9-81ED-4DB2-BD59-A6C34878D82A}">
                    <a16:rowId xmlns:a16="http://schemas.microsoft.com/office/drawing/2014/main" val="2882672760"/>
                  </a:ext>
                </a:extLst>
              </a:tr>
              <a:tr h="221997">
                <a:tc>
                  <a:txBody>
                    <a:bodyPr/>
                    <a:lstStyle/>
                    <a:p>
                      <a:pPr algn="r" fontAlgn="b"/>
                      <a:r>
                        <a:rPr lang="en-US" sz="1100" u="none" strike="noStrike">
                          <a:effectLst/>
                        </a:rPr>
                        <a:t>6</a:t>
                      </a:r>
                      <a:endParaRPr lang="en-US" sz="1100" b="0" i="0" u="none" strike="noStrike">
                        <a:solidFill>
                          <a:srgbClr val="000000"/>
                        </a:solidFill>
                        <a:effectLst/>
                        <a:latin typeface="Calibri" panose="020F0502020204030204" pitchFamily="34" charset="0"/>
                      </a:endParaRPr>
                    </a:p>
                  </a:txBody>
                  <a:tcPr marL="9525" marR="9525" marT="9525" marB="0" anchor="b"/>
                </a:tc>
                <a:tc>
                  <a:txBody>
                    <a:bodyPr/>
                    <a:lstStyle/>
                    <a:p>
                      <a:pPr algn="l" fontAlgn="b"/>
                      <a:r>
                        <a:rPr lang="en-US" sz="1100" u="none" strike="noStrike" dirty="0">
                          <a:effectLst/>
                        </a:rPr>
                        <a:t>          0.25 </a:t>
                      </a:r>
                      <a:endParaRPr lang="en-US" sz="1100" b="0" i="0" u="none" strike="noStrike" dirty="0">
                        <a:solidFill>
                          <a:srgbClr val="000000"/>
                        </a:solidFill>
                        <a:effectLst/>
                        <a:latin typeface="Calibri" panose="020F0502020204030204" pitchFamily="34" charset="0"/>
                      </a:endParaRPr>
                    </a:p>
                  </a:txBody>
                  <a:tcPr marL="9525" marR="9525" marT="9525" marB="0" anchor="b"/>
                </a:tc>
                <a:extLst>
                  <a:ext uri="{0D108BD9-81ED-4DB2-BD59-A6C34878D82A}">
                    <a16:rowId xmlns:a16="http://schemas.microsoft.com/office/drawing/2014/main" val="2507916252"/>
                  </a:ext>
                </a:extLst>
              </a:tr>
            </a:tbl>
          </a:graphicData>
        </a:graphic>
      </p:graphicFrame>
      <p:sp>
        <p:nvSpPr>
          <p:cNvPr id="5" name="Slide Number Placeholder 4">
            <a:extLst>
              <a:ext uri="{FF2B5EF4-FFF2-40B4-BE49-F238E27FC236}">
                <a16:creationId xmlns:a16="http://schemas.microsoft.com/office/drawing/2014/main" id="{9D4E66B5-B226-7918-9BC9-AC0F65E15DBE}"/>
              </a:ext>
            </a:extLst>
          </p:cNvPr>
          <p:cNvSpPr>
            <a:spLocks noGrp="1"/>
          </p:cNvSpPr>
          <p:nvPr>
            <p:ph type="sldNum" sz="quarter" idx="12"/>
          </p:nvPr>
        </p:nvSpPr>
        <p:spPr/>
        <p:txBody>
          <a:bodyPr/>
          <a:lstStyle/>
          <a:p>
            <a:fld id="{E4C8B196-E779-4281-872A-ADBCCF88CE5D}" type="slidenum">
              <a:rPr lang="en-US" smtClean="0"/>
              <a:t>40</a:t>
            </a:fld>
            <a:endParaRPr lang="en-US"/>
          </a:p>
        </p:txBody>
      </p:sp>
    </p:spTree>
    <p:extLst>
      <p:ext uri="{BB962C8B-B14F-4D97-AF65-F5344CB8AC3E}">
        <p14:creationId xmlns:p14="http://schemas.microsoft.com/office/powerpoint/2010/main" val="1105047178"/>
      </p:ext>
    </p:extLst>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10243" name="Slide Number Placeholder 3">
            <a:extLst>
              <a:ext uri="{FF2B5EF4-FFF2-40B4-BE49-F238E27FC236}">
                <a16:creationId xmlns:a16="http://schemas.microsoft.com/office/drawing/2014/main" id="{F0E2338E-D716-5786-F9C1-0834FADF367F}"/>
              </a:ext>
            </a:extLst>
          </p:cNvPr>
          <p:cNvSpPr>
            <a:spLocks noGrp="1"/>
          </p:cNvSpPr>
          <p:nvPr>
            <p:ph type="sldNum" sz="quarter" idx="12"/>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a:solidFill>
                  <a:schemeClr val="tx1"/>
                </a:solidFill>
                <a:latin typeface="Arial" panose="020B0604020202020204" pitchFamily="34" charset="0"/>
              </a:defRPr>
            </a:lvl1pPr>
            <a:lvl2pPr marL="742950" indent="-285750" eaLnBrk="0" hangingPunct="0">
              <a:defRPr>
                <a:solidFill>
                  <a:schemeClr val="tx1"/>
                </a:solidFill>
                <a:latin typeface="Arial" panose="020B0604020202020204" pitchFamily="34" charset="0"/>
              </a:defRPr>
            </a:lvl2pPr>
            <a:lvl3pPr marL="1143000" indent="-228600" eaLnBrk="0" hangingPunct="0">
              <a:defRPr>
                <a:solidFill>
                  <a:schemeClr val="tx1"/>
                </a:solidFill>
                <a:latin typeface="Arial" panose="020B0604020202020204" pitchFamily="34" charset="0"/>
              </a:defRPr>
            </a:lvl3pPr>
            <a:lvl4pPr marL="1600200" indent="-228600" eaLnBrk="0" hangingPunct="0">
              <a:defRPr>
                <a:solidFill>
                  <a:schemeClr val="tx1"/>
                </a:solidFill>
                <a:latin typeface="Arial" panose="020B0604020202020204" pitchFamily="34" charset="0"/>
              </a:defRPr>
            </a:lvl4pPr>
            <a:lvl5pPr marL="2057400" indent="-228600" eaLnBrk="0" hangingPunct="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eaLnBrk="1" hangingPunct="1"/>
            <a:fld id="{B217F34B-C770-457B-B1EE-5B8675901E26}" type="slidenum">
              <a:rPr lang="en-US" altLang="en-US"/>
              <a:pPr eaLnBrk="1" hangingPunct="1"/>
              <a:t>41</a:t>
            </a:fld>
            <a:endParaRPr lang="en-US" altLang="en-US"/>
          </a:p>
        </p:txBody>
      </p:sp>
      <p:sp>
        <p:nvSpPr>
          <p:cNvPr id="10244" name="Rectangle 2">
            <a:extLst>
              <a:ext uri="{FF2B5EF4-FFF2-40B4-BE49-F238E27FC236}">
                <a16:creationId xmlns:a16="http://schemas.microsoft.com/office/drawing/2014/main" id="{319EFBF0-6EF2-7599-8441-3A33EF2AFB08}"/>
              </a:ext>
            </a:extLst>
          </p:cNvPr>
          <p:cNvSpPr>
            <a:spLocks noGrp="1" noChangeArrowheads="1"/>
          </p:cNvSpPr>
          <p:nvPr>
            <p:ph type="title" idx="4294967295"/>
          </p:nvPr>
        </p:nvSpPr>
        <p:spPr>
          <a:xfrm>
            <a:off x="492369" y="274638"/>
            <a:ext cx="9642231" cy="701676"/>
          </a:xfrm>
          <a:ln>
            <a:solidFill>
              <a:schemeClr val="tx1"/>
            </a:solidFill>
            <a:miter lim="800000"/>
            <a:headEnd/>
            <a:tailEnd/>
          </a:ln>
        </p:spPr>
        <p:txBody>
          <a:bodyPr>
            <a:normAutofit fontScale="90000"/>
          </a:bodyPr>
          <a:lstStyle/>
          <a:p>
            <a:r>
              <a:rPr lang="en-US" sz="2800" dirty="0"/>
              <a:t>Using financial calculator to find price in year 0 – Using cash flow function</a:t>
            </a:r>
            <a:endParaRPr lang="en-US" altLang="en-US" sz="2800" dirty="0"/>
          </a:p>
        </p:txBody>
      </p:sp>
      <p:sp>
        <p:nvSpPr>
          <p:cNvPr id="10245" name="Rectangle 3">
            <a:extLst>
              <a:ext uri="{FF2B5EF4-FFF2-40B4-BE49-F238E27FC236}">
                <a16:creationId xmlns:a16="http://schemas.microsoft.com/office/drawing/2014/main" id="{5893FB3A-5A3A-4C0D-4F31-0BFE0A75478B}"/>
              </a:ext>
            </a:extLst>
          </p:cNvPr>
          <p:cNvSpPr>
            <a:spLocks noGrp="1" noChangeArrowheads="1"/>
          </p:cNvSpPr>
          <p:nvPr>
            <p:ph type="body" idx="4294967295"/>
          </p:nvPr>
        </p:nvSpPr>
        <p:spPr>
          <a:xfrm>
            <a:off x="805962" y="1128149"/>
            <a:ext cx="7071946" cy="469900"/>
          </a:xfrm>
        </p:spPr>
        <p:txBody>
          <a:bodyPr>
            <a:normAutofit/>
          </a:bodyPr>
          <a:lstStyle/>
          <a:p>
            <a:pPr eaLnBrk="1" hangingPunct="1">
              <a:buFontTx/>
              <a:buNone/>
            </a:pPr>
            <a:r>
              <a:rPr lang="en-US" altLang="en-US" sz="1800" dirty="0"/>
              <a:t>Use the cash flow menu: use </a:t>
            </a:r>
            <a:r>
              <a:rPr lang="en-US" altLang="en-US" sz="1800" u="sng" dirty="0"/>
              <a:t>enter</a:t>
            </a:r>
            <a:r>
              <a:rPr lang="en-US" altLang="en-US" sz="1800" dirty="0"/>
              <a:t> and </a:t>
            </a:r>
            <a:r>
              <a:rPr lang="en-US" altLang="en-US" sz="1800" u="sng" dirty="0"/>
              <a:t>down arrow.</a:t>
            </a:r>
          </a:p>
        </p:txBody>
      </p:sp>
      <p:sp>
        <p:nvSpPr>
          <p:cNvPr id="10246" name="Text Box 4">
            <a:extLst>
              <a:ext uri="{FF2B5EF4-FFF2-40B4-BE49-F238E27FC236}">
                <a16:creationId xmlns:a16="http://schemas.microsoft.com/office/drawing/2014/main" id="{1DE90668-658D-C743-8607-E0FB1156EAD2}"/>
              </a:ext>
            </a:extLst>
          </p:cNvPr>
          <p:cNvSpPr txBox="1">
            <a:spLocks noChangeArrowheads="1"/>
          </p:cNvSpPr>
          <p:nvPr/>
        </p:nvSpPr>
        <p:spPr bwMode="auto">
          <a:xfrm>
            <a:off x="2286000" y="4852988"/>
            <a:ext cx="914400" cy="469900"/>
          </a:xfrm>
          <a:prstGeom prst="rect">
            <a:avLst/>
          </a:prstGeom>
          <a:gradFill rotWithShape="1">
            <a:gsLst>
              <a:gs pos="0">
                <a:srgbClr val="993300"/>
              </a:gs>
              <a:gs pos="50000">
                <a:srgbClr val="CC6600"/>
              </a:gs>
              <a:gs pos="100000">
                <a:srgbClr val="993300"/>
              </a:gs>
            </a:gsLst>
            <a:lin ang="5400000" scaled="1"/>
          </a:gradFill>
          <a:ln w="12700" cap="sq">
            <a:solidFill>
              <a:srgbClr val="800000"/>
            </a:solidFill>
            <a:miter lim="800000"/>
            <a:headEnd type="none" w="sm" len="sm"/>
            <a:tailEnd type="none" w="sm" len="sm"/>
          </a:ln>
        </p:spPr>
        <p:txBody>
          <a:bodyPr>
            <a:spAutoFit/>
          </a:bodyPr>
          <a:lstStyle>
            <a:lvl1pPr eaLnBrk="0" hangingPunct="0">
              <a:defRPr>
                <a:solidFill>
                  <a:schemeClr val="tx1"/>
                </a:solidFill>
                <a:latin typeface="Arial" panose="020B0604020202020204" pitchFamily="34" charset="0"/>
              </a:defRPr>
            </a:lvl1pPr>
            <a:lvl2pPr marL="742950" indent="-285750" eaLnBrk="0" hangingPunct="0">
              <a:defRPr>
                <a:solidFill>
                  <a:schemeClr val="tx1"/>
                </a:solidFill>
                <a:latin typeface="Arial" panose="020B0604020202020204" pitchFamily="34" charset="0"/>
              </a:defRPr>
            </a:lvl2pPr>
            <a:lvl3pPr marL="1143000" indent="-228600" eaLnBrk="0" hangingPunct="0">
              <a:defRPr>
                <a:solidFill>
                  <a:schemeClr val="tx1"/>
                </a:solidFill>
                <a:latin typeface="Arial" panose="020B0604020202020204" pitchFamily="34" charset="0"/>
              </a:defRPr>
            </a:lvl3pPr>
            <a:lvl4pPr marL="1600200" indent="-228600" eaLnBrk="0" hangingPunct="0">
              <a:defRPr>
                <a:solidFill>
                  <a:schemeClr val="tx1"/>
                </a:solidFill>
                <a:latin typeface="Arial" panose="020B0604020202020204" pitchFamily="34" charset="0"/>
              </a:defRPr>
            </a:lvl4pPr>
            <a:lvl5pPr marL="2057400" indent="-228600" eaLnBrk="0" hangingPunct="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algn="ctr" eaLnBrk="1" hangingPunct="1">
              <a:spcBef>
                <a:spcPct val="50000"/>
              </a:spcBef>
            </a:pPr>
            <a:r>
              <a:rPr lang="en-US" altLang="en-US" sz="2400">
                <a:latin typeface="Times New Roman" panose="02020603050405020304" pitchFamily="18" charset="0"/>
              </a:rPr>
              <a:t>CF2</a:t>
            </a:r>
          </a:p>
        </p:txBody>
      </p:sp>
      <p:sp>
        <p:nvSpPr>
          <p:cNvPr id="10247" name="Text Box 5">
            <a:extLst>
              <a:ext uri="{FF2B5EF4-FFF2-40B4-BE49-F238E27FC236}">
                <a16:creationId xmlns:a16="http://schemas.microsoft.com/office/drawing/2014/main" id="{265ED59C-40E5-F692-5E76-F950EC1DD6C0}"/>
              </a:ext>
            </a:extLst>
          </p:cNvPr>
          <p:cNvSpPr txBox="1">
            <a:spLocks noChangeArrowheads="1"/>
          </p:cNvSpPr>
          <p:nvPr/>
        </p:nvSpPr>
        <p:spPr bwMode="auto">
          <a:xfrm>
            <a:off x="2286000" y="3252788"/>
            <a:ext cx="914400" cy="469900"/>
          </a:xfrm>
          <a:prstGeom prst="rect">
            <a:avLst/>
          </a:prstGeom>
          <a:gradFill rotWithShape="1">
            <a:gsLst>
              <a:gs pos="0">
                <a:srgbClr val="993300"/>
              </a:gs>
              <a:gs pos="50000">
                <a:srgbClr val="CC6600"/>
              </a:gs>
              <a:gs pos="100000">
                <a:srgbClr val="993300"/>
              </a:gs>
            </a:gsLst>
            <a:lin ang="5400000" scaled="1"/>
          </a:gradFill>
          <a:ln w="12700" cap="sq">
            <a:solidFill>
              <a:srgbClr val="800000"/>
            </a:solidFill>
            <a:miter lim="800000"/>
            <a:headEnd type="none" w="sm" len="sm"/>
            <a:tailEnd type="none" w="sm" len="sm"/>
          </a:ln>
        </p:spPr>
        <p:txBody>
          <a:bodyPr>
            <a:spAutoFit/>
          </a:bodyPr>
          <a:lstStyle>
            <a:lvl1pPr eaLnBrk="0" hangingPunct="0">
              <a:defRPr>
                <a:solidFill>
                  <a:schemeClr val="tx1"/>
                </a:solidFill>
                <a:latin typeface="Arial" panose="020B0604020202020204" pitchFamily="34" charset="0"/>
              </a:defRPr>
            </a:lvl1pPr>
            <a:lvl2pPr marL="742950" indent="-285750" eaLnBrk="0" hangingPunct="0">
              <a:defRPr>
                <a:solidFill>
                  <a:schemeClr val="tx1"/>
                </a:solidFill>
                <a:latin typeface="Arial" panose="020B0604020202020204" pitchFamily="34" charset="0"/>
              </a:defRPr>
            </a:lvl2pPr>
            <a:lvl3pPr marL="1143000" indent="-228600" eaLnBrk="0" hangingPunct="0">
              <a:defRPr>
                <a:solidFill>
                  <a:schemeClr val="tx1"/>
                </a:solidFill>
                <a:latin typeface="Arial" panose="020B0604020202020204" pitchFamily="34" charset="0"/>
              </a:defRPr>
            </a:lvl3pPr>
            <a:lvl4pPr marL="1600200" indent="-228600" eaLnBrk="0" hangingPunct="0">
              <a:defRPr>
                <a:solidFill>
                  <a:schemeClr val="tx1"/>
                </a:solidFill>
                <a:latin typeface="Arial" panose="020B0604020202020204" pitchFamily="34" charset="0"/>
              </a:defRPr>
            </a:lvl4pPr>
            <a:lvl5pPr marL="2057400" indent="-228600" eaLnBrk="0" hangingPunct="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algn="ctr" eaLnBrk="1" hangingPunct="1">
              <a:spcBef>
                <a:spcPct val="50000"/>
              </a:spcBef>
            </a:pPr>
            <a:r>
              <a:rPr lang="en-US" altLang="en-US" sz="2400">
                <a:latin typeface="Times New Roman" panose="02020603050405020304" pitchFamily="18" charset="0"/>
              </a:rPr>
              <a:t>CF1</a:t>
            </a:r>
          </a:p>
        </p:txBody>
      </p:sp>
      <p:sp>
        <p:nvSpPr>
          <p:cNvPr id="10248" name="Text Box 6">
            <a:extLst>
              <a:ext uri="{FF2B5EF4-FFF2-40B4-BE49-F238E27FC236}">
                <a16:creationId xmlns:a16="http://schemas.microsoft.com/office/drawing/2014/main" id="{C2A3AF20-2797-D8B7-DCC1-E5E41FA53ACA}"/>
              </a:ext>
            </a:extLst>
          </p:cNvPr>
          <p:cNvSpPr txBox="1">
            <a:spLocks noChangeArrowheads="1"/>
          </p:cNvSpPr>
          <p:nvPr/>
        </p:nvSpPr>
        <p:spPr bwMode="auto">
          <a:xfrm>
            <a:off x="2286000" y="5653088"/>
            <a:ext cx="914400" cy="469900"/>
          </a:xfrm>
          <a:prstGeom prst="rect">
            <a:avLst/>
          </a:prstGeom>
          <a:gradFill rotWithShape="1">
            <a:gsLst>
              <a:gs pos="0">
                <a:srgbClr val="993300"/>
              </a:gs>
              <a:gs pos="50000">
                <a:srgbClr val="CC6600"/>
              </a:gs>
              <a:gs pos="100000">
                <a:srgbClr val="993300"/>
              </a:gs>
            </a:gsLst>
            <a:lin ang="5400000" scaled="1"/>
          </a:gradFill>
          <a:ln w="12700" cap="sq">
            <a:solidFill>
              <a:srgbClr val="800000"/>
            </a:solidFill>
            <a:miter lim="800000"/>
            <a:headEnd type="none" w="sm" len="sm"/>
            <a:tailEnd type="none" w="sm" len="sm"/>
          </a:ln>
        </p:spPr>
        <p:txBody>
          <a:bodyPr>
            <a:spAutoFit/>
          </a:bodyPr>
          <a:lstStyle>
            <a:lvl1pPr eaLnBrk="0" hangingPunct="0">
              <a:defRPr>
                <a:solidFill>
                  <a:schemeClr val="tx1"/>
                </a:solidFill>
                <a:latin typeface="Arial" panose="020B0604020202020204" pitchFamily="34" charset="0"/>
              </a:defRPr>
            </a:lvl1pPr>
            <a:lvl2pPr marL="742950" indent="-285750" eaLnBrk="0" hangingPunct="0">
              <a:defRPr>
                <a:solidFill>
                  <a:schemeClr val="tx1"/>
                </a:solidFill>
                <a:latin typeface="Arial" panose="020B0604020202020204" pitchFamily="34" charset="0"/>
              </a:defRPr>
            </a:lvl2pPr>
            <a:lvl3pPr marL="1143000" indent="-228600" eaLnBrk="0" hangingPunct="0">
              <a:defRPr>
                <a:solidFill>
                  <a:schemeClr val="tx1"/>
                </a:solidFill>
                <a:latin typeface="Arial" panose="020B0604020202020204" pitchFamily="34" charset="0"/>
              </a:defRPr>
            </a:lvl3pPr>
            <a:lvl4pPr marL="1600200" indent="-228600" eaLnBrk="0" hangingPunct="0">
              <a:defRPr>
                <a:solidFill>
                  <a:schemeClr val="tx1"/>
                </a:solidFill>
                <a:latin typeface="Arial" panose="020B0604020202020204" pitchFamily="34" charset="0"/>
              </a:defRPr>
            </a:lvl4pPr>
            <a:lvl5pPr marL="2057400" indent="-228600" eaLnBrk="0" hangingPunct="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algn="ctr" eaLnBrk="1" hangingPunct="1">
              <a:spcBef>
                <a:spcPct val="50000"/>
              </a:spcBef>
            </a:pPr>
            <a:r>
              <a:rPr lang="en-US" altLang="en-US" sz="2400">
                <a:latin typeface="Times New Roman" panose="02020603050405020304" pitchFamily="18" charset="0"/>
              </a:rPr>
              <a:t>F2</a:t>
            </a:r>
          </a:p>
        </p:txBody>
      </p:sp>
      <p:sp>
        <p:nvSpPr>
          <p:cNvPr id="10249" name="Text Box 7">
            <a:extLst>
              <a:ext uri="{FF2B5EF4-FFF2-40B4-BE49-F238E27FC236}">
                <a16:creationId xmlns:a16="http://schemas.microsoft.com/office/drawing/2014/main" id="{06AD4278-8ADE-5E85-6067-BB16784719C5}"/>
              </a:ext>
            </a:extLst>
          </p:cNvPr>
          <p:cNvSpPr txBox="1">
            <a:spLocks noChangeArrowheads="1"/>
          </p:cNvSpPr>
          <p:nvPr/>
        </p:nvSpPr>
        <p:spPr bwMode="auto">
          <a:xfrm>
            <a:off x="2286000" y="4052888"/>
            <a:ext cx="914400" cy="469900"/>
          </a:xfrm>
          <a:prstGeom prst="rect">
            <a:avLst/>
          </a:prstGeom>
          <a:gradFill rotWithShape="1">
            <a:gsLst>
              <a:gs pos="0">
                <a:srgbClr val="993300"/>
              </a:gs>
              <a:gs pos="50000">
                <a:srgbClr val="CC6600"/>
              </a:gs>
              <a:gs pos="100000">
                <a:srgbClr val="993300"/>
              </a:gs>
            </a:gsLst>
            <a:lin ang="5400000" scaled="1"/>
          </a:gradFill>
          <a:ln w="12700" cap="sq">
            <a:solidFill>
              <a:srgbClr val="800000"/>
            </a:solidFill>
            <a:miter lim="800000"/>
            <a:headEnd type="none" w="sm" len="sm"/>
            <a:tailEnd type="none" w="sm" len="sm"/>
          </a:ln>
        </p:spPr>
        <p:txBody>
          <a:bodyPr>
            <a:spAutoFit/>
          </a:bodyPr>
          <a:lstStyle>
            <a:lvl1pPr eaLnBrk="0" hangingPunct="0">
              <a:defRPr>
                <a:solidFill>
                  <a:schemeClr val="tx1"/>
                </a:solidFill>
                <a:latin typeface="Arial" panose="020B0604020202020204" pitchFamily="34" charset="0"/>
              </a:defRPr>
            </a:lvl1pPr>
            <a:lvl2pPr marL="742950" indent="-285750" eaLnBrk="0" hangingPunct="0">
              <a:defRPr>
                <a:solidFill>
                  <a:schemeClr val="tx1"/>
                </a:solidFill>
                <a:latin typeface="Arial" panose="020B0604020202020204" pitchFamily="34" charset="0"/>
              </a:defRPr>
            </a:lvl2pPr>
            <a:lvl3pPr marL="1143000" indent="-228600" eaLnBrk="0" hangingPunct="0">
              <a:defRPr>
                <a:solidFill>
                  <a:schemeClr val="tx1"/>
                </a:solidFill>
                <a:latin typeface="Arial" panose="020B0604020202020204" pitchFamily="34" charset="0"/>
              </a:defRPr>
            </a:lvl3pPr>
            <a:lvl4pPr marL="1600200" indent="-228600" eaLnBrk="0" hangingPunct="0">
              <a:defRPr>
                <a:solidFill>
                  <a:schemeClr val="tx1"/>
                </a:solidFill>
                <a:latin typeface="Arial" panose="020B0604020202020204" pitchFamily="34" charset="0"/>
              </a:defRPr>
            </a:lvl4pPr>
            <a:lvl5pPr marL="2057400" indent="-228600" eaLnBrk="0" hangingPunct="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algn="ctr" eaLnBrk="1" hangingPunct="1">
              <a:spcBef>
                <a:spcPct val="50000"/>
              </a:spcBef>
            </a:pPr>
            <a:r>
              <a:rPr lang="en-US" altLang="en-US" sz="2400">
                <a:latin typeface="Times New Roman" panose="02020603050405020304" pitchFamily="18" charset="0"/>
              </a:rPr>
              <a:t>F1</a:t>
            </a:r>
          </a:p>
        </p:txBody>
      </p:sp>
      <p:sp>
        <p:nvSpPr>
          <p:cNvPr id="10250" name="Text Box 8">
            <a:extLst>
              <a:ext uri="{FF2B5EF4-FFF2-40B4-BE49-F238E27FC236}">
                <a16:creationId xmlns:a16="http://schemas.microsoft.com/office/drawing/2014/main" id="{F12C5E3E-0D6C-B5C3-7FC4-E03CDFACE3B0}"/>
              </a:ext>
            </a:extLst>
          </p:cNvPr>
          <p:cNvSpPr txBox="1">
            <a:spLocks noChangeArrowheads="1"/>
          </p:cNvSpPr>
          <p:nvPr/>
        </p:nvSpPr>
        <p:spPr bwMode="auto">
          <a:xfrm>
            <a:off x="2286000" y="2452688"/>
            <a:ext cx="914400" cy="469900"/>
          </a:xfrm>
          <a:prstGeom prst="rect">
            <a:avLst/>
          </a:prstGeom>
          <a:gradFill rotWithShape="1">
            <a:gsLst>
              <a:gs pos="0">
                <a:srgbClr val="993300"/>
              </a:gs>
              <a:gs pos="50000">
                <a:srgbClr val="CC6600"/>
              </a:gs>
              <a:gs pos="100000">
                <a:srgbClr val="993300"/>
              </a:gs>
            </a:gsLst>
            <a:lin ang="5400000" scaled="1"/>
          </a:gradFill>
          <a:ln w="12700" cap="sq">
            <a:solidFill>
              <a:srgbClr val="800000"/>
            </a:solidFill>
            <a:miter lim="800000"/>
            <a:headEnd type="none" w="sm" len="sm"/>
            <a:tailEnd type="none" w="sm" len="sm"/>
          </a:ln>
        </p:spPr>
        <p:txBody>
          <a:bodyPr>
            <a:spAutoFit/>
          </a:bodyPr>
          <a:lstStyle>
            <a:lvl1pPr eaLnBrk="0" hangingPunct="0">
              <a:defRPr>
                <a:solidFill>
                  <a:schemeClr val="tx1"/>
                </a:solidFill>
                <a:latin typeface="Arial" panose="020B0604020202020204" pitchFamily="34" charset="0"/>
              </a:defRPr>
            </a:lvl1pPr>
            <a:lvl2pPr marL="742950" indent="-285750" eaLnBrk="0" hangingPunct="0">
              <a:defRPr>
                <a:solidFill>
                  <a:schemeClr val="tx1"/>
                </a:solidFill>
                <a:latin typeface="Arial" panose="020B0604020202020204" pitchFamily="34" charset="0"/>
              </a:defRPr>
            </a:lvl2pPr>
            <a:lvl3pPr marL="1143000" indent="-228600" eaLnBrk="0" hangingPunct="0">
              <a:defRPr>
                <a:solidFill>
                  <a:schemeClr val="tx1"/>
                </a:solidFill>
                <a:latin typeface="Arial" panose="020B0604020202020204" pitchFamily="34" charset="0"/>
              </a:defRPr>
            </a:lvl3pPr>
            <a:lvl4pPr marL="1600200" indent="-228600" eaLnBrk="0" hangingPunct="0">
              <a:defRPr>
                <a:solidFill>
                  <a:schemeClr val="tx1"/>
                </a:solidFill>
                <a:latin typeface="Arial" panose="020B0604020202020204" pitchFamily="34" charset="0"/>
              </a:defRPr>
            </a:lvl4pPr>
            <a:lvl5pPr marL="2057400" indent="-228600" eaLnBrk="0" hangingPunct="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algn="ctr" eaLnBrk="1" hangingPunct="1">
              <a:spcBef>
                <a:spcPct val="50000"/>
              </a:spcBef>
            </a:pPr>
            <a:r>
              <a:rPr lang="en-US" altLang="en-US" sz="2400">
                <a:latin typeface="Times New Roman" panose="02020603050405020304" pitchFamily="18" charset="0"/>
              </a:rPr>
              <a:t>CF0</a:t>
            </a:r>
          </a:p>
        </p:txBody>
      </p:sp>
      <p:sp>
        <p:nvSpPr>
          <p:cNvPr id="10251" name="Text Box 9">
            <a:extLst>
              <a:ext uri="{FF2B5EF4-FFF2-40B4-BE49-F238E27FC236}">
                <a16:creationId xmlns:a16="http://schemas.microsoft.com/office/drawing/2014/main" id="{5E7E7D9A-4683-5BC8-07B0-885F5B5BB604}"/>
              </a:ext>
            </a:extLst>
          </p:cNvPr>
          <p:cNvSpPr txBox="1">
            <a:spLocks noChangeArrowheads="1"/>
          </p:cNvSpPr>
          <p:nvPr/>
        </p:nvSpPr>
        <p:spPr bwMode="auto">
          <a:xfrm>
            <a:off x="3810000" y="4052888"/>
            <a:ext cx="914400" cy="40011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cap="sq">
                <a:solidFill>
                  <a:srgbClr val="000000"/>
                </a:solidFill>
                <a:miter lim="800000"/>
                <a:headEnd type="none" w="sm" len="sm"/>
                <a:tailEnd type="none" w="sm" len="sm"/>
              </a14:hiddenLine>
            </a:ext>
          </a:extLst>
        </p:spPr>
        <p:txBody>
          <a:bodyPr>
            <a:spAutoFit/>
          </a:bodyPr>
          <a:lstStyle>
            <a:lvl1pPr eaLnBrk="0" hangingPunct="0">
              <a:defRPr>
                <a:solidFill>
                  <a:schemeClr val="tx1"/>
                </a:solidFill>
                <a:latin typeface="Arial" panose="020B0604020202020204" pitchFamily="34" charset="0"/>
              </a:defRPr>
            </a:lvl1pPr>
            <a:lvl2pPr marL="742950" indent="-285750" eaLnBrk="0" hangingPunct="0">
              <a:defRPr>
                <a:solidFill>
                  <a:schemeClr val="tx1"/>
                </a:solidFill>
                <a:latin typeface="Arial" panose="020B0604020202020204" pitchFamily="34" charset="0"/>
              </a:defRPr>
            </a:lvl2pPr>
            <a:lvl3pPr marL="1143000" indent="-228600" eaLnBrk="0" hangingPunct="0">
              <a:defRPr>
                <a:solidFill>
                  <a:schemeClr val="tx1"/>
                </a:solidFill>
                <a:latin typeface="Arial" panose="020B0604020202020204" pitchFamily="34" charset="0"/>
              </a:defRPr>
            </a:lvl3pPr>
            <a:lvl4pPr marL="1600200" indent="-228600" eaLnBrk="0" hangingPunct="0">
              <a:defRPr>
                <a:solidFill>
                  <a:schemeClr val="tx1"/>
                </a:solidFill>
                <a:latin typeface="Arial" panose="020B0604020202020204" pitchFamily="34" charset="0"/>
              </a:defRPr>
            </a:lvl4pPr>
            <a:lvl5pPr marL="2057400" indent="-228600" eaLnBrk="0" hangingPunct="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algn="ctr" eaLnBrk="1" hangingPunct="1">
              <a:spcBef>
                <a:spcPct val="50000"/>
              </a:spcBef>
            </a:pPr>
            <a:r>
              <a:rPr lang="en-US" altLang="en-US" sz="2000" dirty="0">
                <a:solidFill>
                  <a:srgbClr val="644A1A"/>
                </a:solidFill>
                <a:latin typeface="Times New Roman" panose="02020603050405020304" pitchFamily="18" charset="0"/>
                <a:cs typeface="Times New Roman" panose="02020603050405020304" pitchFamily="18" charset="0"/>
              </a:rPr>
              <a:t>1</a:t>
            </a:r>
            <a:endParaRPr lang="en-US" altLang="en-US" sz="2000" dirty="0">
              <a:solidFill>
                <a:srgbClr val="644A1A"/>
              </a:solidFill>
              <a:latin typeface="Times New Roman" panose="02020603050405020304" pitchFamily="18" charset="0"/>
            </a:endParaRPr>
          </a:p>
        </p:txBody>
      </p:sp>
      <p:sp>
        <p:nvSpPr>
          <p:cNvPr id="10252" name="Text Box 10">
            <a:extLst>
              <a:ext uri="{FF2B5EF4-FFF2-40B4-BE49-F238E27FC236}">
                <a16:creationId xmlns:a16="http://schemas.microsoft.com/office/drawing/2014/main" id="{C1630331-2F59-6B30-CFE9-C80939A81416}"/>
              </a:ext>
            </a:extLst>
          </p:cNvPr>
          <p:cNvSpPr txBox="1">
            <a:spLocks noChangeArrowheads="1"/>
          </p:cNvSpPr>
          <p:nvPr/>
        </p:nvSpPr>
        <p:spPr bwMode="auto">
          <a:xfrm>
            <a:off x="3810000" y="3252788"/>
            <a:ext cx="914400" cy="40011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cap="sq">
                <a:solidFill>
                  <a:srgbClr val="000000"/>
                </a:solidFill>
                <a:miter lim="800000"/>
                <a:headEnd type="none" w="sm" len="sm"/>
                <a:tailEnd type="none" w="sm" len="sm"/>
              </a14:hiddenLine>
            </a:ext>
          </a:extLst>
        </p:spPr>
        <p:txBody>
          <a:bodyPr>
            <a:spAutoFit/>
          </a:bodyPr>
          <a:lstStyle>
            <a:lvl1pPr eaLnBrk="0" hangingPunct="0">
              <a:defRPr>
                <a:solidFill>
                  <a:schemeClr val="tx1"/>
                </a:solidFill>
                <a:latin typeface="Arial" panose="020B0604020202020204" pitchFamily="34" charset="0"/>
              </a:defRPr>
            </a:lvl1pPr>
            <a:lvl2pPr marL="742950" indent="-285750" eaLnBrk="0" hangingPunct="0">
              <a:defRPr>
                <a:solidFill>
                  <a:schemeClr val="tx1"/>
                </a:solidFill>
                <a:latin typeface="Arial" panose="020B0604020202020204" pitchFamily="34" charset="0"/>
              </a:defRPr>
            </a:lvl2pPr>
            <a:lvl3pPr marL="1143000" indent="-228600" eaLnBrk="0" hangingPunct="0">
              <a:defRPr>
                <a:solidFill>
                  <a:schemeClr val="tx1"/>
                </a:solidFill>
                <a:latin typeface="Arial" panose="020B0604020202020204" pitchFamily="34" charset="0"/>
              </a:defRPr>
            </a:lvl3pPr>
            <a:lvl4pPr marL="1600200" indent="-228600" eaLnBrk="0" hangingPunct="0">
              <a:defRPr>
                <a:solidFill>
                  <a:schemeClr val="tx1"/>
                </a:solidFill>
                <a:latin typeface="Arial" panose="020B0604020202020204" pitchFamily="34" charset="0"/>
              </a:defRPr>
            </a:lvl4pPr>
            <a:lvl5pPr marL="2057400" indent="-228600" eaLnBrk="0" hangingPunct="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algn="ctr" eaLnBrk="1" hangingPunct="1">
              <a:spcBef>
                <a:spcPct val="50000"/>
              </a:spcBef>
            </a:pPr>
            <a:r>
              <a:rPr lang="en-US" altLang="en-US" sz="2000" dirty="0">
                <a:solidFill>
                  <a:srgbClr val="644A1A"/>
                </a:solidFill>
                <a:latin typeface="Times New Roman" panose="02020603050405020304" pitchFamily="18" charset="0"/>
              </a:rPr>
              <a:t>1.5</a:t>
            </a:r>
          </a:p>
        </p:txBody>
      </p:sp>
      <p:sp>
        <p:nvSpPr>
          <p:cNvPr id="10253" name="Text Box 11">
            <a:extLst>
              <a:ext uri="{FF2B5EF4-FFF2-40B4-BE49-F238E27FC236}">
                <a16:creationId xmlns:a16="http://schemas.microsoft.com/office/drawing/2014/main" id="{FBE437DA-10B3-1DA2-52ED-F6D572510613}"/>
              </a:ext>
            </a:extLst>
          </p:cNvPr>
          <p:cNvSpPr txBox="1">
            <a:spLocks noChangeArrowheads="1"/>
          </p:cNvSpPr>
          <p:nvPr/>
        </p:nvSpPr>
        <p:spPr bwMode="auto">
          <a:xfrm>
            <a:off x="3810000" y="5653088"/>
            <a:ext cx="914400" cy="40011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cap="sq">
                <a:solidFill>
                  <a:srgbClr val="000000"/>
                </a:solidFill>
                <a:miter lim="800000"/>
                <a:headEnd type="none" w="sm" len="sm"/>
                <a:tailEnd type="none" w="sm" len="sm"/>
              </a14:hiddenLine>
            </a:ext>
          </a:extLst>
        </p:spPr>
        <p:txBody>
          <a:bodyPr>
            <a:spAutoFit/>
          </a:bodyPr>
          <a:lstStyle>
            <a:lvl1pPr eaLnBrk="0" hangingPunct="0">
              <a:defRPr>
                <a:solidFill>
                  <a:schemeClr val="tx1"/>
                </a:solidFill>
                <a:latin typeface="Arial" panose="020B0604020202020204" pitchFamily="34" charset="0"/>
              </a:defRPr>
            </a:lvl1pPr>
            <a:lvl2pPr marL="742950" indent="-285750" eaLnBrk="0" hangingPunct="0">
              <a:defRPr>
                <a:solidFill>
                  <a:schemeClr val="tx1"/>
                </a:solidFill>
                <a:latin typeface="Arial" panose="020B0604020202020204" pitchFamily="34" charset="0"/>
              </a:defRPr>
            </a:lvl2pPr>
            <a:lvl3pPr marL="1143000" indent="-228600" eaLnBrk="0" hangingPunct="0">
              <a:defRPr>
                <a:solidFill>
                  <a:schemeClr val="tx1"/>
                </a:solidFill>
                <a:latin typeface="Arial" panose="020B0604020202020204" pitchFamily="34" charset="0"/>
              </a:defRPr>
            </a:lvl3pPr>
            <a:lvl4pPr marL="1600200" indent="-228600" eaLnBrk="0" hangingPunct="0">
              <a:defRPr>
                <a:solidFill>
                  <a:schemeClr val="tx1"/>
                </a:solidFill>
                <a:latin typeface="Arial" panose="020B0604020202020204" pitchFamily="34" charset="0"/>
              </a:defRPr>
            </a:lvl4pPr>
            <a:lvl5pPr marL="2057400" indent="-228600" eaLnBrk="0" hangingPunct="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algn="ctr" eaLnBrk="1" hangingPunct="1">
              <a:spcBef>
                <a:spcPct val="50000"/>
              </a:spcBef>
            </a:pPr>
            <a:r>
              <a:rPr lang="en-US" altLang="en-US" sz="2000" dirty="0">
                <a:solidFill>
                  <a:srgbClr val="644A1A"/>
                </a:solidFill>
                <a:latin typeface="Times New Roman" panose="02020603050405020304" pitchFamily="18" charset="0"/>
              </a:rPr>
              <a:t>1</a:t>
            </a:r>
          </a:p>
        </p:txBody>
      </p:sp>
      <p:sp>
        <p:nvSpPr>
          <p:cNvPr id="10254" name="Text Box 12">
            <a:extLst>
              <a:ext uri="{FF2B5EF4-FFF2-40B4-BE49-F238E27FC236}">
                <a16:creationId xmlns:a16="http://schemas.microsoft.com/office/drawing/2014/main" id="{D49D1DC6-01D6-2B52-B87B-8086CD2A5129}"/>
              </a:ext>
            </a:extLst>
          </p:cNvPr>
          <p:cNvSpPr txBox="1">
            <a:spLocks noChangeArrowheads="1"/>
          </p:cNvSpPr>
          <p:nvPr/>
        </p:nvSpPr>
        <p:spPr bwMode="auto">
          <a:xfrm>
            <a:off x="9519138" y="5876717"/>
            <a:ext cx="1828800" cy="40011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cap="sq">
                <a:solidFill>
                  <a:srgbClr val="000000"/>
                </a:solidFill>
                <a:miter lim="800000"/>
                <a:headEnd type="none" w="sm" len="sm"/>
                <a:tailEnd type="none" w="sm" len="sm"/>
              </a14:hiddenLine>
            </a:ext>
          </a:extLst>
        </p:spPr>
        <p:txBody>
          <a:bodyPr>
            <a:spAutoFit/>
          </a:bodyPr>
          <a:lstStyle>
            <a:lvl1pPr eaLnBrk="0" hangingPunct="0">
              <a:defRPr>
                <a:solidFill>
                  <a:schemeClr val="tx1"/>
                </a:solidFill>
                <a:latin typeface="Arial" panose="020B0604020202020204" pitchFamily="34" charset="0"/>
              </a:defRPr>
            </a:lvl1pPr>
            <a:lvl2pPr marL="742950" indent="-285750" eaLnBrk="0" hangingPunct="0">
              <a:defRPr>
                <a:solidFill>
                  <a:schemeClr val="tx1"/>
                </a:solidFill>
                <a:latin typeface="Arial" panose="020B0604020202020204" pitchFamily="34" charset="0"/>
              </a:defRPr>
            </a:lvl2pPr>
            <a:lvl3pPr marL="1143000" indent="-228600" eaLnBrk="0" hangingPunct="0">
              <a:defRPr>
                <a:solidFill>
                  <a:schemeClr val="tx1"/>
                </a:solidFill>
                <a:latin typeface="Arial" panose="020B0604020202020204" pitchFamily="34" charset="0"/>
              </a:defRPr>
            </a:lvl3pPr>
            <a:lvl4pPr marL="1600200" indent="-228600" eaLnBrk="0" hangingPunct="0">
              <a:defRPr>
                <a:solidFill>
                  <a:schemeClr val="tx1"/>
                </a:solidFill>
                <a:latin typeface="Arial" panose="020B0604020202020204" pitchFamily="34" charset="0"/>
              </a:defRPr>
            </a:lvl4pPr>
            <a:lvl5pPr marL="2057400" indent="-228600" eaLnBrk="0" hangingPunct="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r>
              <a:rPr lang="en-US" altLang="en-US" sz="2000" dirty="0">
                <a:solidFill>
                  <a:srgbClr val="FF0000"/>
                </a:solidFill>
                <a:latin typeface="Times New Roman" panose="02020603050405020304" pitchFamily="18" charset="0"/>
              </a:rPr>
              <a:t>     3.62</a:t>
            </a:r>
          </a:p>
        </p:txBody>
      </p:sp>
      <p:sp>
        <p:nvSpPr>
          <p:cNvPr id="10255" name="Text Box 13">
            <a:extLst>
              <a:ext uri="{FF2B5EF4-FFF2-40B4-BE49-F238E27FC236}">
                <a16:creationId xmlns:a16="http://schemas.microsoft.com/office/drawing/2014/main" id="{5274403C-4432-86C6-710A-F24B0ACAEAFD}"/>
              </a:ext>
            </a:extLst>
          </p:cNvPr>
          <p:cNvSpPr txBox="1">
            <a:spLocks noChangeArrowheads="1"/>
          </p:cNvSpPr>
          <p:nvPr/>
        </p:nvSpPr>
        <p:spPr bwMode="auto">
          <a:xfrm>
            <a:off x="3810000" y="2452688"/>
            <a:ext cx="914400" cy="40011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cap="sq">
                <a:solidFill>
                  <a:srgbClr val="000000"/>
                </a:solidFill>
                <a:miter lim="800000"/>
                <a:headEnd type="none" w="sm" len="sm"/>
                <a:tailEnd type="none" w="sm" len="sm"/>
              </a14:hiddenLine>
            </a:ext>
          </a:extLst>
        </p:spPr>
        <p:txBody>
          <a:bodyPr>
            <a:spAutoFit/>
          </a:bodyPr>
          <a:lstStyle>
            <a:lvl1pPr eaLnBrk="0" hangingPunct="0">
              <a:defRPr>
                <a:solidFill>
                  <a:schemeClr val="tx1"/>
                </a:solidFill>
                <a:latin typeface="Arial" panose="020B0604020202020204" pitchFamily="34" charset="0"/>
              </a:defRPr>
            </a:lvl1pPr>
            <a:lvl2pPr marL="742950" indent="-285750" eaLnBrk="0" hangingPunct="0">
              <a:defRPr>
                <a:solidFill>
                  <a:schemeClr val="tx1"/>
                </a:solidFill>
                <a:latin typeface="Arial" panose="020B0604020202020204" pitchFamily="34" charset="0"/>
              </a:defRPr>
            </a:lvl2pPr>
            <a:lvl3pPr marL="1143000" indent="-228600" eaLnBrk="0" hangingPunct="0">
              <a:defRPr>
                <a:solidFill>
                  <a:schemeClr val="tx1"/>
                </a:solidFill>
                <a:latin typeface="Arial" panose="020B0604020202020204" pitchFamily="34" charset="0"/>
              </a:defRPr>
            </a:lvl3pPr>
            <a:lvl4pPr marL="1600200" indent="-228600" eaLnBrk="0" hangingPunct="0">
              <a:defRPr>
                <a:solidFill>
                  <a:schemeClr val="tx1"/>
                </a:solidFill>
                <a:latin typeface="Arial" panose="020B0604020202020204" pitchFamily="34" charset="0"/>
              </a:defRPr>
            </a:lvl4pPr>
            <a:lvl5pPr marL="2057400" indent="-228600" eaLnBrk="0" hangingPunct="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algn="ctr" eaLnBrk="1" hangingPunct="1">
              <a:spcBef>
                <a:spcPct val="50000"/>
              </a:spcBef>
            </a:pPr>
            <a:r>
              <a:rPr lang="en-US" altLang="en-US" sz="2000" dirty="0">
                <a:solidFill>
                  <a:srgbClr val="644A1A"/>
                </a:solidFill>
                <a:latin typeface="Times New Roman" panose="02020603050405020304" pitchFamily="18" charset="0"/>
              </a:rPr>
              <a:t>0</a:t>
            </a:r>
          </a:p>
        </p:txBody>
      </p:sp>
      <p:sp>
        <p:nvSpPr>
          <p:cNvPr id="10256" name="Text Box 14">
            <a:extLst>
              <a:ext uri="{FF2B5EF4-FFF2-40B4-BE49-F238E27FC236}">
                <a16:creationId xmlns:a16="http://schemas.microsoft.com/office/drawing/2014/main" id="{22710EA6-96D6-07DB-3577-86CD4AAE0E67}"/>
              </a:ext>
            </a:extLst>
          </p:cNvPr>
          <p:cNvSpPr txBox="1">
            <a:spLocks noChangeArrowheads="1"/>
          </p:cNvSpPr>
          <p:nvPr/>
        </p:nvSpPr>
        <p:spPr bwMode="auto">
          <a:xfrm>
            <a:off x="3581400" y="4752976"/>
            <a:ext cx="1143000" cy="40011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cap="sq">
                <a:solidFill>
                  <a:srgbClr val="000000"/>
                </a:solidFill>
                <a:miter lim="800000"/>
                <a:headEnd type="none" w="sm" len="sm"/>
                <a:tailEnd type="none" w="sm" len="sm"/>
              </a14:hiddenLine>
            </a:ext>
          </a:extLst>
        </p:spPr>
        <p:txBody>
          <a:bodyPr wrap="square">
            <a:spAutoFit/>
          </a:bodyPr>
          <a:lstStyle>
            <a:lvl1pPr eaLnBrk="0" hangingPunct="0">
              <a:defRPr>
                <a:solidFill>
                  <a:schemeClr val="tx1"/>
                </a:solidFill>
                <a:latin typeface="Arial" panose="020B0604020202020204" pitchFamily="34" charset="0"/>
              </a:defRPr>
            </a:lvl1pPr>
            <a:lvl2pPr marL="742950" indent="-285750" eaLnBrk="0" hangingPunct="0">
              <a:defRPr>
                <a:solidFill>
                  <a:schemeClr val="tx1"/>
                </a:solidFill>
                <a:latin typeface="Arial" panose="020B0604020202020204" pitchFamily="34" charset="0"/>
              </a:defRPr>
            </a:lvl2pPr>
            <a:lvl3pPr marL="1143000" indent="-228600" eaLnBrk="0" hangingPunct="0">
              <a:defRPr>
                <a:solidFill>
                  <a:schemeClr val="tx1"/>
                </a:solidFill>
                <a:latin typeface="Arial" panose="020B0604020202020204" pitchFamily="34" charset="0"/>
              </a:defRPr>
            </a:lvl3pPr>
            <a:lvl4pPr marL="1600200" indent="-228600" eaLnBrk="0" hangingPunct="0">
              <a:defRPr>
                <a:solidFill>
                  <a:schemeClr val="tx1"/>
                </a:solidFill>
                <a:latin typeface="Arial" panose="020B0604020202020204" pitchFamily="34" charset="0"/>
              </a:defRPr>
            </a:lvl4pPr>
            <a:lvl5pPr marL="2057400" indent="-228600" eaLnBrk="0" hangingPunct="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algn="ctr" eaLnBrk="1" hangingPunct="1">
              <a:spcBef>
                <a:spcPct val="50000"/>
              </a:spcBef>
            </a:pPr>
            <a:r>
              <a:rPr lang="en-US" altLang="en-US" sz="2000" dirty="0">
                <a:solidFill>
                  <a:srgbClr val="644A1A"/>
                </a:solidFill>
                <a:latin typeface="Times New Roman" panose="02020603050405020304" pitchFamily="18" charset="0"/>
                <a:cs typeface="Times New Roman" panose="02020603050405020304" pitchFamily="18" charset="0"/>
              </a:rPr>
              <a:t>1.25</a:t>
            </a:r>
            <a:endParaRPr lang="en-US" altLang="en-US" sz="2000" dirty="0">
              <a:solidFill>
                <a:srgbClr val="644A1A"/>
              </a:solidFill>
              <a:latin typeface="Times New Roman" panose="02020603050405020304" pitchFamily="18" charset="0"/>
            </a:endParaRPr>
          </a:p>
        </p:txBody>
      </p:sp>
      <p:sp>
        <p:nvSpPr>
          <p:cNvPr id="10257" name="Text Box 15">
            <a:extLst>
              <a:ext uri="{FF2B5EF4-FFF2-40B4-BE49-F238E27FC236}">
                <a16:creationId xmlns:a16="http://schemas.microsoft.com/office/drawing/2014/main" id="{F3537F14-BAC4-9D65-9157-574989364486}"/>
              </a:ext>
            </a:extLst>
          </p:cNvPr>
          <p:cNvSpPr txBox="1">
            <a:spLocks noChangeArrowheads="1"/>
          </p:cNvSpPr>
          <p:nvPr/>
        </p:nvSpPr>
        <p:spPr bwMode="auto">
          <a:xfrm>
            <a:off x="8077200" y="4262100"/>
            <a:ext cx="914400" cy="469900"/>
          </a:xfrm>
          <a:prstGeom prst="rect">
            <a:avLst/>
          </a:prstGeom>
          <a:gradFill rotWithShape="1">
            <a:gsLst>
              <a:gs pos="0">
                <a:srgbClr val="993300"/>
              </a:gs>
              <a:gs pos="50000">
                <a:srgbClr val="CC6600"/>
              </a:gs>
              <a:gs pos="100000">
                <a:srgbClr val="993300"/>
              </a:gs>
            </a:gsLst>
            <a:lin ang="5400000" scaled="1"/>
          </a:gradFill>
          <a:ln w="12700" cap="sq">
            <a:solidFill>
              <a:srgbClr val="800000"/>
            </a:solidFill>
            <a:miter lim="800000"/>
            <a:headEnd type="none" w="sm" len="sm"/>
            <a:tailEnd type="none" w="sm" len="sm"/>
          </a:ln>
        </p:spPr>
        <p:txBody>
          <a:bodyPr>
            <a:spAutoFit/>
          </a:bodyPr>
          <a:lstStyle>
            <a:lvl1pPr eaLnBrk="0" hangingPunct="0">
              <a:defRPr>
                <a:solidFill>
                  <a:schemeClr val="tx1"/>
                </a:solidFill>
                <a:latin typeface="Arial" panose="020B0604020202020204" pitchFamily="34" charset="0"/>
              </a:defRPr>
            </a:lvl1pPr>
            <a:lvl2pPr marL="742950" indent="-285750" eaLnBrk="0" hangingPunct="0">
              <a:defRPr>
                <a:solidFill>
                  <a:schemeClr val="tx1"/>
                </a:solidFill>
                <a:latin typeface="Arial" panose="020B0604020202020204" pitchFamily="34" charset="0"/>
              </a:defRPr>
            </a:lvl2pPr>
            <a:lvl3pPr marL="1143000" indent="-228600" eaLnBrk="0" hangingPunct="0">
              <a:defRPr>
                <a:solidFill>
                  <a:schemeClr val="tx1"/>
                </a:solidFill>
                <a:latin typeface="Arial" panose="020B0604020202020204" pitchFamily="34" charset="0"/>
              </a:defRPr>
            </a:lvl3pPr>
            <a:lvl4pPr marL="1600200" indent="-228600" eaLnBrk="0" hangingPunct="0">
              <a:defRPr>
                <a:solidFill>
                  <a:schemeClr val="tx1"/>
                </a:solidFill>
                <a:latin typeface="Arial" panose="020B0604020202020204" pitchFamily="34" charset="0"/>
              </a:defRPr>
            </a:lvl4pPr>
            <a:lvl5pPr marL="2057400" indent="-228600" eaLnBrk="0" hangingPunct="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algn="ctr" eaLnBrk="1" hangingPunct="1">
              <a:spcBef>
                <a:spcPct val="50000"/>
              </a:spcBef>
            </a:pPr>
            <a:r>
              <a:rPr lang="en-US" altLang="en-US" sz="2400">
                <a:latin typeface="Times New Roman" panose="02020603050405020304" pitchFamily="18" charset="0"/>
              </a:rPr>
              <a:t>I</a:t>
            </a:r>
          </a:p>
        </p:txBody>
      </p:sp>
      <p:sp>
        <p:nvSpPr>
          <p:cNvPr id="10260" name="Text Box 19">
            <a:extLst>
              <a:ext uri="{FF2B5EF4-FFF2-40B4-BE49-F238E27FC236}">
                <a16:creationId xmlns:a16="http://schemas.microsoft.com/office/drawing/2014/main" id="{2A9655A6-74AB-B228-5852-0C90E14CB420}"/>
              </a:ext>
            </a:extLst>
          </p:cNvPr>
          <p:cNvSpPr txBox="1">
            <a:spLocks noChangeArrowheads="1"/>
          </p:cNvSpPr>
          <p:nvPr/>
        </p:nvSpPr>
        <p:spPr bwMode="auto">
          <a:xfrm>
            <a:off x="4800600" y="2462213"/>
            <a:ext cx="914400" cy="469900"/>
          </a:xfrm>
          <a:prstGeom prst="rect">
            <a:avLst/>
          </a:prstGeom>
          <a:gradFill rotWithShape="1">
            <a:gsLst>
              <a:gs pos="0">
                <a:srgbClr val="993300"/>
              </a:gs>
              <a:gs pos="50000">
                <a:srgbClr val="CC6600"/>
              </a:gs>
              <a:gs pos="100000">
                <a:srgbClr val="993300"/>
              </a:gs>
            </a:gsLst>
            <a:lin ang="5400000" scaled="1"/>
          </a:gradFill>
          <a:ln w="12700" cap="sq">
            <a:solidFill>
              <a:srgbClr val="800000"/>
            </a:solidFill>
            <a:miter lim="800000"/>
            <a:headEnd type="none" w="sm" len="sm"/>
            <a:tailEnd type="none" w="sm" len="sm"/>
          </a:ln>
        </p:spPr>
        <p:txBody>
          <a:bodyPr>
            <a:spAutoFit/>
          </a:bodyPr>
          <a:lstStyle>
            <a:lvl1pPr eaLnBrk="0" hangingPunct="0">
              <a:defRPr>
                <a:solidFill>
                  <a:schemeClr val="tx1"/>
                </a:solidFill>
                <a:latin typeface="Arial" panose="020B0604020202020204" pitchFamily="34" charset="0"/>
              </a:defRPr>
            </a:lvl1pPr>
            <a:lvl2pPr marL="742950" indent="-285750" eaLnBrk="0" hangingPunct="0">
              <a:defRPr>
                <a:solidFill>
                  <a:schemeClr val="tx1"/>
                </a:solidFill>
                <a:latin typeface="Arial" panose="020B0604020202020204" pitchFamily="34" charset="0"/>
              </a:defRPr>
            </a:lvl2pPr>
            <a:lvl3pPr marL="1143000" indent="-228600" eaLnBrk="0" hangingPunct="0">
              <a:defRPr>
                <a:solidFill>
                  <a:schemeClr val="tx1"/>
                </a:solidFill>
                <a:latin typeface="Arial" panose="020B0604020202020204" pitchFamily="34" charset="0"/>
              </a:defRPr>
            </a:lvl3pPr>
            <a:lvl4pPr marL="1600200" indent="-228600" eaLnBrk="0" hangingPunct="0">
              <a:defRPr>
                <a:solidFill>
                  <a:schemeClr val="tx1"/>
                </a:solidFill>
                <a:latin typeface="Arial" panose="020B0604020202020204" pitchFamily="34" charset="0"/>
              </a:defRPr>
            </a:lvl4pPr>
            <a:lvl5pPr marL="2057400" indent="-228600" eaLnBrk="0" hangingPunct="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algn="ctr" eaLnBrk="1" hangingPunct="1">
              <a:spcBef>
                <a:spcPct val="50000"/>
              </a:spcBef>
            </a:pPr>
            <a:r>
              <a:rPr lang="en-US" altLang="en-US" sz="2400">
                <a:latin typeface="Times New Roman" panose="02020603050405020304" pitchFamily="18" charset="0"/>
              </a:rPr>
              <a:t>CF3</a:t>
            </a:r>
          </a:p>
        </p:txBody>
      </p:sp>
      <p:sp>
        <p:nvSpPr>
          <p:cNvPr id="10262" name="Text Box 21">
            <a:extLst>
              <a:ext uri="{FF2B5EF4-FFF2-40B4-BE49-F238E27FC236}">
                <a16:creationId xmlns:a16="http://schemas.microsoft.com/office/drawing/2014/main" id="{1C332FB2-DC9A-F0C3-0CE1-791F42687942}"/>
              </a:ext>
            </a:extLst>
          </p:cNvPr>
          <p:cNvSpPr txBox="1">
            <a:spLocks noChangeArrowheads="1"/>
          </p:cNvSpPr>
          <p:nvPr/>
        </p:nvSpPr>
        <p:spPr bwMode="auto">
          <a:xfrm>
            <a:off x="4800600" y="3262313"/>
            <a:ext cx="914400" cy="469900"/>
          </a:xfrm>
          <a:prstGeom prst="rect">
            <a:avLst/>
          </a:prstGeom>
          <a:gradFill rotWithShape="1">
            <a:gsLst>
              <a:gs pos="0">
                <a:srgbClr val="993300"/>
              </a:gs>
              <a:gs pos="50000">
                <a:srgbClr val="CC6600"/>
              </a:gs>
              <a:gs pos="100000">
                <a:srgbClr val="993300"/>
              </a:gs>
            </a:gsLst>
            <a:lin ang="5400000" scaled="1"/>
          </a:gradFill>
          <a:ln w="12700" cap="sq">
            <a:solidFill>
              <a:srgbClr val="800000"/>
            </a:solidFill>
            <a:miter lim="800000"/>
            <a:headEnd type="none" w="sm" len="sm"/>
            <a:tailEnd type="none" w="sm" len="sm"/>
          </a:ln>
        </p:spPr>
        <p:txBody>
          <a:bodyPr>
            <a:spAutoFit/>
          </a:bodyPr>
          <a:lstStyle>
            <a:lvl1pPr eaLnBrk="0" hangingPunct="0">
              <a:defRPr>
                <a:solidFill>
                  <a:schemeClr val="tx1"/>
                </a:solidFill>
                <a:latin typeface="Arial" panose="020B0604020202020204" pitchFamily="34" charset="0"/>
              </a:defRPr>
            </a:lvl1pPr>
            <a:lvl2pPr marL="742950" indent="-285750" eaLnBrk="0" hangingPunct="0">
              <a:defRPr>
                <a:solidFill>
                  <a:schemeClr val="tx1"/>
                </a:solidFill>
                <a:latin typeface="Arial" panose="020B0604020202020204" pitchFamily="34" charset="0"/>
              </a:defRPr>
            </a:lvl2pPr>
            <a:lvl3pPr marL="1143000" indent="-228600" eaLnBrk="0" hangingPunct="0">
              <a:defRPr>
                <a:solidFill>
                  <a:schemeClr val="tx1"/>
                </a:solidFill>
                <a:latin typeface="Arial" panose="020B0604020202020204" pitchFamily="34" charset="0"/>
              </a:defRPr>
            </a:lvl3pPr>
            <a:lvl4pPr marL="1600200" indent="-228600" eaLnBrk="0" hangingPunct="0">
              <a:defRPr>
                <a:solidFill>
                  <a:schemeClr val="tx1"/>
                </a:solidFill>
                <a:latin typeface="Arial" panose="020B0604020202020204" pitchFamily="34" charset="0"/>
              </a:defRPr>
            </a:lvl4pPr>
            <a:lvl5pPr marL="2057400" indent="-228600" eaLnBrk="0" hangingPunct="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algn="ctr" eaLnBrk="1" hangingPunct="1">
              <a:spcBef>
                <a:spcPct val="50000"/>
              </a:spcBef>
            </a:pPr>
            <a:r>
              <a:rPr lang="en-US" altLang="en-US" sz="2400" dirty="0">
                <a:latin typeface="Times New Roman" panose="02020603050405020304" pitchFamily="18" charset="0"/>
              </a:rPr>
              <a:t>F3</a:t>
            </a:r>
          </a:p>
        </p:txBody>
      </p:sp>
      <p:sp>
        <p:nvSpPr>
          <p:cNvPr id="10263" name="Text Box 22">
            <a:extLst>
              <a:ext uri="{FF2B5EF4-FFF2-40B4-BE49-F238E27FC236}">
                <a16:creationId xmlns:a16="http://schemas.microsoft.com/office/drawing/2014/main" id="{DC9B3D12-2DAD-9291-4E76-09D2686596D3}"/>
              </a:ext>
            </a:extLst>
          </p:cNvPr>
          <p:cNvSpPr txBox="1">
            <a:spLocks noChangeArrowheads="1"/>
          </p:cNvSpPr>
          <p:nvPr/>
        </p:nvSpPr>
        <p:spPr bwMode="auto">
          <a:xfrm>
            <a:off x="6324600" y="3262313"/>
            <a:ext cx="914400" cy="40011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cap="sq">
                <a:solidFill>
                  <a:srgbClr val="000000"/>
                </a:solidFill>
                <a:miter lim="800000"/>
                <a:headEnd type="none" w="sm" len="sm"/>
                <a:tailEnd type="none" w="sm" len="sm"/>
              </a14:hiddenLine>
            </a:ext>
          </a:extLst>
        </p:spPr>
        <p:txBody>
          <a:bodyPr>
            <a:spAutoFit/>
          </a:bodyPr>
          <a:lstStyle>
            <a:lvl1pPr eaLnBrk="0" hangingPunct="0">
              <a:defRPr>
                <a:solidFill>
                  <a:schemeClr val="tx1"/>
                </a:solidFill>
                <a:latin typeface="Arial" panose="020B0604020202020204" pitchFamily="34" charset="0"/>
              </a:defRPr>
            </a:lvl1pPr>
            <a:lvl2pPr marL="742950" indent="-285750" eaLnBrk="0" hangingPunct="0">
              <a:defRPr>
                <a:solidFill>
                  <a:schemeClr val="tx1"/>
                </a:solidFill>
                <a:latin typeface="Arial" panose="020B0604020202020204" pitchFamily="34" charset="0"/>
              </a:defRPr>
            </a:lvl2pPr>
            <a:lvl3pPr marL="1143000" indent="-228600" eaLnBrk="0" hangingPunct="0">
              <a:defRPr>
                <a:solidFill>
                  <a:schemeClr val="tx1"/>
                </a:solidFill>
                <a:latin typeface="Arial" panose="020B0604020202020204" pitchFamily="34" charset="0"/>
              </a:defRPr>
            </a:lvl3pPr>
            <a:lvl4pPr marL="1600200" indent="-228600" eaLnBrk="0" hangingPunct="0">
              <a:defRPr>
                <a:solidFill>
                  <a:schemeClr val="tx1"/>
                </a:solidFill>
                <a:latin typeface="Arial" panose="020B0604020202020204" pitchFamily="34" charset="0"/>
              </a:defRPr>
            </a:lvl4pPr>
            <a:lvl5pPr marL="2057400" indent="-228600" eaLnBrk="0" hangingPunct="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algn="ctr" eaLnBrk="1" hangingPunct="1">
              <a:spcBef>
                <a:spcPct val="50000"/>
              </a:spcBef>
            </a:pPr>
            <a:r>
              <a:rPr lang="en-US" altLang="en-US" sz="2000" dirty="0">
                <a:solidFill>
                  <a:srgbClr val="644A1A"/>
                </a:solidFill>
                <a:latin typeface="Times New Roman" panose="02020603050405020304" pitchFamily="18" charset="0"/>
                <a:cs typeface="Times New Roman" panose="02020603050405020304" pitchFamily="18" charset="0"/>
              </a:rPr>
              <a:t>1</a:t>
            </a:r>
            <a:endParaRPr lang="en-US" altLang="en-US" sz="2000" dirty="0">
              <a:solidFill>
                <a:srgbClr val="644A1A"/>
              </a:solidFill>
              <a:latin typeface="Times New Roman" panose="02020603050405020304" pitchFamily="18" charset="0"/>
            </a:endParaRPr>
          </a:p>
        </p:txBody>
      </p:sp>
      <p:sp>
        <p:nvSpPr>
          <p:cNvPr id="10267" name="Text Box 26">
            <a:extLst>
              <a:ext uri="{FF2B5EF4-FFF2-40B4-BE49-F238E27FC236}">
                <a16:creationId xmlns:a16="http://schemas.microsoft.com/office/drawing/2014/main" id="{E0692BB6-907D-664A-1417-CEE993F3122B}"/>
              </a:ext>
            </a:extLst>
          </p:cNvPr>
          <p:cNvSpPr txBox="1">
            <a:spLocks noChangeArrowheads="1"/>
          </p:cNvSpPr>
          <p:nvPr/>
        </p:nvSpPr>
        <p:spPr bwMode="auto">
          <a:xfrm>
            <a:off x="8153400" y="5176044"/>
            <a:ext cx="914400" cy="469900"/>
          </a:xfrm>
          <a:prstGeom prst="rect">
            <a:avLst/>
          </a:prstGeom>
          <a:gradFill rotWithShape="1">
            <a:gsLst>
              <a:gs pos="0">
                <a:srgbClr val="993300"/>
              </a:gs>
              <a:gs pos="50000">
                <a:srgbClr val="CC6600"/>
              </a:gs>
              <a:gs pos="100000">
                <a:srgbClr val="993300"/>
              </a:gs>
            </a:gsLst>
            <a:lin ang="5400000" scaled="1"/>
          </a:gradFill>
          <a:ln w="12700" cap="sq">
            <a:solidFill>
              <a:srgbClr val="800000"/>
            </a:solidFill>
            <a:miter lim="800000"/>
            <a:headEnd type="none" w="sm" len="sm"/>
            <a:tailEnd type="none" w="sm" len="sm"/>
          </a:ln>
        </p:spPr>
        <p:txBody>
          <a:bodyPr>
            <a:spAutoFit/>
          </a:bodyPr>
          <a:lstStyle>
            <a:lvl1pPr eaLnBrk="0" hangingPunct="0">
              <a:defRPr>
                <a:solidFill>
                  <a:schemeClr val="tx1"/>
                </a:solidFill>
                <a:latin typeface="Arial" panose="020B0604020202020204" pitchFamily="34" charset="0"/>
              </a:defRPr>
            </a:lvl1pPr>
            <a:lvl2pPr marL="742950" indent="-285750" eaLnBrk="0" hangingPunct="0">
              <a:defRPr>
                <a:solidFill>
                  <a:schemeClr val="tx1"/>
                </a:solidFill>
                <a:latin typeface="Arial" panose="020B0604020202020204" pitchFamily="34" charset="0"/>
              </a:defRPr>
            </a:lvl2pPr>
            <a:lvl3pPr marL="1143000" indent="-228600" eaLnBrk="0" hangingPunct="0">
              <a:defRPr>
                <a:solidFill>
                  <a:schemeClr val="tx1"/>
                </a:solidFill>
                <a:latin typeface="Arial" panose="020B0604020202020204" pitchFamily="34" charset="0"/>
              </a:defRPr>
            </a:lvl3pPr>
            <a:lvl4pPr marL="1600200" indent="-228600" eaLnBrk="0" hangingPunct="0">
              <a:defRPr>
                <a:solidFill>
                  <a:schemeClr val="tx1"/>
                </a:solidFill>
                <a:latin typeface="Arial" panose="020B0604020202020204" pitchFamily="34" charset="0"/>
              </a:defRPr>
            </a:lvl4pPr>
            <a:lvl5pPr marL="2057400" indent="-228600" eaLnBrk="0" hangingPunct="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algn="ctr" eaLnBrk="1" hangingPunct="1">
              <a:spcBef>
                <a:spcPct val="50000"/>
              </a:spcBef>
            </a:pPr>
            <a:r>
              <a:rPr lang="en-US" altLang="en-US" sz="2400" dirty="0">
                <a:latin typeface="Times New Roman" panose="02020603050405020304" pitchFamily="18" charset="0"/>
              </a:rPr>
              <a:t>NPV</a:t>
            </a:r>
          </a:p>
        </p:txBody>
      </p:sp>
      <p:sp>
        <p:nvSpPr>
          <p:cNvPr id="10268" name="Text Box 27">
            <a:extLst>
              <a:ext uri="{FF2B5EF4-FFF2-40B4-BE49-F238E27FC236}">
                <a16:creationId xmlns:a16="http://schemas.microsoft.com/office/drawing/2014/main" id="{F71E19C8-DE45-D198-96B4-B7009245228A}"/>
              </a:ext>
            </a:extLst>
          </p:cNvPr>
          <p:cNvSpPr txBox="1">
            <a:spLocks noChangeArrowheads="1"/>
          </p:cNvSpPr>
          <p:nvPr/>
        </p:nvSpPr>
        <p:spPr bwMode="auto">
          <a:xfrm>
            <a:off x="8059615" y="3454978"/>
            <a:ext cx="914400" cy="469900"/>
          </a:xfrm>
          <a:prstGeom prst="rect">
            <a:avLst/>
          </a:prstGeom>
          <a:gradFill rotWithShape="1">
            <a:gsLst>
              <a:gs pos="0">
                <a:srgbClr val="993300"/>
              </a:gs>
              <a:gs pos="50000">
                <a:srgbClr val="CC6600"/>
              </a:gs>
              <a:gs pos="100000">
                <a:srgbClr val="993300"/>
              </a:gs>
            </a:gsLst>
            <a:lin ang="5400000" scaled="1"/>
          </a:gradFill>
          <a:ln w="12700" cap="sq">
            <a:solidFill>
              <a:srgbClr val="800000"/>
            </a:solidFill>
            <a:miter lim="800000"/>
            <a:headEnd type="none" w="sm" len="sm"/>
            <a:tailEnd type="none" w="sm" len="sm"/>
          </a:ln>
        </p:spPr>
        <p:txBody>
          <a:bodyPr>
            <a:spAutoFit/>
          </a:bodyPr>
          <a:lstStyle>
            <a:lvl1pPr eaLnBrk="0" hangingPunct="0">
              <a:defRPr>
                <a:solidFill>
                  <a:schemeClr val="tx1"/>
                </a:solidFill>
                <a:latin typeface="Arial" panose="020B0604020202020204" pitchFamily="34" charset="0"/>
              </a:defRPr>
            </a:lvl1pPr>
            <a:lvl2pPr marL="742950" indent="-285750" eaLnBrk="0" hangingPunct="0">
              <a:defRPr>
                <a:solidFill>
                  <a:schemeClr val="tx1"/>
                </a:solidFill>
                <a:latin typeface="Arial" panose="020B0604020202020204" pitchFamily="34" charset="0"/>
              </a:defRPr>
            </a:lvl2pPr>
            <a:lvl3pPr marL="1143000" indent="-228600" eaLnBrk="0" hangingPunct="0">
              <a:defRPr>
                <a:solidFill>
                  <a:schemeClr val="tx1"/>
                </a:solidFill>
                <a:latin typeface="Arial" panose="020B0604020202020204" pitchFamily="34" charset="0"/>
              </a:defRPr>
            </a:lvl3pPr>
            <a:lvl4pPr marL="1600200" indent="-228600" eaLnBrk="0" hangingPunct="0">
              <a:defRPr>
                <a:solidFill>
                  <a:schemeClr val="tx1"/>
                </a:solidFill>
                <a:latin typeface="Arial" panose="020B0604020202020204" pitchFamily="34" charset="0"/>
              </a:defRPr>
            </a:lvl4pPr>
            <a:lvl5pPr marL="2057400" indent="-228600" eaLnBrk="0" hangingPunct="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algn="ctr" eaLnBrk="1" hangingPunct="1">
              <a:spcBef>
                <a:spcPct val="50000"/>
              </a:spcBef>
            </a:pPr>
            <a:r>
              <a:rPr lang="en-US" altLang="en-US" sz="2400" dirty="0">
                <a:latin typeface="Times New Roman" panose="02020603050405020304" pitchFamily="18" charset="0"/>
              </a:rPr>
              <a:t>NPV</a:t>
            </a:r>
          </a:p>
        </p:txBody>
      </p:sp>
      <p:sp>
        <p:nvSpPr>
          <p:cNvPr id="10269" name="Text Box 28">
            <a:extLst>
              <a:ext uri="{FF2B5EF4-FFF2-40B4-BE49-F238E27FC236}">
                <a16:creationId xmlns:a16="http://schemas.microsoft.com/office/drawing/2014/main" id="{A7CB6442-48FB-379A-95D8-347447F496A0}"/>
              </a:ext>
            </a:extLst>
          </p:cNvPr>
          <p:cNvSpPr txBox="1">
            <a:spLocks noChangeArrowheads="1"/>
          </p:cNvSpPr>
          <p:nvPr/>
        </p:nvSpPr>
        <p:spPr bwMode="auto">
          <a:xfrm>
            <a:off x="8229600" y="5948302"/>
            <a:ext cx="762000" cy="376238"/>
          </a:xfrm>
          <a:prstGeom prst="rect">
            <a:avLst/>
          </a:prstGeom>
          <a:noFill/>
          <a:ln w="9525">
            <a:solidFill>
              <a:schemeClr val="tx1"/>
            </a:solidFill>
            <a:miter lim="800000"/>
            <a:headEnd/>
            <a:tailEnd/>
          </a:ln>
          <a:extLst>
            <a:ext uri="{909E8E84-426E-40DD-AFC4-6F175D3DCCD1}">
              <a14:hiddenFill xmlns:a14="http://schemas.microsoft.com/office/drawing/2010/main">
                <a:solidFill>
                  <a:srgbClr val="FFFFFF"/>
                </a:solidFill>
              </a14:hiddenFill>
            </a:ext>
          </a:extLst>
        </p:spPr>
        <p:txBody>
          <a:bodyPr>
            <a:spAutoFit/>
          </a:bodyPr>
          <a:lstStyle>
            <a:lvl1pPr eaLnBrk="0" hangingPunct="0">
              <a:defRPr>
                <a:solidFill>
                  <a:schemeClr val="tx1"/>
                </a:solidFill>
                <a:latin typeface="Arial" panose="020B0604020202020204" pitchFamily="34" charset="0"/>
              </a:defRPr>
            </a:lvl1pPr>
            <a:lvl2pPr marL="742950" indent="-285750" eaLnBrk="0" hangingPunct="0">
              <a:defRPr>
                <a:solidFill>
                  <a:schemeClr val="tx1"/>
                </a:solidFill>
                <a:latin typeface="Arial" panose="020B0604020202020204" pitchFamily="34" charset="0"/>
              </a:defRPr>
            </a:lvl2pPr>
            <a:lvl3pPr marL="1143000" indent="-228600" eaLnBrk="0" hangingPunct="0">
              <a:defRPr>
                <a:solidFill>
                  <a:schemeClr val="tx1"/>
                </a:solidFill>
                <a:latin typeface="Arial" panose="020B0604020202020204" pitchFamily="34" charset="0"/>
              </a:defRPr>
            </a:lvl3pPr>
            <a:lvl4pPr marL="1600200" indent="-228600" eaLnBrk="0" hangingPunct="0">
              <a:defRPr>
                <a:solidFill>
                  <a:schemeClr val="tx1"/>
                </a:solidFill>
                <a:latin typeface="Arial" panose="020B0604020202020204" pitchFamily="34" charset="0"/>
              </a:defRPr>
            </a:lvl4pPr>
            <a:lvl5pPr marL="2057400" indent="-228600" eaLnBrk="0" hangingPunct="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eaLnBrk="1" hangingPunct="1">
              <a:spcBef>
                <a:spcPct val="50000"/>
              </a:spcBef>
            </a:pPr>
            <a:r>
              <a:rPr lang="en-US" altLang="en-US" dirty="0"/>
              <a:t>CPT</a:t>
            </a:r>
          </a:p>
        </p:txBody>
      </p:sp>
      <p:sp>
        <p:nvSpPr>
          <p:cNvPr id="6" name="Text Box 17">
            <a:extLst>
              <a:ext uri="{FF2B5EF4-FFF2-40B4-BE49-F238E27FC236}">
                <a16:creationId xmlns:a16="http://schemas.microsoft.com/office/drawing/2014/main" id="{B0D1EDD0-F805-A875-A675-E09B9F56BA69}"/>
              </a:ext>
            </a:extLst>
          </p:cNvPr>
          <p:cNvSpPr txBox="1">
            <a:spLocks noChangeArrowheads="1"/>
          </p:cNvSpPr>
          <p:nvPr/>
        </p:nvSpPr>
        <p:spPr bwMode="auto">
          <a:xfrm>
            <a:off x="6180993" y="4827433"/>
            <a:ext cx="914400" cy="40011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cap="sq">
                <a:solidFill>
                  <a:srgbClr val="000000"/>
                </a:solidFill>
                <a:miter lim="800000"/>
                <a:headEnd type="none" w="sm" len="sm"/>
                <a:tailEnd type="none" w="sm" len="sm"/>
              </a14:hiddenLine>
            </a:ext>
          </a:extLst>
        </p:spPr>
        <p:txBody>
          <a:bodyPr>
            <a:spAutoFit/>
          </a:bodyPr>
          <a:lstStyle>
            <a:lvl1pPr eaLnBrk="0" hangingPunct="0">
              <a:defRPr>
                <a:solidFill>
                  <a:schemeClr val="tx1"/>
                </a:solidFill>
                <a:latin typeface="Arial" panose="020B0604020202020204" pitchFamily="34" charset="0"/>
              </a:defRPr>
            </a:lvl1pPr>
            <a:lvl2pPr marL="742950" indent="-285750" eaLnBrk="0" hangingPunct="0">
              <a:defRPr>
                <a:solidFill>
                  <a:schemeClr val="tx1"/>
                </a:solidFill>
                <a:latin typeface="Arial" panose="020B0604020202020204" pitchFamily="34" charset="0"/>
              </a:defRPr>
            </a:lvl2pPr>
            <a:lvl3pPr marL="1143000" indent="-228600" eaLnBrk="0" hangingPunct="0">
              <a:defRPr>
                <a:solidFill>
                  <a:schemeClr val="tx1"/>
                </a:solidFill>
                <a:latin typeface="Arial" panose="020B0604020202020204" pitchFamily="34" charset="0"/>
              </a:defRPr>
            </a:lvl3pPr>
            <a:lvl4pPr marL="1600200" indent="-228600" eaLnBrk="0" hangingPunct="0">
              <a:defRPr>
                <a:solidFill>
                  <a:schemeClr val="tx1"/>
                </a:solidFill>
                <a:latin typeface="Arial" panose="020B0604020202020204" pitchFamily="34" charset="0"/>
              </a:defRPr>
            </a:lvl4pPr>
            <a:lvl5pPr marL="2057400" indent="-228600" eaLnBrk="0" hangingPunct="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algn="ctr" eaLnBrk="1" hangingPunct="1">
              <a:spcBef>
                <a:spcPct val="50000"/>
              </a:spcBef>
            </a:pPr>
            <a:r>
              <a:rPr lang="en-US" altLang="en-US" sz="2000" dirty="0">
                <a:solidFill>
                  <a:srgbClr val="644A1A"/>
                </a:solidFill>
                <a:latin typeface="Times New Roman" panose="02020603050405020304" pitchFamily="18" charset="0"/>
                <a:cs typeface="Times New Roman" panose="02020603050405020304" pitchFamily="18" charset="0"/>
              </a:rPr>
              <a:t>1</a:t>
            </a:r>
            <a:endParaRPr lang="en-US" altLang="en-US" sz="2000" dirty="0">
              <a:solidFill>
                <a:srgbClr val="644A1A"/>
              </a:solidFill>
              <a:latin typeface="Times New Roman" panose="02020603050405020304" pitchFamily="18" charset="0"/>
            </a:endParaRPr>
          </a:p>
        </p:txBody>
      </p:sp>
      <p:sp>
        <p:nvSpPr>
          <p:cNvPr id="2" name="TextBox 1">
            <a:extLst>
              <a:ext uri="{FF2B5EF4-FFF2-40B4-BE49-F238E27FC236}">
                <a16:creationId xmlns:a16="http://schemas.microsoft.com/office/drawing/2014/main" id="{0C12D062-174F-08D1-DB8B-22786C05926C}"/>
              </a:ext>
            </a:extLst>
          </p:cNvPr>
          <p:cNvSpPr txBox="1"/>
          <p:nvPr/>
        </p:nvSpPr>
        <p:spPr>
          <a:xfrm>
            <a:off x="6324600" y="2462213"/>
            <a:ext cx="990600" cy="369332"/>
          </a:xfrm>
          <a:prstGeom prst="rect">
            <a:avLst/>
          </a:prstGeom>
          <a:noFill/>
        </p:spPr>
        <p:txBody>
          <a:bodyPr wrap="square" rtlCol="0">
            <a:spAutoFit/>
          </a:bodyPr>
          <a:lstStyle/>
          <a:p>
            <a:r>
              <a:rPr lang="en-US" dirty="0"/>
              <a:t>1.00</a:t>
            </a:r>
          </a:p>
        </p:txBody>
      </p:sp>
      <p:sp>
        <p:nvSpPr>
          <p:cNvPr id="4" name="Text Box 19">
            <a:extLst>
              <a:ext uri="{FF2B5EF4-FFF2-40B4-BE49-F238E27FC236}">
                <a16:creationId xmlns:a16="http://schemas.microsoft.com/office/drawing/2014/main" id="{FEB2B638-0154-954C-75AD-2B357FE65A42}"/>
              </a:ext>
            </a:extLst>
          </p:cNvPr>
          <p:cNvSpPr txBox="1">
            <a:spLocks noChangeArrowheads="1"/>
          </p:cNvSpPr>
          <p:nvPr/>
        </p:nvSpPr>
        <p:spPr bwMode="auto">
          <a:xfrm>
            <a:off x="4856284" y="4069100"/>
            <a:ext cx="914400" cy="469900"/>
          </a:xfrm>
          <a:prstGeom prst="rect">
            <a:avLst/>
          </a:prstGeom>
          <a:gradFill rotWithShape="1">
            <a:gsLst>
              <a:gs pos="0">
                <a:srgbClr val="993300"/>
              </a:gs>
              <a:gs pos="50000">
                <a:srgbClr val="CC6600"/>
              </a:gs>
              <a:gs pos="100000">
                <a:srgbClr val="993300"/>
              </a:gs>
            </a:gsLst>
            <a:lin ang="5400000" scaled="1"/>
          </a:gradFill>
          <a:ln w="12700" cap="sq">
            <a:solidFill>
              <a:srgbClr val="800000"/>
            </a:solidFill>
            <a:miter lim="800000"/>
            <a:headEnd type="none" w="sm" len="sm"/>
            <a:tailEnd type="none" w="sm" len="sm"/>
          </a:ln>
        </p:spPr>
        <p:txBody>
          <a:bodyPr>
            <a:spAutoFit/>
          </a:bodyPr>
          <a:lstStyle>
            <a:lvl1pPr eaLnBrk="0" hangingPunct="0">
              <a:defRPr>
                <a:solidFill>
                  <a:schemeClr val="tx1"/>
                </a:solidFill>
                <a:latin typeface="Arial" panose="020B0604020202020204" pitchFamily="34" charset="0"/>
              </a:defRPr>
            </a:lvl1pPr>
            <a:lvl2pPr marL="742950" indent="-285750" eaLnBrk="0" hangingPunct="0">
              <a:defRPr>
                <a:solidFill>
                  <a:schemeClr val="tx1"/>
                </a:solidFill>
                <a:latin typeface="Arial" panose="020B0604020202020204" pitchFamily="34" charset="0"/>
              </a:defRPr>
            </a:lvl2pPr>
            <a:lvl3pPr marL="1143000" indent="-228600" eaLnBrk="0" hangingPunct="0">
              <a:defRPr>
                <a:solidFill>
                  <a:schemeClr val="tx1"/>
                </a:solidFill>
                <a:latin typeface="Arial" panose="020B0604020202020204" pitchFamily="34" charset="0"/>
              </a:defRPr>
            </a:lvl3pPr>
            <a:lvl4pPr marL="1600200" indent="-228600" eaLnBrk="0" hangingPunct="0">
              <a:defRPr>
                <a:solidFill>
                  <a:schemeClr val="tx1"/>
                </a:solidFill>
                <a:latin typeface="Arial" panose="020B0604020202020204" pitchFamily="34" charset="0"/>
              </a:defRPr>
            </a:lvl4pPr>
            <a:lvl5pPr marL="2057400" indent="-228600" eaLnBrk="0" hangingPunct="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algn="ctr" eaLnBrk="1" hangingPunct="1">
              <a:spcBef>
                <a:spcPct val="50000"/>
              </a:spcBef>
            </a:pPr>
            <a:r>
              <a:rPr lang="en-US" altLang="en-US" sz="2400" dirty="0">
                <a:latin typeface="Times New Roman" panose="02020603050405020304" pitchFamily="18" charset="0"/>
              </a:rPr>
              <a:t>CF4</a:t>
            </a:r>
          </a:p>
        </p:txBody>
      </p:sp>
      <p:sp>
        <p:nvSpPr>
          <p:cNvPr id="5" name="Text Box 19">
            <a:extLst>
              <a:ext uri="{FF2B5EF4-FFF2-40B4-BE49-F238E27FC236}">
                <a16:creationId xmlns:a16="http://schemas.microsoft.com/office/drawing/2014/main" id="{4B4B9984-21FB-1BCC-A3A5-6088210AB47B}"/>
              </a:ext>
            </a:extLst>
          </p:cNvPr>
          <p:cNvSpPr txBox="1">
            <a:spLocks noChangeArrowheads="1"/>
          </p:cNvSpPr>
          <p:nvPr/>
        </p:nvSpPr>
        <p:spPr bwMode="auto">
          <a:xfrm>
            <a:off x="4876800" y="5665787"/>
            <a:ext cx="914400" cy="469900"/>
          </a:xfrm>
          <a:prstGeom prst="rect">
            <a:avLst/>
          </a:prstGeom>
          <a:gradFill rotWithShape="1">
            <a:gsLst>
              <a:gs pos="0">
                <a:srgbClr val="993300"/>
              </a:gs>
              <a:gs pos="50000">
                <a:srgbClr val="CC6600"/>
              </a:gs>
              <a:gs pos="100000">
                <a:srgbClr val="993300"/>
              </a:gs>
            </a:gsLst>
            <a:lin ang="5400000" scaled="1"/>
          </a:gradFill>
          <a:ln w="12700" cap="sq">
            <a:solidFill>
              <a:srgbClr val="800000"/>
            </a:solidFill>
            <a:miter lim="800000"/>
            <a:headEnd type="none" w="sm" len="sm"/>
            <a:tailEnd type="none" w="sm" len="sm"/>
          </a:ln>
        </p:spPr>
        <p:txBody>
          <a:bodyPr>
            <a:spAutoFit/>
          </a:bodyPr>
          <a:lstStyle>
            <a:lvl1pPr eaLnBrk="0" hangingPunct="0">
              <a:defRPr>
                <a:solidFill>
                  <a:schemeClr val="tx1"/>
                </a:solidFill>
                <a:latin typeface="Arial" panose="020B0604020202020204" pitchFamily="34" charset="0"/>
              </a:defRPr>
            </a:lvl1pPr>
            <a:lvl2pPr marL="742950" indent="-285750" eaLnBrk="0" hangingPunct="0">
              <a:defRPr>
                <a:solidFill>
                  <a:schemeClr val="tx1"/>
                </a:solidFill>
                <a:latin typeface="Arial" panose="020B0604020202020204" pitchFamily="34" charset="0"/>
              </a:defRPr>
            </a:lvl2pPr>
            <a:lvl3pPr marL="1143000" indent="-228600" eaLnBrk="0" hangingPunct="0">
              <a:defRPr>
                <a:solidFill>
                  <a:schemeClr val="tx1"/>
                </a:solidFill>
                <a:latin typeface="Arial" panose="020B0604020202020204" pitchFamily="34" charset="0"/>
              </a:defRPr>
            </a:lvl3pPr>
            <a:lvl4pPr marL="1600200" indent="-228600" eaLnBrk="0" hangingPunct="0">
              <a:defRPr>
                <a:solidFill>
                  <a:schemeClr val="tx1"/>
                </a:solidFill>
                <a:latin typeface="Arial" panose="020B0604020202020204" pitchFamily="34" charset="0"/>
              </a:defRPr>
            </a:lvl4pPr>
            <a:lvl5pPr marL="2057400" indent="-228600" eaLnBrk="0" hangingPunct="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algn="ctr" eaLnBrk="1" hangingPunct="1">
              <a:spcBef>
                <a:spcPct val="50000"/>
              </a:spcBef>
            </a:pPr>
            <a:r>
              <a:rPr lang="en-US" altLang="en-US" sz="2400" dirty="0">
                <a:latin typeface="Times New Roman" panose="02020603050405020304" pitchFamily="18" charset="0"/>
              </a:rPr>
              <a:t>CF5</a:t>
            </a:r>
          </a:p>
        </p:txBody>
      </p:sp>
      <p:sp>
        <p:nvSpPr>
          <p:cNvPr id="7" name="Text Box 19">
            <a:extLst>
              <a:ext uri="{FF2B5EF4-FFF2-40B4-BE49-F238E27FC236}">
                <a16:creationId xmlns:a16="http://schemas.microsoft.com/office/drawing/2014/main" id="{6908DAAA-E012-6955-F9A2-185BFD4498C9}"/>
              </a:ext>
            </a:extLst>
          </p:cNvPr>
          <p:cNvSpPr txBox="1">
            <a:spLocks noChangeArrowheads="1"/>
          </p:cNvSpPr>
          <p:nvPr/>
        </p:nvSpPr>
        <p:spPr bwMode="auto">
          <a:xfrm>
            <a:off x="8059615" y="2205341"/>
            <a:ext cx="914400" cy="469900"/>
          </a:xfrm>
          <a:prstGeom prst="rect">
            <a:avLst/>
          </a:prstGeom>
          <a:gradFill rotWithShape="1">
            <a:gsLst>
              <a:gs pos="0">
                <a:srgbClr val="993300"/>
              </a:gs>
              <a:gs pos="50000">
                <a:srgbClr val="CC6600"/>
              </a:gs>
              <a:gs pos="100000">
                <a:srgbClr val="993300"/>
              </a:gs>
            </a:gsLst>
            <a:lin ang="5400000" scaled="1"/>
          </a:gradFill>
          <a:ln w="12700" cap="sq">
            <a:solidFill>
              <a:srgbClr val="800000"/>
            </a:solidFill>
            <a:miter lim="800000"/>
            <a:headEnd type="none" w="sm" len="sm"/>
            <a:tailEnd type="none" w="sm" len="sm"/>
          </a:ln>
        </p:spPr>
        <p:txBody>
          <a:bodyPr>
            <a:spAutoFit/>
          </a:bodyPr>
          <a:lstStyle>
            <a:lvl1pPr eaLnBrk="0" hangingPunct="0">
              <a:defRPr>
                <a:solidFill>
                  <a:schemeClr val="tx1"/>
                </a:solidFill>
                <a:latin typeface="Arial" panose="020B0604020202020204" pitchFamily="34" charset="0"/>
              </a:defRPr>
            </a:lvl1pPr>
            <a:lvl2pPr marL="742950" indent="-285750" eaLnBrk="0" hangingPunct="0">
              <a:defRPr>
                <a:solidFill>
                  <a:schemeClr val="tx1"/>
                </a:solidFill>
                <a:latin typeface="Arial" panose="020B0604020202020204" pitchFamily="34" charset="0"/>
              </a:defRPr>
            </a:lvl2pPr>
            <a:lvl3pPr marL="1143000" indent="-228600" eaLnBrk="0" hangingPunct="0">
              <a:defRPr>
                <a:solidFill>
                  <a:schemeClr val="tx1"/>
                </a:solidFill>
                <a:latin typeface="Arial" panose="020B0604020202020204" pitchFamily="34" charset="0"/>
              </a:defRPr>
            </a:lvl3pPr>
            <a:lvl4pPr marL="1600200" indent="-228600" eaLnBrk="0" hangingPunct="0">
              <a:defRPr>
                <a:solidFill>
                  <a:schemeClr val="tx1"/>
                </a:solidFill>
                <a:latin typeface="Arial" panose="020B0604020202020204" pitchFamily="34" charset="0"/>
              </a:defRPr>
            </a:lvl4pPr>
            <a:lvl5pPr marL="2057400" indent="-228600" eaLnBrk="0" hangingPunct="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algn="ctr" eaLnBrk="1" hangingPunct="1">
              <a:spcBef>
                <a:spcPct val="50000"/>
              </a:spcBef>
            </a:pPr>
            <a:r>
              <a:rPr lang="en-US" altLang="en-US" sz="2400" dirty="0">
                <a:latin typeface="Times New Roman" panose="02020603050405020304" pitchFamily="18" charset="0"/>
              </a:rPr>
              <a:t>CF6</a:t>
            </a:r>
          </a:p>
        </p:txBody>
      </p:sp>
      <p:sp>
        <p:nvSpPr>
          <p:cNvPr id="8" name="TextBox 7">
            <a:extLst>
              <a:ext uri="{FF2B5EF4-FFF2-40B4-BE49-F238E27FC236}">
                <a16:creationId xmlns:a16="http://schemas.microsoft.com/office/drawing/2014/main" id="{5AE2876D-D649-3F7A-AAA7-9E6FC4A96FFA}"/>
              </a:ext>
            </a:extLst>
          </p:cNvPr>
          <p:cNvSpPr txBox="1"/>
          <p:nvPr/>
        </p:nvSpPr>
        <p:spPr>
          <a:xfrm>
            <a:off x="6471138" y="4069100"/>
            <a:ext cx="844062" cy="369332"/>
          </a:xfrm>
          <a:prstGeom prst="rect">
            <a:avLst/>
          </a:prstGeom>
          <a:noFill/>
        </p:spPr>
        <p:txBody>
          <a:bodyPr wrap="square" rtlCol="0">
            <a:spAutoFit/>
          </a:bodyPr>
          <a:lstStyle/>
          <a:p>
            <a:r>
              <a:rPr lang="en-US" dirty="0"/>
              <a:t>0.75</a:t>
            </a:r>
          </a:p>
        </p:txBody>
      </p:sp>
      <p:sp>
        <p:nvSpPr>
          <p:cNvPr id="9" name="Text Box 21">
            <a:extLst>
              <a:ext uri="{FF2B5EF4-FFF2-40B4-BE49-F238E27FC236}">
                <a16:creationId xmlns:a16="http://schemas.microsoft.com/office/drawing/2014/main" id="{71E53B56-176F-A492-5053-0AC3B4F953EA}"/>
              </a:ext>
            </a:extLst>
          </p:cNvPr>
          <p:cNvSpPr txBox="1">
            <a:spLocks noChangeArrowheads="1"/>
          </p:cNvSpPr>
          <p:nvPr/>
        </p:nvSpPr>
        <p:spPr bwMode="auto">
          <a:xfrm>
            <a:off x="4856284" y="4828808"/>
            <a:ext cx="914400" cy="469900"/>
          </a:xfrm>
          <a:prstGeom prst="rect">
            <a:avLst/>
          </a:prstGeom>
          <a:gradFill rotWithShape="1">
            <a:gsLst>
              <a:gs pos="0">
                <a:srgbClr val="993300"/>
              </a:gs>
              <a:gs pos="50000">
                <a:srgbClr val="CC6600"/>
              </a:gs>
              <a:gs pos="100000">
                <a:srgbClr val="993300"/>
              </a:gs>
            </a:gsLst>
            <a:lin ang="5400000" scaled="1"/>
          </a:gradFill>
          <a:ln w="12700" cap="sq">
            <a:solidFill>
              <a:srgbClr val="800000"/>
            </a:solidFill>
            <a:miter lim="800000"/>
            <a:headEnd type="none" w="sm" len="sm"/>
            <a:tailEnd type="none" w="sm" len="sm"/>
          </a:ln>
        </p:spPr>
        <p:txBody>
          <a:bodyPr>
            <a:spAutoFit/>
          </a:bodyPr>
          <a:lstStyle>
            <a:lvl1pPr eaLnBrk="0" hangingPunct="0">
              <a:defRPr>
                <a:solidFill>
                  <a:schemeClr val="tx1"/>
                </a:solidFill>
                <a:latin typeface="Arial" panose="020B0604020202020204" pitchFamily="34" charset="0"/>
              </a:defRPr>
            </a:lvl1pPr>
            <a:lvl2pPr marL="742950" indent="-285750" eaLnBrk="0" hangingPunct="0">
              <a:defRPr>
                <a:solidFill>
                  <a:schemeClr val="tx1"/>
                </a:solidFill>
                <a:latin typeface="Arial" panose="020B0604020202020204" pitchFamily="34" charset="0"/>
              </a:defRPr>
            </a:lvl2pPr>
            <a:lvl3pPr marL="1143000" indent="-228600" eaLnBrk="0" hangingPunct="0">
              <a:defRPr>
                <a:solidFill>
                  <a:schemeClr val="tx1"/>
                </a:solidFill>
                <a:latin typeface="Arial" panose="020B0604020202020204" pitchFamily="34" charset="0"/>
              </a:defRPr>
            </a:lvl3pPr>
            <a:lvl4pPr marL="1600200" indent="-228600" eaLnBrk="0" hangingPunct="0">
              <a:defRPr>
                <a:solidFill>
                  <a:schemeClr val="tx1"/>
                </a:solidFill>
                <a:latin typeface="Arial" panose="020B0604020202020204" pitchFamily="34" charset="0"/>
              </a:defRPr>
            </a:lvl4pPr>
            <a:lvl5pPr marL="2057400" indent="-228600" eaLnBrk="0" hangingPunct="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algn="ctr" eaLnBrk="1" hangingPunct="1">
              <a:spcBef>
                <a:spcPct val="50000"/>
              </a:spcBef>
            </a:pPr>
            <a:r>
              <a:rPr lang="en-US" altLang="en-US" sz="2400" dirty="0">
                <a:latin typeface="Times New Roman" panose="02020603050405020304" pitchFamily="18" charset="0"/>
              </a:rPr>
              <a:t>F4</a:t>
            </a:r>
          </a:p>
        </p:txBody>
      </p:sp>
      <p:sp>
        <p:nvSpPr>
          <p:cNvPr id="10" name="Text Box 21">
            <a:extLst>
              <a:ext uri="{FF2B5EF4-FFF2-40B4-BE49-F238E27FC236}">
                <a16:creationId xmlns:a16="http://schemas.microsoft.com/office/drawing/2014/main" id="{86766067-D60E-0261-4ADA-579A11A0B30A}"/>
              </a:ext>
            </a:extLst>
          </p:cNvPr>
          <p:cNvSpPr txBox="1">
            <a:spLocks noChangeArrowheads="1"/>
          </p:cNvSpPr>
          <p:nvPr/>
        </p:nvSpPr>
        <p:spPr bwMode="auto">
          <a:xfrm>
            <a:off x="8042031" y="1598980"/>
            <a:ext cx="914400" cy="469900"/>
          </a:xfrm>
          <a:prstGeom prst="rect">
            <a:avLst/>
          </a:prstGeom>
          <a:gradFill rotWithShape="1">
            <a:gsLst>
              <a:gs pos="0">
                <a:srgbClr val="993300"/>
              </a:gs>
              <a:gs pos="50000">
                <a:srgbClr val="CC6600"/>
              </a:gs>
              <a:gs pos="100000">
                <a:srgbClr val="993300"/>
              </a:gs>
            </a:gsLst>
            <a:lin ang="5400000" scaled="1"/>
          </a:gradFill>
          <a:ln w="12700" cap="sq">
            <a:solidFill>
              <a:srgbClr val="800000"/>
            </a:solidFill>
            <a:miter lim="800000"/>
            <a:headEnd type="none" w="sm" len="sm"/>
            <a:tailEnd type="none" w="sm" len="sm"/>
          </a:ln>
        </p:spPr>
        <p:txBody>
          <a:bodyPr>
            <a:spAutoFit/>
          </a:bodyPr>
          <a:lstStyle>
            <a:lvl1pPr eaLnBrk="0" hangingPunct="0">
              <a:defRPr>
                <a:solidFill>
                  <a:schemeClr val="tx1"/>
                </a:solidFill>
                <a:latin typeface="Arial" panose="020B0604020202020204" pitchFamily="34" charset="0"/>
              </a:defRPr>
            </a:lvl1pPr>
            <a:lvl2pPr marL="742950" indent="-285750" eaLnBrk="0" hangingPunct="0">
              <a:defRPr>
                <a:solidFill>
                  <a:schemeClr val="tx1"/>
                </a:solidFill>
                <a:latin typeface="Arial" panose="020B0604020202020204" pitchFamily="34" charset="0"/>
              </a:defRPr>
            </a:lvl2pPr>
            <a:lvl3pPr marL="1143000" indent="-228600" eaLnBrk="0" hangingPunct="0">
              <a:defRPr>
                <a:solidFill>
                  <a:schemeClr val="tx1"/>
                </a:solidFill>
                <a:latin typeface="Arial" panose="020B0604020202020204" pitchFamily="34" charset="0"/>
              </a:defRPr>
            </a:lvl3pPr>
            <a:lvl4pPr marL="1600200" indent="-228600" eaLnBrk="0" hangingPunct="0">
              <a:defRPr>
                <a:solidFill>
                  <a:schemeClr val="tx1"/>
                </a:solidFill>
                <a:latin typeface="Arial" panose="020B0604020202020204" pitchFamily="34" charset="0"/>
              </a:defRPr>
            </a:lvl4pPr>
            <a:lvl5pPr marL="2057400" indent="-228600" eaLnBrk="0" hangingPunct="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algn="ctr" eaLnBrk="1" hangingPunct="1">
              <a:spcBef>
                <a:spcPct val="50000"/>
              </a:spcBef>
            </a:pPr>
            <a:r>
              <a:rPr lang="en-US" altLang="en-US" sz="2400" dirty="0">
                <a:latin typeface="Times New Roman" panose="02020603050405020304" pitchFamily="18" charset="0"/>
              </a:rPr>
              <a:t>F5</a:t>
            </a:r>
          </a:p>
        </p:txBody>
      </p:sp>
      <p:sp>
        <p:nvSpPr>
          <p:cNvPr id="11" name="Text Box 21">
            <a:extLst>
              <a:ext uri="{FF2B5EF4-FFF2-40B4-BE49-F238E27FC236}">
                <a16:creationId xmlns:a16="http://schemas.microsoft.com/office/drawing/2014/main" id="{3E8B2811-3206-7948-D1E2-5C21916EDC66}"/>
              </a:ext>
            </a:extLst>
          </p:cNvPr>
          <p:cNvSpPr txBox="1">
            <a:spLocks noChangeArrowheads="1"/>
          </p:cNvSpPr>
          <p:nvPr/>
        </p:nvSpPr>
        <p:spPr bwMode="auto">
          <a:xfrm>
            <a:off x="8088923" y="2891077"/>
            <a:ext cx="914400" cy="469900"/>
          </a:xfrm>
          <a:prstGeom prst="rect">
            <a:avLst/>
          </a:prstGeom>
          <a:gradFill rotWithShape="1">
            <a:gsLst>
              <a:gs pos="0">
                <a:srgbClr val="993300"/>
              </a:gs>
              <a:gs pos="50000">
                <a:srgbClr val="CC6600"/>
              </a:gs>
              <a:gs pos="100000">
                <a:srgbClr val="993300"/>
              </a:gs>
            </a:gsLst>
            <a:lin ang="5400000" scaled="1"/>
          </a:gradFill>
          <a:ln w="12700" cap="sq">
            <a:solidFill>
              <a:srgbClr val="800000"/>
            </a:solidFill>
            <a:miter lim="800000"/>
            <a:headEnd type="none" w="sm" len="sm"/>
            <a:tailEnd type="none" w="sm" len="sm"/>
          </a:ln>
        </p:spPr>
        <p:txBody>
          <a:bodyPr>
            <a:spAutoFit/>
          </a:bodyPr>
          <a:lstStyle>
            <a:lvl1pPr eaLnBrk="0" hangingPunct="0">
              <a:defRPr>
                <a:solidFill>
                  <a:schemeClr val="tx1"/>
                </a:solidFill>
                <a:latin typeface="Arial" panose="020B0604020202020204" pitchFamily="34" charset="0"/>
              </a:defRPr>
            </a:lvl1pPr>
            <a:lvl2pPr marL="742950" indent="-285750" eaLnBrk="0" hangingPunct="0">
              <a:defRPr>
                <a:solidFill>
                  <a:schemeClr val="tx1"/>
                </a:solidFill>
                <a:latin typeface="Arial" panose="020B0604020202020204" pitchFamily="34" charset="0"/>
              </a:defRPr>
            </a:lvl2pPr>
            <a:lvl3pPr marL="1143000" indent="-228600" eaLnBrk="0" hangingPunct="0">
              <a:defRPr>
                <a:solidFill>
                  <a:schemeClr val="tx1"/>
                </a:solidFill>
                <a:latin typeface="Arial" panose="020B0604020202020204" pitchFamily="34" charset="0"/>
              </a:defRPr>
            </a:lvl3pPr>
            <a:lvl4pPr marL="1600200" indent="-228600" eaLnBrk="0" hangingPunct="0">
              <a:defRPr>
                <a:solidFill>
                  <a:schemeClr val="tx1"/>
                </a:solidFill>
                <a:latin typeface="Arial" panose="020B0604020202020204" pitchFamily="34" charset="0"/>
              </a:defRPr>
            </a:lvl4pPr>
            <a:lvl5pPr marL="2057400" indent="-228600" eaLnBrk="0" hangingPunct="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algn="ctr" eaLnBrk="1" hangingPunct="1">
              <a:spcBef>
                <a:spcPct val="50000"/>
              </a:spcBef>
            </a:pPr>
            <a:r>
              <a:rPr lang="en-US" altLang="en-US" sz="2400" dirty="0">
                <a:latin typeface="Times New Roman" panose="02020603050405020304" pitchFamily="18" charset="0"/>
              </a:rPr>
              <a:t>F3</a:t>
            </a:r>
          </a:p>
        </p:txBody>
      </p:sp>
      <p:sp>
        <p:nvSpPr>
          <p:cNvPr id="12" name="TextBox 11">
            <a:extLst>
              <a:ext uri="{FF2B5EF4-FFF2-40B4-BE49-F238E27FC236}">
                <a16:creationId xmlns:a16="http://schemas.microsoft.com/office/drawing/2014/main" id="{2A3B268E-7C84-8732-4B8A-09968563D9A7}"/>
              </a:ext>
            </a:extLst>
          </p:cNvPr>
          <p:cNvSpPr txBox="1"/>
          <p:nvPr/>
        </p:nvSpPr>
        <p:spPr>
          <a:xfrm>
            <a:off x="6515100" y="5692051"/>
            <a:ext cx="990600" cy="369332"/>
          </a:xfrm>
          <a:prstGeom prst="rect">
            <a:avLst/>
          </a:prstGeom>
          <a:noFill/>
        </p:spPr>
        <p:txBody>
          <a:bodyPr wrap="square" rtlCol="0">
            <a:spAutoFit/>
          </a:bodyPr>
          <a:lstStyle/>
          <a:p>
            <a:r>
              <a:rPr lang="en-US" dirty="0"/>
              <a:t>0.50</a:t>
            </a:r>
          </a:p>
        </p:txBody>
      </p:sp>
      <p:sp>
        <p:nvSpPr>
          <p:cNvPr id="13" name="TextBox 12">
            <a:extLst>
              <a:ext uri="{FF2B5EF4-FFF2-40B4-BE49-F238E27FC236}">
                <a16:creationId xmlns:a16="http://schemas.microsoft.com/office/drawing/2014/main" id="{AE5C004A-5AC5-3E41-2682-211E984EA3AF}"/>
              </a:ext>
            </a:extLst>
          </p:cNvPr>
          <p:cNvSpPr txBox="1"/>
          <p:nvPr/>
        </p:nvSpPr>
        <p:spPr>
          <a:xfrm>
            <a:off x="9982200" y="1524131"/>
            <a:ext cx="914400" cy="369332"/>
          </a:xfrm>
          <a:prstGeom prst="rect">
            <a:avLst/>
          </a:prstGeom>
          <a:noFill/>
        </p:spPr>
        <p:txBody>
          <a:bodyPr wrap="square" rtlCol="0">
            <a:spAutoFit/>
          </a:bodyPr>
          <a:lstStyle/>
          <a:p>
            <a:r>
              <a:rPr lang="en-US" dirty="0"/>
              <a:t>1</a:t>
            </a:r>
          </a:p>
        </p:txBody>
      </p:sp>
      <p:sp>
        <p:nvSpPr>
          <p:cNvPr id="14" name="TextBox 13">
            <a:extLst>
              <a:ext uri="{FF2B5EF4-FFF2-40B4-BE49-F238E27FC236}">
                <a16:creationId xmlns:a16="http://schemas.microsoft.com/office/drawing/2014/main" id="{B1D5AE55-0898-7FF4-A4A3-BC73A83B86A1}"/>
              </a:ext>
            </a:extLst>
          </p:cNvPr>
          <p:cNvSpPr txBox="1"/>
          <p:nvPr/>
        </p:nvSpPr>
        <p:spPr>
          <a:xfrm>
            <a:off x="9542584" y="2261102"/>
            <a:ext cx="1084384" cy="369332"/>
          </a:xfrm>
          <a:prstGeom prst="rect">
            <a:avLst/>
          </a:prstGeom>
          <a:noFill/>
        </p:spPr>
        <p:txBody>
          <a:bodyPr wrap="square" rtlCol="0">
            <a:spAutoFit/>
          </a:bodyPr>
          <a:lstStyle/>
          <a:p>
            <a:r>
              <a:rPr lang="en-US" dirty="0"/>
              <a:t>     0.25</a:t>
            </a:r>
          </a:p>
        </p:txBody>
      </p:sp>
      <p:sp>
        <p:nvSpPr>
          <p:cNvPr id="15" name="TextBox 14">
            <a:extLst>
              <a:ext uri="{FF2B5EF4-FFF2-40B4-BE49-F238E27FC236}">
                <a16:creationId xmlns:a16="http://schemas.microsoft.com/office/drawing/2014/main" id="{DD967784-4A2D-F84B-C1A1-2ECE301F6292}"/>
              </a:ext>
            </a:extLst>
          </p:cNvPr>
          <p:cNvSpPr txBox="1"/>
          <p:nvPr/>
        </p:nvSpPr>
        <p:spPr>
          <a:xfrm>
            <a:off x="9542584" y="3126027"/>
            <a:ext cx="1084384" cy="369332"/>
          </a:xfrm>
          <a:prstGeom prst="rect">
            <a:avLst/>
          </a:prstGeom>
          <a:noFill/>
        </p:spPr>
        <p:txBody>
          <a:bodyPr wrap="square" rtlCol="0">
            <a:spAutoFit/>
          </a:bodyPr>
          <a:lstStyle/>
          <a:p>
            <a:r>
              <a:rPr lang="en-US" dirty="0"/>
              <a:t>       1</a:t>
            </a:r>
          </a:p>
        </p:txBody>
      </p:sp>
      <p:sp>
        <p:nvSpPr>
          <p:cNvPr id="16" name="TextBox 15">
            <a:extLst>
              <a:ext uri="{FF2B5EF4-FFF2-40B4-BE49-F238E27FC236}">
                <a16:creationId xmlns:a16="http://schemas.microsoft.com/office/drawing/2014/main" id="{73F0D327-2A5D-78CD-88FF-1868010B66F0}"/>
              </a:ext>
            </a:extLst>
          </p:cNvPr>
          <p:cNvSpPr txBox="1"/>
          <p:nvPr/>
        </p:nvSpPr>
        <p:spPr>
          <a:xfrm>
            <a:off x="9636369" y="4262100"/>
            <a:ext cx="914400" cy="369332"/>
          </a:xfrm>
          <a:prstGeom prst="rect">
            <a:avLst/>
          </a:prstGeom>
          <a:noFill/>
        </p:spPr>
        <p:txBody>
          <a:bodyPr wrap="square" rtlCol="0">
            <a:spAutoFit/>
          </a:bodyPr>
          <a:lstStyle/>
          <a:p>
            <a:r>
              <a:rPr lang="en-US" dirty="0"/>
              <a:t>   16</a:t>
            </a:r>
          </a:p>
        </p:txBody>
      </p:sp>
    </p:spTree>
    <p:extLst>
      <p:ext uri="{BB962C8B-B14F-4D97-AF65-F5344CB8AC3E}">
        <p14:creationId xmlns:p14="http://schemas.microsoft.com/office/powerpoint/2010/main" val="1643783271"/>
      </p:ext>
    </p:extLst>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3D344C5-0163-995D-889D-8402D825A9DC}"/>
              </a:ext>
            </a:extLst>
          </p:cNvPr>
          <p:cNvSpPr>
            <a:spLocks noGrp="1"/>
          </p:cNvSpPr>
          <p:nvPr>
            <p:ph type="title"/>
          </p:nvPr>
        </p:nvSpPr>
        <p:spPr>
          <a:xfrm>
            <a:off x="838200" y="365126"/>
            <a:ext cx="10515600" cy="865798"/>
          </a:xfrm>
          <a:ln>
            <a:solidFill>
              <a:schemeClr val="tx1"/>
            </a:solidFill>
          </a:ln>
        </p:spPr>
        <p:txBody>
          <a:bodyPr/>
          <a:lstStyle/>
          <a:p>
            <a:r>
              <a:rPr lang="en-US" dirty="0"/>
              <a:t>Practice: Special Cases</a:t>
            </a:r>
          </a:p>
        </p:txBody>
      </p:sp>
      <p:sp>
        <p:nvSpPr>
          <p:cNvPr id="3" name="Content Placeholder 2">
            <a:extLst>
              <a:ext uri="{FF2B5EF4-FFF2-40B4-BE49-F238E27FC236}">
                <a16:creationId xmlns:a16="http://schemas.microsoft.com/office/drawing/2014/main" id="{2880BAB1-2790-6EB7-4E4D-79D84D739228}"/>
              </a:ext>
            </a:extLst>
          </p:cNvPr>
          <p:cNvSpPr>
            <a:spLocks noGrp="1"/>
          </p:cNvSpPr>
          <p:nvPr>
            <p:ph idx="1"/>
          </p:nvPr>
        </p:nvSpPr>
        <p:spPr/>
        <p:txBody>
          <a:bodyPr>
            <a:normAutofit fontScale="92500"/>
          </a:bodyPr>
          <a:lstStyle/>
          <a:p>
            <a:pPr marL="514350" indent="-514350">
              <a:buAutoNum type="arabicParenR"/>
            </a:pPr>
            <a:r>
              <a:rPr lang="en-US" altLang="en-US" sz="2800" dirty="0"/>
              <a:t>How much would you pay for the stock with constant dividend of $3 and 8% required rate of return if the constant dividend is expected to pay its last dividend in 10 years? (20.13)</a:t>
            </a:r>
          </a:p>
          <a:p>
            <a:pPr marL="0" indent="0">
              <a:buNone/>
            </a:pPr>
            <a:r>
              <a:rPr lang="en-US" altLang="en-US" dirty="0"/>
              <a:t>        What would you expect the price to be in 10 years? (0)</a:t>
            </a:r>
          </a:p>
          <a:p>
            <a:pPr marL="0" indent="0">
              <a:buNone/>
            </a:pPr>
            <a:r>
              <a:rPr lang="en-US" sz="2800" dirty="0"/>
              <a:t>2)</a:t>
            </a:r>
            <a:r>
              <a:rPr lang="en-US" dirty="0"/>
              <a:t>   </a:t>
            </a:r>
            <a:r>
              <a:rPr lang="en-US" sz="2800" dirty="0"/>
              <a:t>A company is not expected to pay any dividends for the next 5 years. Its first dividend of $2.00</a:t>
            </a:r>
            <a:r>
              <a:rPr lang="en-US" sz="2800" baseline="0" dirty="0"/>
              <a:t> will be paid in 6 years and it will continue paying same level of divided for 11 years after which it will discontinue paying dividend. Required rate of return is 13% (last dividend in year 16)</a:t>
            </a:r>
          </a:p>
          <a:p>
            <a:pPr marL="0" indent="0">
              <a:buNone/>
            </a:pPr>
            <a:r>
              <a:rPr lang="en-US" sz="2800" baseline="0" dirty="0"/>
              <a:t>	a) What is the market value per share today? (6.17)</a:t>
            </a:r>
          </a:p>
          <a:p>
            <a:pPr marL="0" indent="0">
              <a:buNone/>
            </a:pPr>
            <a:r>
              <a:rPr lang="en-US" sz="2800" baseline="0" dirty="0"/>
              <a:t>	c) What would you expect the market value to be in 16 years? (0)</a:t>
            </a:r>
            <a:endParaRPr lang="en-US" sz="2800" dirty="0"/>
          </a:p>
          <a:p>
            <a:pPr marL="0" indent="0">
              <a:buNone/>
            </a:pPr>
            <a:endParaRPr lang="en-US" altLang="en-US" sz="2800" dirty="0"/>
          </a:p>
          <a:p>
            <a:pPr marL="0" indent="0">
              <a:buNone/>
            </a:pPr>
            <a:endParaRPr lang="en-US" altLang="en-US" sz="2800" dirty="0"/>
          </a:p>
          <a:p>
            <a:endParaRPr lang="en-US" dirty="0"/>
          </a:p>
        </p:txBody>
      </p:sp>
      <p:sp>
        <p:nvSpPr>
          <p:cNvPr id="4" name="Slide Number Placeholder 3">
            <a:extLst>
              <a:ext uri="{FF2B5EF4-FFF2-40B4-BE49-F238E27FC236}">
                <a16:creationId xmlns:a16="http://schemas.microsoft.com/office/drawing/2014/main" id="{D9AA6233-48A0-F850-BEA4-D169F066C501}"/>
              </a:ext>
            </a:extLst>
          </p:cNvPr>
          <p:cNvSpPr>
            <a:spLocks noGrp="1"/>
          </p:cNvSpPr>
          <p:nvPr>
            <p:ph type="sldNum" sz="quarter" idx="12"/>
          </p:nvPr>
        </p:nvSpPr>
        <p:spPr/>
        <p:txBody>
          <a:bodyPr/>
          <a:lstStyle/>
          <a:p>
            <a:fld id="{E4C8B196-E779-4281-872A-ADBCCF88CE5D}" type="slidenum">
              <a:rPr lang="en-US" smtClean="0"/>
              <a:t>42</a:t>
            </a:fld>
            <a:endParaRPr lang="en-US"/>
          </a:p>
        </p:txBody>
      </p:sp>
    </p:spTree>
    <p:extLst>
      <p:ext uri="{BB962C8B-B14F-4D97-AF65-F5344CB8AC3E}">
        <p14:creationId xmlns:p14="http://schemas.microsoft.com/office/powerpoint/2010/main" val="612150427"/>
      </p:ext>
    </p:extLst>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28" name="Rectangle 6">
            <a:extLst>
              <a:ext uri="{FF2B5EF4-FFF2-40B4-BE49-F238E27FC236}">
                <a16:creationId xmlns:a16="http://schemas.microsoft.com/office/drawing/2014/main" id="{0C9644DE-E887-ED81-2BCD-EDC69CAD3F0D}"/>
              </a:ext>
            </a:extLst>
          </p:cNvPr>
          <p:cNvSpPr>
            <a:spLocks noGrp="1" noChangeArrowheads="1"/>
          </p:cNvSpPr>
          <p:nvPr>
            <p:ph type="sldNum" sz="quarter" idx="12"/>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a:solidFill>
                  <a:schemeClr val="tx1"/>
                </a:solidFill>
                <a:latin typeface="Arial" panose="020B0604020202020204" pitchFamily="34" charset="0"/>
              </a:defRPr>
            </a:lvl1pPr>
            <a:lvl2pPr marL="742950" indent="-285750" eaLnBrk="0" hangingPunct="0">
              <a:defRPr>
                <a:solidFill>
                  <a:schemeClr val="tx1"/>
                </a:solidFill>
                <a:latin typeface="Arial" panose="020B0604020202020204" pitchFamily="34" charset="0"/>
              </a:defRPr>
            </a:lvl2pPr>
            <a:lvl3pPr marL="1143000" indent="-228600" eaLnBrk="0" hangingPunct="0">
              <a:defRPr>
                <a:solidFill>
                  <a:schemeClr val="tx1"/>
                </a:solidFill>
                <a:latin typeface="Arial" panose="020B0604020202020204" pitchFamily="34" charset="0"/>
              </a:defRPr>
            </a:lvl3pPr>
            <a:lvl4pPr marL="1600200" indent="-228600" eaLnBrk="0" hangingPunct="0">
              <a:defRPr>
                <a:solidFill>
                  <a:schemeClr val="tx1"/>
                </a:solidFill>
                <a:latin typeface="Arial" panose="020B0604020202020204" pitchFamily="34" charset="0"/>
              </a:defRPr>
            </a:lvl4pPr>
            <a:lvl5pPr marL="2057400" indent="-228600" eaLnBrk="0" hangingPunct="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eaLnBrk="1" hangingPunct="1"/>
            <a:fld id="{55D387CD-CF30-413F-939F-608EDCC53F03}" type="slidenum">
              <a:rPr lang="en-US" altLang="en-US"/>
              <a:pPr eaLnBrk="1" hangingPunct="1"/>
              <a:t>43</a:t>
            </a:fld>
            <a:endParaRPr lang="en-US" altLang="en-US"/>
          </a:p>
        </p:txBody>
      </p:sp>
      <p:sp>
        <p:nvSpPr>
          <p:cNvPr id="1029" name="Rectangle 2">
            <a:extLst>
              <a:ext uri="{FF2B5EF4-FFF2-40B4-BE49-F238E27FC236}">
                <a16:creationId xmlns:a16="http://schemas.microsoft.com/office/drawing/2014/main" id="{1B68E048-3C44-C4E9-C598-EBAE091BECA0}"/>
              </a:ext>
            </a:extLst>
          </p:cNvPr>
          <p:cNvSpPr>
            <a:spLocks noGrp="1" noChangeArrowheads="1"/>
          </p:cNvSpPr>
          <p:nvPr>
            <p:ph type="title"/>
          </p:nvPr>
        </p:nvSpPr>
        <p:spPr>
          <a:xfrm>
            <a:off x="1008185" y="274638"/>
            <a:ext cx="10539046" cy="792162"/>
          </a:xfrm>
          <a:ln>
            <a:solidFill>
              <a:schemeClr val="tx1"/>
            </a:solidFill>
            <a:miter lim="800000"/>
            <a:headEnd/>
            <a:tailEnd/>
          </a:ln>
        </p:spPr>
        <p:txBody>
          <a:bodyPr/>
          <a:lstStyle/>
          <a:p>
            <a:r>
              <a:rPr lang="en-IN" sz="2400" dirty="0"/>
              <a:t>The Required Return and its Components</a:t>
            </a:r>
            <a:endParaRPr lang="en-US" altLang="en-US" sz="2800" dirty="0"/>
          </a:p>
        </p:txBody>
      </p:sp>
      <p:sp>
        <p:nvSpPr>
          <p:cNvPr id="1030" name="Rectangle 3">
            <a:extLst>
              <a:ext uri="{FF2B5EF4-FFF2-40B4-BE49-F238E27FC236}">
                <a16:creationId xmlns:a16="http://schemas.microsoft.com/office/drawing/2014/main" id="{27F1AE69-A7D5-C61F-20C5-6A260C1CE6DF}"/>
              </a:ext>
            </a:extLst>
          </p:cNvPr>
          <p:cNvSpPr>
            <a:spLocks noGrp="1" noChangeArrowheads="1"/>
          </p:cNvSpPr>
          <p:nvPr>
            <p:ph type="body" idx="1"/>
          </p:nvPr>
        </p:nvSpPr>
        <p:spPr>
          <a:xfrm>
            <a:off x="1905000" y="1143000"/>
            <a:ext cx="8229600" cy="4038600"/>
          </a:xfrm>
        </p:spPr>
        <p:txBody>
          <a:bodyPr/>
          <a:lstStyle/>
          <a:p>
            <a:r>
              <a:rPr lang="en-US" altLang="en-US" sz="2400"/>
              <a:t>Start with the Dividend Discount Model:</a:t>
            </a:r>
          </a:p>
        </p:txBody>
      </p:sp>
      <p:graphicFrame>
        <p:nvGraphicFramePr>
          <p:cNvPr id="1026" name="Object 4">
            <a:extLst>
              <a:ext uri="{FF2B5EF4-FFF2-40B4-BE49-F238E27FC236}">
                <a16:creationId xmlns:a16="http://schemas.microsoft.com/office/drawing/2014/main" id="{8232F211-1F80-B52F-C177-7E5E9B099977}"/>
              </a:ext>
            </a:extLst>
          </p:cNvPr>
          <p:cNvGraphicFramePr>
            <a:graphicFrameLocks noChangeAspect="1"/>
          </p:cNvGraphicFramePr>
          <p:nvPr/>
        </p:nvGraphicFramePr>
        <p:xfrm>
          <a:off x="3429000" y="1524000"/>
          <a:ext cx="5181600" cy="2590800"/>
        </p:xfrm>
        <a:graphic>
          <a:graphicData uri="http://schemas.openxmlformats.org/presentationml/2006/ole">
            <mc:AlternateContent xmlns:mc="http://schemas.openxmlformats.org/markup-compatibility/2006">
              <mc:Choice xmlns:v="urn:schemas-microsoft-com:vml" Requires="v">
                <p:oleObj name="Equation" r:id="rId3" imgW="1625400" imgH="1104840" progId="Equation.3">
                  <p:embed/>
                </p:oleObj>
              </mc:Choice>
              <mc:Fallback>
                <p:oleObj name="Equation" r:id="rId3" imgW="1625400" imgH="1104840" progId="Equation.3">
                  <p:embed/>
                  <p:pic>
                    <p:nvPicPr>
                      <p:cNvPr id="1026" name="Object 4">
                        <a:extLst>
                          <a:ext uri="{FF2B5EF4-FFF2-40B4-BE49-F238E27FC236}">
                            <a16:creationId xmlns:a16="http://schemas.microsoft.com/office/drawing/2014/main" id="{8232F211-1F80-B52F-C177-7E5E9B099977}"/>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3429000" y="1524000"/>
                        <a:ext cx="5181600" cy="259080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sp>
        <p:nvSpPr>
          <p:cNvPr id="1031" name="Text Box 5">
            <a:extLst>
              <a:ext uri="{FF2B5EF4-FFF2-40B4-BE49-F238E27FC236}">
                <a16:creationId xmlns:a16="http://schemas.microsoft.com/office/drawing/2014/main" id="{DA22C7DD-EB20-6B1A-65B8-7ACF0820E983}"/>
              </a:ext>
            </a:extLst>
          </p:cNvPr>
          <p:cNvSpPr txBox="1">
            <a:spLocks noChangeArrowheads="1"/>
          </p:cNvSpPr>
          <p:nvPr/>
        </p:nvSpPr>
        <p:spPr bwMode="auto">
          <a:xfrm>
            <a:off x="2133600" y="2438401"/>
            <a:ext cx="5867400" cy="5191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cap="sq">
                <a:solidFill>
                  <a:srgbClr val="000000"/>
                </a:solidFill>
                <a:miter lim="800000"/>
                <a:headEnd type="none" w="sm" len="sm"/>
                <a:tailEnd type="none" w="sm" len="sm"/>
              </a14:hiddenLine>
            </a:ext>
          </a:extLst>
        </p:spPr>
        <p:txBody>
          <a:bodyPr>
            <a:spAutoFit/>
          </a:bodyPr>
          <a:lstStyle>
            <a:lvl1pPr eaLnBrk="0" hangingPunct="0">
              <a:defRPr>
                <a:solidFill>
                  <a:schemeClr val="tx1"/>
                </a:solidFill>
                <a:latin typeface="Arial" panose="020B0604020202020204" pitchFamily="34" charset="0"/>
              </a:defRPr>
            </a:lvl1pPr>
            <a:lvl2pPr marL="742950" indent="-285750" eaLnBrk="0" hangingPunct="0">
              <a:defRPr>
                <a:solidFill>
                  <a:schemeClr val="tx1"/>
                </a:solidFill>
                <a:latin typeface="Arial" panose="020B0604020202020204" pitchFamily="34" charset="0"/>
              </a:defRPr>
            </a:lvl2pPr>
            <a:lvl3pPr marL="1143000" indent="-228600" eaLnBrk="0" hangingPunct="0">
              <a:defRPr>
                <a:solidFill>
                  <a:schemeClr val="tx1"/>
                </a:solidFill>
                <a:latin typeface="Arial" panose="020B0604020202020204" pitchFamily="34" charset="0"/>
              </a:defRPr>
            </a:lvl3pPr>
            <a:lvl4pPr marL="1600200" indent="-228600" eaLnBrk="0" hangingPunct="0">
              <a:defRPr>
                <a:solidFill>
                  <a:schemeClr val="tx1"/>
                </a:solidFill>
                <a:latin typeface="Arial" panose="020B0604020202020204" pitchFamily="34" charset="0"/>
              </a:defRPr>
            </a:lvl4pPr>
            <a:lvl5pPr marL="2057400" indent="-228600" eaLnBrk="0" hangingPunct="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a:spcBef>
                <a:spcPct val="50000"/>
              </a:spcBef>
              <a:buFontTx/>
              <a:buChar char="•"/>
            </a:pPr>
            <a:r>
              <a:rPr lang="en-US" altLang="en-US" sz="2800">
                <a:latin typeface="Times New Roman" panose="02020603050405020304" pitchFamily="18" charset="0"/>
              </a:rPr>
              <a:t>   Rearrange and solve for R:</a:t>
            </a:r>
          </a:p>
        </p:txBody>
      </p:sp>
      <p:sp>
        <p:nvSpPr>
          <p:cNvPr id="1032" name="Line 6">
            <a:extLst>
              <a:ext uri="{FF2B5EF4-FFF2-40B4-BE49-F238E27FC236}">
                <a16:creationId xmlns:a16="http://schemas.microsoft.com/office/drawing/2014/main" id="{2FE48A1D-77D1-0124-D64C-83D4ED65BFC5}"/>
              </a:ext>
            </a:extLst>
          </p:cNvPr>
          <p:cNvSpPr>
            <a:spLocks noChangeShapeType="1"/>
          </p:cNvSpPr>
          <p:nvPr/>
        </p:nvSpPr>
        <p:spPr bwMode="auto">
          <a:xfrm>
            <a:off x="7467600" y="4114800"/>
            <a:ext cx="0" cy="304800"/>
          </a:xfrm>
          <a:prstGeom prst="line">
            <a:avLst/>
          </a:prstGeom>
          <a:noFill/>
          <a:ln w="9525">
            <a:solidFill>
              <a:schemeClr val="tx1"/>
            </a:solidFill>
            <a:round/>
            <a:headEnd/>
            <a:tailEnd type="triangle" w="med" len="med"/>
          </a:ln>
          <a:extLst>
            <a:ext uri="{909E8E84-426E-40DD-AFC4-6F175D3DCCD1}">
              <a14:hiddenFill xmlns:a14="http://schemas.microsoft.com/office/drawing/2010/main">
                <a:noFill/>
              </a14:hiddenFill>
            </a:ext>
          </a:extLst>
        </p:spPr>
        <p:txBody>
          <a:bodyPr/>
          <a:lstStyle/>
          <a:p>
            <a:endParaRPr lang="en-US"/>
          </a:p>
        </p:txBody>
      </p:sp>
      <p:sp>
        <p:nvSpPr>
          <p:cNvPr id="1033" name="Text Box 7">
            <a:extLst>
              <a:ext uri="{FF2B5EF4-FFF2-40B4-BE49-F238E27FC236}">
                <a16:creationId xmlns:a16="http://schemas.microsoft.com/office/drawing/2014/main" id="{E017424E-0275-CD6D-FA71-DE8882606AE1}"/>
              </a:ext>
            </a:extLst>
          </p:cNvPr>
          <p:cNvSpPr txBox="1">
            <a:spLocks noChangeArrowheads="1"/>
          </p:cNvSpPr>
          <p:nvPr/>
        </p:nvSpPr>
        <p:spPr bwMode="auto">
          <a:xfrm>
            <a:off x="6858000" y="4495800"/>
            <a:ext cx="1219200" cy="6413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a:solidFill>
                  <a:schemeClr val="tx1"/>
                </a:solidFill>
                <a:latin typeface="Arial" panose="020B0604020202020204" pitchFamily="34" charset="0"/>
              </a:defRPr>
            </a:lvl1pPr>
            <a:lvl2pPr marL="742950" indent="-285750" eaLnBrk="0" hangingPunct="0">
              <a:defRPr>
                <a:solidFill>
                  <a:schemeClr val="tx1"/>
                </a:solidFill>
                <a:latin typeface="Arial" panose="020B0604020202020204" pitchFamily="34" charset="0"/>
              </a:defRPr>
            </a:lvl2pPr>
            <a:lvl3pPr marL="1143000" indent="-228600" eaLnBrk="0" hangingPunct="0">
              <a:defRPr>
                <a:solidFill>
                  <a:schemeClr val="tx1"/>
                </a:solidFill>
                <a:latin typeface="Arial" panose="020B0604020202020204" pitchFamily="34" charset="0"/>
              </a:defRPr>
            </a:lvl3pPr>
            <a:lvl4pPr marL="1600200" indent="-228600" eaLnBrk="0" hangingPunct="0">
              <a:defRPr>
                <a:solidFill>
                  <a:schemeClr val="tx1"/>
                </a:solidFill>
                <a:latin typeface="Arial" panose="020B0604020202020204" pitchFamily="34" charset="0"/>
              </a:defRPr>
            </a:lvl4pPr>
            <a:lvl5pPr marL="2057400" indent="-228600" eaLnBrk="0" hangingPunct="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eaLnBrk="1" hangingPunct="1">
              <a:spcBef>
                <a:spcPct val="50000"/>
              </a:spcBef>
            </a:pPr>
            <a:r>
              <a:rPr lang="en-US" altLang="en-US"/>
              <a:t>Dividend yield</a:t>
            </a:r>
          </a:p>
        </p:txBody>
      </p:sp>
      <p:sp>
        <p:nvSpPr>
          <p:cNvPr id="1034" name="Line 8">
            <a:extLst>
              <a:ext uri="{FF2B5EF4-FFF2-40B4-BE49-F238E27FC236}">
                <a16:creationId xmlns:a16="http://schemas.microsoft.com/office/drawing/2014/main" id="{6942A83C-8282-10A7-E023-2896A54F87D8}"/>
              </a:ext>
            </a:extLst>
          </p:cNvPr>
          <p:cNvSpPr>
            <a:spLocks noChangeShapeType="1"/>
          </p:cNvSpPr>
          <p:nvPr/>
        </p:nvSpPr>
        <p:spPr bwMode="auto">
          <a:xfrm>
            <a:off x="8382000" y="3886200"/>
            <a:ext cx="0" cy="381000"/>
          </a:xfrm>
          <a:prstGeom prst="line">
            <a:avLst/>
          </a:prstGeom>
          <a:noFill/>
          <a:ln w="9525">
            <a:solidFill>
              <a:schemeClr val="tx1"/>
            </a:solidFill>
            <a:round/>
            <a:headEnd/>
            <a:tailEnd type="triangle" w="med" len="med"/>
          </a:ln>
          <a:extLst>
            <a:ext uri="{909E8E84-426E-40DD-AFC4-6F175D3DCCD1}">
              <a14:hiddenFill xmlns:a14="http://schemas.microsoft.com/office/drawing/2010/main">
                <a:noFill/>
              </a14:hiddenFill>
            </a:ext>
          </a:extLst>
        </p:spPr>
        <p:txBody>
          <a:bodyPr/>
          <a:lstStyle/>
          <a:p>
            <a:endParaRPr lang="en-US"/>
          </a:p>
        </p:txBody>
      </p:sp>
      <p:sp>
        <p:nvSpPr>
          <p:cNvPr id="1035" name="Text Box 9">
            <a:extLst>
              <a:ext uri="{FF2B5EF4-FFF2-40B4-BE49-F238E27FC236}">
                <a16:creationId xmlns:a16="http://schemas.microsoft.com/office/drawing/2014/main" id="{120E44DA-6653-E91B-138C-5DE076294692}"/>
              </a:ext>
            </a:extLst>
          </p:cNvPr>
          <p:cNvSpPr txBox="1">
            <a:spLocks noChangeArrowheads="1"/>
          </p:cNvSpPr>
          <p:nvPr/>
        </p:nvSpPr>
        <p:spPr bwMode="auto">
          <a:xfrm>
            <a:off x="8153400" y="4495800"/>
            <a:ext cx="1524000" cy="6413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a:solidFill>
                  <a:schemeClr val="tx1"/>
                </a:solidFill>
                <a:latin typeface="Arial" panose="020B0604020202020204" pitchFamily="34" charset="0"/>
              </a:defRPr>
            </a:lvl1pPr>
            <a:lvl2pPr marL="742950" indent="-285750" eaLnBrk="0" hangingPunct="0">
              <a:defRPr>
                <a:solidFill>
                  <a:schemeClr val="tx1"/>
                </a:solidFill>
                <a:latin typeface="Arial" panose="020B0604020202020204" pitchFamily="34" charset="0"/>
              </a:defRPr>
            </a:lvl2pPr>
            <a:lvl3pPr marL="1143000" indent="-228600" eaLnBrk="0" hangingPunct="0">
              <a:defRPr>
                <a:solidFill>
                  <a:schemeClr val="tx1"/>
                </a:solidFill>
                <a:latin typeface="Arial" panose="020B0604020202020204" pitchFamily="34" charset="0"/>
              </a:defRPr>
            </a:lvl3pPr>
            <a:lvl4pPr marL="1600200" indent="-228600" eaLnBrk="0" hangingPunct="0">
              <a:defRPr>
                <a:solidFill>
                  <a:schemeClr val="tx1"/>
                </a:solidFill>
                <a:latin typeface="Arial" panose="020B0604020202020204" pitchFamily="34" charset="0"/>
              </a:defRPr>
            </a:lvl4pPr>
            <a:lvl5pPr marL="2057400" indent="-228600" eaLnBrk="0" hangingPunct="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eaLnBrk="1" hangingPunct="1">
              <a:spcBef>
                <a:spcPct val="50000"/>
              </a:spcBef>
            </a:pPr>
            <a:r>
              <a:rPr lang="en-US" altLang="en-US"/>
              <a:t>Capital gain yield</a:t>
            </a:r>
          </a:p>
        </p:txBody>
      </p:sp>
      <p:sp>
        <p:nvSpPr>
          <p:cNvPr id="1036" name="Text Box 11">
            <a:extLst>
              <a:ext uri="{FF2B5EF4-FFF2-40B4-BE49-F238E27FC236}">
                <a16:creationId xmlns:a16="http://schemas.microsoft.com/office/drawing/2014/main" id="{D444C7E9-FCEB-B0B8-3D1F-F62FC95A208D}"/>
              </a:ext>
            </a:extLst>
          </p:cNvPr>
          <p:cNvSpPr txBox="1">
            <a:spLocks noChangeArrowheads="1"/>
          </p:cNvSpPr>
          <p:nvPr/>
        </p:nvSpPr>
        <p:spPr bwMode="auto">
          <a:xfrm>
            <a:off x="2286000" y="5334001"/>
            <a:ext cx="4876800" cy="3667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a:solidFill>
                  <a:schemeClr val="tx1"/>
                </a:solidFill>
                <a:latin typeface="Arial" panose="020B0604020202020204" pitchFamily="34" charset="0"/>
              </a:defRPr>
            </a:lvl1pPr>
            <a:lvl2pPr marL="742950" indent="-285750" eaLnBrk="0" hangingPunct="0">
              <a:defRPr>
                <a:solidFill>
                  <a:schemeClr val="tx1"/>
                </a:solidFill>
                <a:latin typeface="Arial" panose="020B0604020202020204" pitchFamily="34" charset="0"/>
              </a:defRPr>
            </a:lvl2pPr>
            <a:lvl3pPr marL="1143000" indent="-228600" eaLnBrk="0" hangingPunct="0">
              <a:defRPr>
                <a:solidFill>
                  <a:schemeClr val="tx1"/>
                </a:solidFill>
                <a:latin typeface="Arial" panose="020B0604020202020204" pitchFamily="34" charset="0"/>
              </a:defRPr>
            </a:lvl3pPr>
            <a:lvl4pPr marL="1600200" indent="-228600" eaLnBrk="0" hangingPunct="0">
              <a:defRPr>
                <a:solidFill>
                  <a:schemeClr val="tx1"/>
                </a:solidFill>
                <a:latin typeface="Arial" panose="020B0604020202020204" pitchFamily="34" charset="0"/>
              </a:defRPr>
            </a:lvl4pPr>
            <a:lvl5pPr marL="2057400" indent="-228600" eaLnBrk="0" hangingPunct="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eaLnBrk="1" hangingPunct="1">
              <a:spcBef>
                <a:spcPct val="50000"/>
              </a:spcBef>
            </a:pPr>
            <a:endParaRPr lang="en-US" altLang="en-US"/>
          </a:p>
        </p:txBody>
      </p:sp>
      <p:sp>
        <p:nvSpPr>
          <p:cNvPr id="1037" name="Text Box 12">
            <a:extLst>
              <a:ext uri="{FF2B5EF4-FFF2-40B4-BE49-F238E27FC236}">
                <a16:creationId xmlns:a16="http://schemas.microsoft.com/office/drawing/2014/main" id="{54C4AE0A-40B5-520B-427C-5AAF6173D951}"/>
              </a:ext>
            </a:extLst>
          </p:cNvPr>
          <p:cNvSpPr txBox="1">
            <a:spLocks noChangeArrowheads="1"/>
          </p:cNvSpPr>
          <p:nvPr/>
        </p:nvSpPr>
        <p:spPr bwMode="auto">
          <a:xfrm>
            <a:off x="838200" y="5105400"/>
            <a:ext cx="10539046" cy="15367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eaLnBrk="0" hangingPunct="0">
              <a:defRPr>
                <a:solidFill>
                  <a:schemeClr val="tx1"/>
                </a:solidFill>
                <a:latin typeface="Arial" panose="020B0604020202020204" pitchFamily="34" charset="0"/>
              </a:defRPr>
            </a:lvl1pPr>
            <a:lvl2pPr marL="742950" indent="-285750" eaLnBrk="0" hangingPunct="0">
              <a:defRPr>
                <a:solidFill>
                  <a:schemeClr val="tx1"/>
                </a:solidFill>
                <a:latin typeface="Arial" panose="020B0604020202020204" pitchFamily="34" charset="0"/>
              </a:defRPr>
            </a:lvl2pPr>
            <a:lvl3pPr marL="1143000" indent="-228600" eaLnBrk="0" hangingPunct="0">
              <a:defRPr>
                <a:solidFill>
                  <a:schemeClr val="tx1"/>
                </a:solidFill>
                <a:latin typeface="Arial" panose="020B0604020202020204" pitchFamily="34" charset="0"/>
              </a:defRPr>
            </a:lvl3pPr>
            <a:lvl4pPr marL="1600200" indent="-228600" eaLnBrk="0" hangingPunct="0">
              <a:defRPr>
                <a:solidFill>
                  <a:schemeClr val="tx1"/>
                </a:solidFill>
                <a:latin typeface="Arial" panose="020B0604020202020204" pitchFamily="34" charset="0"/>
              </a:defRPr>
            </a:lvl4pPr>
            <a:lvl5pPr marL="2057400" indent="-228600" eaLnBrk="0" hangingPunct="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eaLnBrk="1" hangingPunct="1">
              <a:spcBef>
                <a:spcPct val="20000"/>
              </a:spcBef>
              <a:buFontTx/>
              <a:buChar char="•"/>
            </a:pPr>
            <a:r>
              <a:rPr lang="en-US" altLang="en-US" sz="2400" dirty="0"/>
              <a:t>    In a company with constant growth divided, the stock</a:t>
            </a:r>
          </a:p>
          <a:p>
            <a:pPr eaLnBrk="1" hangingPunct="1">
              <a:spcBef>
                <a:spcPct val="20000"/>
              </a:spcBef>
            </a:pPr>
            <a:r>
              <a:rPr lang="en-US" altLang="en-US" sz="2400" dirty="0"/>
              <a:t>     price grows at the same rate as divided growth rate.</a:t>
            </a:r>
          </a:p>
          <a:p>
            <a:pPr eaLnBrk="1" hangingPunct="1">
              <a:spcBef>
                <a:spcPct val="50000"/>
              </a:spcBef>
            </a:pPr>
            <a:endParaRPr lang="en-US" altLang="en-US" sz="2800" dirty="0"/>
          </a:p>
        </p:txBody>
      </p:sp>
    </p:spTree>
    <p:extLst>
      <p:ext uri="{BB962C8B-B14F-4D97-AF65-F5344CB8AC3E}">
        <p14:creationId xmlns:p14="http://schemas.microsoft.com/office/powerpoint/2010/main" val="3079090456"/>
      </p:ext>
    </p:extLst>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Content Placeholder 4">
            <a:extLst>
              <a:ext uri="{FF2B5EF4-FFF2-40B4-BE49-F238E27FC236}">
                <a16:creationId xmlns:a16="http://schemas.microsoft.com/office/drawing/2014/main" id="{497F4298-2AEE-0F04-AB81-1E0D474882AA}"/>
              </a:ext>
            </a:extLst>
          </p:cNvPr>
          <p:cNvSpPr>
            <a:spLocks noGrp="1"/>
          </p:cNvSpPr>
          <p:nvPr>
            <p:ph idx="1"/>
          </p:nvPr>
        </p:nvSpPr>
        <p:spPr>
          <a:xfrm>
            <a:off x="838200" y="1825625"/>
            <a:ext cx="10515600" cy="4351338"/>
          </a:xfrm>
        </p:spPr>
        <p:txBody>
          <a:bodyPr/>
          <a:lstStyle/>
          <a:p>
            <a:pPr marL="0" indent="0">
              <a:buNone/>
            </a:pPr>
            <a:r>
              <a:rPr lang="en-IN" sz="2400" dirty="0"/>
              <a:t>Total return, </a:t>
            </a:r>
            <a:r>
              <a:rPr lang="en-IN" sz="2400" i="1" dirty="0"/>
              <a:t>R</a:t>
            </a:r>
            <a:r>
              <a:rPr lang="en-IN" sz="2400" dirty="0"/>
              <a:t>, has two components</a:t>
            </a:r>
            <a:r>
              <a:rPr lang="en-IN" sz="1800" dirty="0"/>
              <a:t>:</a:t>
            </a:r>
          </a:p>
        </p:txBody>
      </p:sp>
      <p:sp>
        <p:nvSpPr>
          <p:cNvPr id="5" name="Content Placeholder 5">
            <a:extLst>
              <a:ext uri="{FF2B5EF4-FFF2-40B4-BE49-F238E27FC236}">
                <a16:creationId xmlns:a16="http://schemas.microsoft.com/office/drawing/2014/main" id="{09C6CAA3-286C-CF28-C24B-8F08C21EA802}"/>
              </a:ext>
            </a:extLst>
          </p:cNvPr>
          <p:cNvSpPr txBox="1">
            <a:spLocks/>
          </p:cNvSpPr>
          <p:nvPr/>
        </p:nvSpPr>
        <p:spPr>
          <a:xfrm>
            <a:off x="1601665" y="2463548"/>
            <a:ext cx="8988669" cy="698500"/>
          </a:xfrm>
          <a:prstGeom prst="rect">
            <a:avLst/>
          </a:prstGeom>
        </p:spPr>
        <p:txBody>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403200" indent="-403200">
              <a:buFont typeface="+mj-lt"/>
              <a:buAutoNum type="arabicPeriod"/>
            </a:pPr>
            <a:r>
              <a:rPr lang="en-IN" sz="1800" b="1"/>
              <a:t>Dividend yield </a:t>
            </a:r>
            <a:r>
              <a:rPr lang="en-IN" sz="1800"/>
              <a:t>is a stock’s expected cash dividend divided by its current price	</a:t>
            </a:r>
            <a:endParaRPr lang="en-IN" sz="1800" dirty="0"/>
          </a:p>
        </p:txBody>
      </p:sp>
      <p:sp>
        <p:nvSpPr>
          <p:cNvPr id="6" name="Content Placeholder 6">
            <a:extLst>
              <a:ext uri="{FF2B5EF4-FFF2-40B4-BE49-F238E27FC236}">
                <a16:creationId xmlns:a16="http://schemas.microsoft.com/office/drawing/2014/main" id="{D96F48A7-FC84-4EDF-4AB1-6C244D0C35D2}"/>
              </a:ext>
            </a:extLst>
          </p:cNvPr>
          <p:cNvSpPr txBox="1">
            <a:spLocks/>
          </p:cNvSpPr>
          <p:nvPr/>
        </p:nvSpPr>
        <p:spPr>
          <a:xfrm>
            <a:off x="1582858" y="3206651"/>
            <a:ext cx="9448558" cy="794643"/>
          </a:xfrm>
          <a:prstGeom prst="rect">
            <a:avLst/>
          </a:prstGeom>
        </p:spPr>
        <p:txBody>
          <a:bodyPr>
            <a:no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403200" indent="-403200">
              <a:buFont typeface="+mj-lt"/>
              <a:buAutoNum type="arabicPeriod" startAt="2"/>
            </a:pPr>
            <a:r>
              <a:rPr lang="en-IN" sz="1800" b="1" dirty="0"/>
              <a:t>Dividend growth rate</a:t>
            </a:r>
            <a:r>
              <a:rPr lang="en-IN" sz="1800" dirty="0"/>
              <a:t>, </a:t>
            </a:r>
            <a:r>
              <a:rPr lang="en-IN" sz="1800" i="1" dirty="0"/>
              <a:t>g</a:t>
            </a:r>
            <a:r>
              <a:rPr lang="en-IN" sz="1800" dirty="0"/>
              <a:t>, can be interpreted as the </a:t>
            </a:r>
            <a:r>
              <a:rPr lang="en-IN" sz="1800" b="1" dirty="0"/>
              <a:t>capital gains yield</a:t>
            </a:r>
            <a:r>
              <a:rPr lang="en-IN" sz="1800" dirty="0"/>
              <a:t>, the rate at which the value of an investment grows</a:t>
            </a:r>
          </a:p>
          <a:p>
            <a:pPr marL="0" indent="0">
              <a:buFont typeface="Arial" panose="020B0604020202020204" pitchFamily="34" charset="0"/>
              <a:buNone/>
            </a:pPr>
            <a:r>
              <a:rPr lang="en-IN" sz="1800" dirty="0"/>
              <a:t>	</a:t>
            </a:r>
          </a:p>
        </p:txBody>
      </p:sp>
      <p:sp>
        <p:nvSpPr>
          <p:cNvPr id="7" name="Slide Number Placeholder 6">
            <a:extLst>
              <a:ext uri="{FF2B5EF4-FFF2-40B4-BE49-F238E27FC236}">
                <a16:creationId xmlns:a16="http://schemas.microsoft.com/office/drawing/2014/main" id="{B286870B-21AD-9EE3-18D1-4BF717B479AC}"/>
              </a:ext>
            </a:extLst>
          </p:cNvPr>
          <p:cNvSpPr>
            <a:spLocks noGrp="1"/>
          </p:cNvSpPr>
          <p:nvPr>
            <p:ph type="sldNum" sz="quarter" idx="12"/>
          </p:nvPr>
        </p:nvSpPr>
        <p:spPr/>
        <p:txBody>
          <a:bodyPr/>
          <a:lstStyle/>
          <a:p>
            <a:fld id="{E4C8B196-E779-4281-872A-ADBCCF88CE5D}" type="slidenum">
              <a:rPr lang="en-US" smtClean="0"/>
              <a:t>44</a:t>
            </a:fld>
            <a:endParaRPr lang="en-US"/>
          </a:p>
        </p:txBody>
      </p:sp>
    </p:spTree>
    <p:extLst>
      <p:ext uri="{BB962C8B-B14F-4D97-AF65-F5344CB8AC3E}">
        <p14:creationId xmlns:p14="http://schemas.microsoft.com/office/powerpoint/2010/main" val="2716545846"/>
      </p:ext>
    </p:extLst>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07FABD98-E3A7-6D0F-6280-BCBBDB6A2823}"/>
              </a:ext>
            </a:extLst>
          </p:cNvPr>
          <p:cNvSpPr txBox="1"/>
          <p:nvPr/>
        </p:nvSpPr>
        <p:spPr>
          <a:xfrm>
            <a:off x="832338" y="844062"/>
            <a:ext cx="10351477" cy="584775"/>
          </a:xfrm>
          <a:prstGeom prst="rect">
            <a:avLst/>
          </a:prstGeom>
          <a:noFill/>
          <a:ln>
            <a:solidFill>
              <a:schemeClr val="tx1"/>
            </a:solidFill>
          </a:ln>
        </p:spPr>
        <p:txBody>
          <a:bodyPr wrap="square" rtlCol="0">
            <a:spAutoFit/>
          </a:bodyPr>
          <a:lstStyle/>
          <a:p>
            <a:r>
              <a:rPr lang="en-US" sz="3200" dirty="0"/>
              <a:t>Examples : Stock Returns</a:t>
            </a:r>
          </a:p>
        </p:txBody>
      </p:sp>
      <p:sp>
        <p:nvSpPr>
          <p:cNvPr id="3" name="Content Placeholder 7">
            <a:extLst>
              <a:ext uri="{FF2B5EF4-FFF2-40B4-BE49-F238E27FC236}">
                <a16:creationId xmlns:a16="http://schemas.microsoft.com/office/drawing/2014/main" id="{53C384BE-2454-4623-3072-71567AFD91C5}"/>
              </a:ext>
            </a:extLst>
          </p:cNvPr>
          <p:cNvSpPr txBox="1">
            <a:spLocks/>
          </p:cNvSpPr>
          <p:nvPr/>
        </p:nvSpPr>
        <p:spPr>
          <a:xfrm>
            <a:off x="791428" y="1735015"/>
            <a:ext cx="10609143" cy="1693985"/>
          </a:xfrm>
          <a:prstGeom prst="rect">
            <a:avLst/>
          </a:prstGeom>
        </p:spPr>
        <p:txBody>
          <a:bodyPr>
            <a:no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spcBef>
                <a:spcPts val="500"/>
              </a:spcBef>
              <a:buFont typeface="Arial" panose="020B0604020202020204" pitchFamily="34" charset="0"/>
              <a:buNone/>
            </a:pPr>
            <a:r>
              <a:rPr lang="en-IN" sz="2000" dirty="0"/>
              <a:t>Suppose we observe a stock selling for $20 per share. The next dividend will be $1 per share. You think that the dividend will grow by 10% per year, indefinitely. What return does this stock offer if this is correct?</a:t>
            </a:r>
          </a:p>
          <a:p>
            <a:pPr marL="0" indent="0">
              <a:spcBef>
                <a:spcPts val="500"/>
              </a:spcBef>
              <a:buNone/>
            </a:pPr>
            <a:r>
              <a:rPr lang="en-IN" sz="2000" i="1" dirty="0"/>
              <a:t>R</a:t>
            </a:r>
            <a:r>
              <a:rPr lang="en-IN" sz="2000" dirty="0"/>
              <a:t> = Dividend yield + Capital gains yield.</a:t>
            </a:r>
          </a:p>
          <a:p>
            <a:pPr marL="0" indent="0">
              <a:spcBef>
                <a:spcPts val="500"/>
              </a:spcBef>
              <a:buFont typeface="Arial" panose="020B0604020202020204" pitchFamily="34" charset="0"/>
              <a:buNone/>
            </a:pPr>
            <a:endParaRPr lang="en-IN" sz="2400" i="1" dirty="0"/>
          </a:p>
          <a:p>
            <a:pPr marL="0" indent="0">
              <a:spcBef>
                <a:spcPts val="500"/>
              </a:spcBef>
              <a:buFont typeface="Arial" panose="020B0604020202020204" pitchFamily="34" charset="0"/>
              <a:buNone/>
            </a:pPr>
            <a:endParaRPr lang="en-IN" sz="2400" i="1" dirty="0"/>
          </a:p>
          <a:p>
            <a:pPr marL="291600" indent="-291600">
              <a:spcBef>
                <a:spcPts val="500"/>
              </a:spcBef>
            </a:pPr>
            <a:endParaRPr lang="en-IN" sz="2400" dirty="0"/>
          </a:p>
        </p:txBody>
      </p:sp>
      <p:graphicFrame>
        <p:nvGraphicFramePr>
          <p:cNvPr id="4" name="Object 3">
            <a:extLst>
              <a:ext uri="{FF2B5EF4-FFF2-40B4-BE49-F238E27FC236}">
                <a16:creationId xmlns:a16="http://schemas.microsoft.com/office/drawing/2014/main" id="{553ACB36-FA99-D1D0-9FD1-7909E6368D80}"/>
              </a:ext>
            </a:extLst>
          </p:cNvPr>
          <p:cNvGraphicFramePr>
            <a:graphicFrameLocks noChangeAspect="1"/>
          </p:cNvGraphicFramePr>
          <p:nvPr>
            <p:extLst>
              <p:ext uri="{D42A27DB-BD31-4B8C-83A1-F6EECF244321}">
                <p14:modId xmlns:p14="http://schemas.microsoft.com/office/powerpoint/2010/main" val="1546302970"/>
              </p:ext>
            </p:extLst>
          </p:nvPr>
        </p:nvGraphicFramePr>
        <p:xfrm>
          <a:off x="1721702" y="3700780"/>
          <a:ext cx="5206636" cy="386171"/>
        </p:xfrm>
        <a:graphic>
          <a:graphicData uri="http://schemas.openxmlformats.org/presentationml/2006/ole">
            <mc:AlternateContent xmlns:mc="http://schemas.openxmlformats.org/markup-compatibility/2006">
              <mc:Choice xmlns:v="urn:schemas-microsoft-com:vml" Requires="v">
                <p:oleObj name="Equation" r:id="rId2" imgW="3949560" imgH="291960" progId="Equation.DSMT4">
                  <p:embed/>
                </p:oleObj>
              </mc:Choice>
              <mc:Fallback>
                <p:oleObj name="Equation" r:id="rId2" imgW="3949560" imgH="291960" progId="Equation.DSMT4">
                  <p:embed/>
                  <p:pic>
                    <p:nvPicPr>
                      <p:cNvPr id="16" name="Object 15">
                        <a:extLst>
                          <a:ext uri="{FF2B5EF4-FFF2-40B4-BE49-F238E27FC236}">
                            <a16:creationId xmlns:a16="http://schemas.microsoft.com/office/drawing/2014/main" id="{19C00374-8B83-80E3-1CA1-F80D7F8F55A1}"/>
                          </a:ext>
                        </a:extLst>
                      </p:cNvPr>
                      <p:cNvPicPr/>
                      <p:nvPr/>
                    </p:nvPicPr>
                    <p:blipFill>
                      <a:blip r:embed="rId3"/>
                      <a:stretch>
                        <a:fillRect/>
                      </a:stretch>
                    </p:blipFill>
                    <p:spPr>
                      <a:xfrm>
                        <a:off x="1721702" y="3700780"/>
                        <a:ext cx="5206636" cy="386171"/>
                      </a:xfrm>
                      <a:prstGeom prst="rect">
                        <a:avLst/>
                      </a:prstGeom>
                    </p:spPr>
                  </p:pic>
                </p:oleObj>
              </mc:Fallback>
            </mc:AlternateContent>
          </a:graphicData>
        </a:graphic>
      </p:graphicFrame>
      <p:sp>
        <p:nvSpPr>
          <p:cNvPr id="5" name="TextBox 4">
            <a:extLst>
              <a:ext uri="{FF2B5EF4-FFF2-40B4-BE49-F238E27FC236}">
                <a16:creationId xmlns:a16="http://schemas.microsoft.com/office/drawing/2014/main" id="{4187E68E-C0E2-1A3F-5477-05595E16EAA4}"/>
              </a:ext>
            </a:extLst>
          </p:cNvPr>
          <p:cNvSpPr txBox="1"/>
          <p:nvPr/>
        </p:nvSpPr>
        <p:spPr>
          <a:xfrm>
            <a:off x="1850656" y="4299644"/>
            <a:ext cx="7609867" cy="461665"/>
          </a:xfrm>
          <a:prstGeom prst="rect">
            <a:avLst/>
          </a:prstGeom>
          <a:noFill/>
        </p:spPr>
        <p:txBody>
          <a:bodyPr wrap="square" rtlCol="0">
            <a:spAutoFit/>
          </a:bodyPr>
          <a:lstStyle/>
          <a:p>
            <a:r>
              <a:rPr lang="en-US" sz="2400" dirty="0"/>
              <a:t>Dividend Yield =  2/20 = .05 = 5%</a:t>
            </a:r>
          </a:p>
        </p:txBody>
      </p:sp>
      <mc:AlternateContent xmlns:mc="http://schemas.openxmlformats.org/markup-compatibility/2006">
        <mc:Choice xmlns:a14="http://schemas.microsoft.com/office/drawing/2010/main" Requires="a14">
          <p:sp>
            <p:nvSpPr>
              <p:cNvPr id="6" name="Object 13">
                <a:extLst>
                  <a:ext uri="{FF2B5EF4-FFF2-40B4-BE49-F238E27FC236}">
                    <a16:creationId xmlns:a16="http://schemas.microsoft.com/office/drawing/2014/main" id="{B2BA96C6-7F1B-6594-0BF5-D2E9BAB10AB4}"/>
                  </a:ext>
                </a:extLst>
              </p:cNvPr>
              <p:cNvSpPr txBox="1"/>
              <p:nvPr/>
            </p:nvSpPr>
            <p:spPr>
              <a:xfrm>
                <a:off x="8307139" y="4414722"/>
                <a:ext cx="2489814" cy="1023961"/>
              </a:xfrm>
              <a:prstGeom prst="rect">
                <a:avLst/>
              </a:prstGeom>
              <a:ln>
                <a:noFill/>
              </a:ln>
            </p:spPr>
            <p:txBody>
              <a:bodyPr>
                <a:normAutofit/>
              </a:bodyPr>
              <a:lstStyle/>
              <a:p>
                <a:pPr/>
                <a:r>
                  <a:rPr lang="en-US" dirty="0">
                    <a:solidFill>
                      <a:srgbClr val="000000"/>
                    </a:solidFill>
                  </a:rPr>
                  <a:t>D.Y. </a:t>
                </a:r>
                <a14:m>
                  <m:oMath xmlns:m="http://schemas.openxmlformats.org/officeDocument/2006/math">
                    <m:r>
                      <a:rPr lang="en-US" i="1">
                        <a:solidFill>
                          <a:srgbClr val="000000"/>
                        </a:solidFill>
                        <a:latin typeface="Cambria Math" panose="02040503050406030204" pitchFamily="18" charset="0"/>
                      </a:rPr>
                      <m:t>=</m:t>
                    </m:r>
                    <m:f>
                      <m:fPr>
                        <m:ctrlPr>
                          <a:rPr lang="en-US" i="1">
                            <a:solidFill>
                              <a:srgbClr val="000000"/>
                            </a:solidFill>
                            <a:latin typeface="Cambria Math" panose="02040503050406030204" pitchFamily="18" charset="0"/>
                          </a:rPr>
                        </m:ctrlPr>
                      </m:fPr>
                      <m:num>
                        <m:sSub>
                          <m:sSubPr>
                            <m:ctrlPr>
                              <a:rPr lang="en-US" i="1">
                                <a:solidFill>
                                  <a:srgbClr val="000000"/>
                                </a:solidFill>
                                <a:latin typeface="Cambria Math" panose="02040503050406030204" pitchFamily="18" charset="0"/>
                              </a:rPr>
                            </m:ctrlPr>
                          </m:sSubPr>
                          <m:e>
                            <m:r>
                              <a:rPr lang="en-US" i="1">
                                <a:solidFill>
                                  <a:srgbClr val="000000"/>
                                </a:solidFill>
                                <a:latin typeface="Cambria Math" panose="02040503050406030204" pitchFamily="18" charset="0"/>
                              </a:rPr>
                              <m:t>𝐷</m:t>
                            </m:r>
                          </m:e>
                          <m:sub>
                            <m:r>
                              <a:rPr lang="en-US" i="1">
                                <a:solidFill>
                                  <a:srgbClr val="000000"/>
                                </a:solidFill>
                                <a:latin typeface="Cambria Math" panose="02040503050406030204" pitchFamily="18" charset="0"/>
                              </a:rPr>
                              <m:t>1</m:t>
                            </m:r>
                          </m:sub>
                        </m:sSub>
                      </m:num>
                      <m:den>
                        <m:sSub>
                          <m:sSubPr>
                            <m:ctrlPr>
                              <a:rPr lang="en-US" i="1">
                                <a:solidFill>
                                  <a:srgbClr val="000000"/>
                                </a:solidFill>
                                <a:latin typeface="Cambria Math" panose="02040503050406030204" pitchFamily="18" charset="0"/>
                              </a:rPr>
                            </m:ctrlPr>
                          </m:sSubPr>
                          <m:e>
                            <m:r>
                              <a:rPr lang="en-US" i="1">
                                <a:solidFill>
                                  <a:srgbClr val="000000"/>
                                </a:solidFill>
                                <a:latin typeface="Cambria Math" panose="02040503050406030204" pitchFamily="18" charset="0"/>
                              </a:rPr>
                              <m:t>𝑃</m:t>
                            </m:r>
                          </m:e>
                          <m:sub>
                            <m:r>
                              <a:rPr lang="en-US" i="1">
                                <a:solidFill>
                                  <a:srgbClr val="000000"/>
                                </a:solidFill>
                                <a:latin typeface="Cambria Math" panose="02040503050406030204" pitchFamily="18" charset="0"/>
                              </a:rPr>
                              <m:t>0</m:t>
                            </m:r>
                          </m:sub>
                        </m:sSub>
                      </m:den>
                    </m:f>
                  </m:oMath>
                </a14:m>
                <a:endParaRPr lang="en-US" dirty="0"/>
              </a:p>
            </p:txBody>
          </p:sp>
        </mc:Choice>
        <mc:Fallback>
          <p:sp>
            <p:nvSpPr>
              <p:cNvPr id="6" name="Object 13">
                <a:extLst>
                  <a:ext uri="{FF2B5EF4-FFF2-40B4-BE49-F238E27FC236}">
                    <a16:creationId xmlns:a16="http://schemas.microsoft.com/office/drawing/2014/main" id="{B2BA96C6-7F1B-6594-0BF5-D2E9BAB10AB4}"/>
                  </a:ext>
                </a:extLst>
              </p:cNvPr>
              <p:cNvSpPr txBox="1">
                <a:spLocks noRot="1" noChangeAspect="1" noMove="1" noResize="1" noEditPoints="1" noAdjustHandles="1" noChangeArrowheads="1" noChangeShapeType="1" noTextEdit="1"/>
              </p:cNvSpPr>
              <p:nvPr/>
            </p:nvSpPr>
            <p:spPr>
              <a:xfrm>
                <a:off x="8307139" y="4414722"/>
                <a:ext cx="2489814" cy="1023961"/>
              </a:xfrm>
              <a:prstGeom prst="rect">
                <a:avLst/>
              </a:prstGeom>
              <a:blipFill>
                <a:blip r:embed="rId4"/>
                <a:stretch>
                  <a:fillRect l="-2206"/>
                </a:stretch>
              </a:blipFill>
              <a:ln>
                <a:noFill/>
              </a:ln>
            </p:spPr>
            <p:txBody>
              <a:bodyPr/>
              <a:lstStyle/>
              <a:p>
                <a:r>
                  <a:rPr lang="en-US">
                    <a:noFill/>
                  </a:rPr>
                  <a:t> </a:t>
                </a:r>
              </a:p>
            </p:txBody>
          </p:sp>
        </mc:Fallback>
      </mc:AlternateContent>
      <p:sp>
        <p:nvSpPr>
          <p:cNvPr id="7" name="TextBox 6">
            <a:extLst>
              <a:ext uri="{FF2B5EF4-FFF2-40B4-BE49-F238E27FC236}">
                <a16:creationId xmlns:a16="http://schemas.microsoft.com/office/drawing/2014/main" id="{D82C6E12-5FF9-00E8-6D1E-D5DC9B00CE77}"/>
              </a:ext>
            </a:extLst>
          </p:cNvPr>
          <p:cNvSpPr txBox="1"/>
          <p:nvPr/>
        </p:nvSpPr>
        <p:spPr>
          <a:xfrm>
            <a:off x="8100768" y="3646645"/>
            <a:ext cx="2021741" cy="369332"/>
          </a:xfrm>
          <a:prstGeom prst="rect">
            <a:avLst/>
          </a:prstGeom>
          <a:noFill/>
          <a:ln>
            <a:solidFill>
              <a:schemeClr val="tx1"/>
            </a:solidFill>
          </a:ln>
        </p:spPr>
        <p:txBody>
          <a:bodyPr wrap="square" rtlCol="0">
            <a:spAutoFit/>
          </a:bodyPr>
          <a:lstStyle/>
          <a:p>
            <a:r>
              <a:rPr lang="en-US" dirty="0"/>
              <a:t>Total Return</a:t>
            </a:r>
          </a:p>
        </p:txBody>
      </p:sp>
      <p:sp>
        <p:nvSpPr>
          <p:cNvPr id="8" name="TextBox 7">
            <a:extLst>
              <a:ext uri="{FF2B5EF4-FFF2-40B4-BE49-F238E27FC236}">
                <a16:creationId xmlns:a16="http://schemas.microsoft.com/office/drawing/2014/main" id="{D1174EA9-7A60-2837-6E2D-BBA6F79AFC50}"/>
              </a:ext>
            </a:extLst>
          </p:cNvPr>
          <p:cNvSpPr txBox="1"/>
          <p:nvPr/>
        </p:nvSpPr>
        <p:spPr>
          <a:xfrm>
            <a:off x="1594338" y="5334000"/>
            <a:ext cx="8264770" cy="1015663"/>
          </a:xfrm>
          <a:prstGeom prst="rect">
            <a:avLst/>
          </a:prstGeom>
          <a:noFill/>
        </p:spPr>
        <p:txBody>
          <a:bodyPr wrap="square" rtlCol="0">
            <a:spAutoFit/>
          </a:bodyPr>
          <a:lstStyle/>
          <a:p>
            <a:r>
              <a:rPr lang="en-US" sz="2000" dirty="0"/>
              <a:t>Capital gain yield = dividend growth rate = 10%</a:t>
            </a:r>
          </a:p>
          <a:p>
            <a:endParaRPr lang="en-US" sz="2000" dirty="0"/>
          </a:p>
          <a:p>
            <a:r>
              <a:rPr lang="en-US" sz="2000" dirty="0"/>
              <a:t>Notice that Dividend Yield + Capital gain yield = Total Return</a:t>
            </a:r>
          </a:p>
        </p:txBody>
      </p:sp>
      <p:sp>
        <p:nvSpPr>
          <p:cNvPr id="9" name="Slide Number Placeholder 8">
            <a:extLst>
              <a:ext uri="{FF2B5EF4-FFF2-40B4-BE49-F238E27FC236}">
                <a16:creationId xmlns:a16="http://schemas.microsoft.com/office/drawing/2014/main" id="{2E4B0699-B811-EE26-62B2-8FCD2B3695AF}"/>
              </a:ext>
            </a:extLst>
          </p:cNvPr>
          <p:cNvSpPr>
            <a:spLocks noGrp="1"/>
          </p:cNvSpPr>
          <p:nvPr>
            <p:ph type="sldNum" sz="quarter" idx="12"/>
          </p:nvPr>
        </p:nvSpPr>
        <p:spPr/>
        <p:txBody>
          <a:bodyPr/>
          <a:lstStyle/>
          <a:p>
            <a:fld id="{E4C8B196-E779-4281-872A-ADBCCF88CE5D}" type="slidenum">
              <a:rPr lang="en-US" smtClean="0"/>
              <a:t>45</a:t>
            </a:fld>
            <a:endParaRPr lang="en-US"/>
          </a:p>
        </p:txBody>
      </p:sp>
    </p:spTree>
    <p:extLst>
      <p:ext uri="{BB962C8B-B14F-4D97-AF65-F5344CB8AC3E}">
        <p14:creationId xmlns:p14="http://schemas.microsoft.com/office/powerpoint/2010/main" val="3806812302"/>
      </p:ext>
    </p:extLst>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267" name="Rectangle 6">
            <a:extLst>
              <a:ext uri="{FF2B5EF4-FFF2-40B4-BE49-F238E27FC236}">
                <a16:creationId xmlns:a16="http://schemas.microsoft.com/office/drawing/2014/main" id="{91BDB37C-3624-89C4-C1F6-F5A68733C6EF}"/>
              </a:ext>
            </a:extLst>
          </p:cNvPr>
          <p:cNvSpPr>
            <a:spLocks noGrp="1" noChangeArrowheads="1"/>
          </p:cNvSpPr>
          <p:nvPr>
            <p:ph type="sldNum" sz="quarter" idx="12"/>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a:solidFill>
                  <a:schemeClr val="tx1"/>
                </a:solidFill>
                <a:latin typeface="Arial" panose="020B0604020202020204" pitchFamily="34" charset="0"/>
              </a:defRPr>
            </a:lvl1pPr>
            <a:lvl2pPr marL="742950" indent="-285750" eaLnBrk="0" hangingPunct="0">
              <a:defRPr>
                <a:solidFill>
                  <a:schemeClr val="tx1"/>
                </a:solidFill>
                <a:latin typeface="Arial" panose="020B0604020202020204" pitchFamily="34" charset="0"/>
              </a:defRPr>
            </a:lvl2pPr>
            <a:lvl3pPr marL="1143000" indent="-228600" eaLnBrk="0" hangingPunct="0">
              <a:defRPr>
                <a:solidFill>
                  <a:schemeClr val="tx1"/>
                </a:solidFill>
                <a:latin typeface="Arial" panose="020B0604020202020204" pitchFamily="34" charset="0"/>
              </a:defRPr>
            </a:lvl3pPr>
            <a:lvl4pPr marL="1600200" indent="-228600" eaLnBrk="0" hangingPunct="0">
              <a:defRPr>
                <a:solidFill>
                  <a:schemeClr val="tx1"/>
                </a:solidFill>
                <a:latin typeface="Arial" panose="020B0604020202020204" pitchFamily="34" charset="0"/>
              </a:defRPr>
            </a:lvl4pPr>
            <a:lvl5pPr marL="2057400" indent="-228600" eaLnBrk="0" hangingPunct="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eaLnBrk="1" hangingPunct="1"/>
            <a:fld id="{39D42DD6-6237-4451-B351-94E04D9B8CBE}" type="slidenum">
              <a:rPr lang="en-US" altLang="en-US"/>
              <a:pPr eaLnBrk="1" hangingPunct="1"/>
              <a:t>46</a:t>
            </a:fld>
            <a:endParaRPr lang="en-US" altLang="en-US"/>
          </a:p>
        </p:txBody>
      </p:sp>
      <p:sp>
        <p:nvSpPr>
          <p:cNvPr id="11268" name="Rectangle 2">
            <a:extLst>
              <a:ext uri="{FF2B5EF4-FFF2-40B4-BE49-F238E27FC236}">
                <a16:creationId xmlns:a16="http://schemas.microsoft.com/office/drawing/2014/main" id="{9F1C17F8-DBB0-BE39-C083-6AFC21FA3B27}"/>
              </a:ext>
            </a:extLst>
          </p:cNvPr>
          <p:cNvSpPr>
            <a:spLocks noGrp="1" noChangeArrowheads="1"/>
          </p:cNvSpPr>
          <p:nvPr>
            <p:ph type="title"/>
          </p:nvPr>
        </p:nvSpPr>
        <p:spPr>
          <a:xfrm>
            <a:off x="838201" y="274638"/>
            <a:ext cx="9372600" cy="868362"/>
          </a:xfrm>
          <a:ln>
            <a:solidFill>
              <a:schemeClr val="tx1"/>
            </a:solidFill>
            <a:miter lim="800000"/>
            <a:headEnd/>
            <a:tailEnd/>
          </a:ln>
        </p:spPr>
        <p:txBody>
          <a:bodyPr/>
          <a:lstStyle/>
          <a:p>
            <a:r>
              <a:rPr lang="en-US" altLang="en-US" sz="3600" dirty="0"/>
              <a:t>Example – Finding R (Rate of Return)</a:t>
            </a:r>
          </a:p>
        </p:txBody>
      </p:sp>
      <p:sp>
        <p:nvSpPr>
          <p:cNvPr id="11269" name="Rectangle 3">
            <a:extLst>
              <a:ext uri="{FF2B5EF4-FFF2-40B4-BE49-F238E27FC236}">
                <a16:creationId xmlns:a16="http://schemas.microsoft.com/office/drawing/2014/main" id="{D18D1F59-93A0-7EE0-A4C3-9FA12BEC7214}"/>
              </a:ext>
            </a:extLst>
          </p:cNvPr>
          <p:cNvSpPr>
            <a:spLocks noGrp="1" noChangeArrowheads="1"/>
          </p:cNvSpPr>
          <p:nvPr>
            <p:ph type="body" idx="1"/>
          </p:nvPr>
        </p:nvSpPr>
        <p:spPr>
          <a:xfrm>
            <a:off x="838200" y="1295401"/>
            <a:ext cx="9372600" cy="4830763"/>
          </a:xfrm>
        </p:spPr>
        <p:txBody>
          <a:bodyPr/>
          <a:lstStyle/>
          <a:p>
            <a:r>
              <a:rPr lang="en-US" altLang="en-US" sz="2400" dirty="0"/>
              <a:t>A company with a constant growth rate in earnings and dividends of 4% has just paid its annual dividend of $4.50. Its common stock is currently selling at $58.50</a:t>
            </a:r>
          </a:p>
          <a:p>
            <a:r>
              <a:rPr lang="en-US" altLang="en-US" sz="2400" dirty="0"/>
              <a:t>a)	Calculate the rate of return on the stock given its</a:t>
            </a:r>
          </a:p>
          <a:p>
            <a:pPr>
              <a:buFontTx/>
              <a:buNone/>
            </a:pPr>
            <a:r>
              <a:rPr lang="en-US" altLang="en-US" sz="2400" dirty="0"/>
              <a:t>           current market price.</a:t>
            </a:r>
          </a:p>
          <a:p>
            <a:r>
              <a:rPr lang="en-US" altLang="en-US" sz="2400" dirty="0"/>
              <a:t>b)    What is the dividend yield?</a:t>
            </a:r>
          </a:p>
          <a:p>
            <a:r>
              <a:rPr lang="en-US" altLang="en-US" sz="2400" dirty="0"/>
              <a:t>c)    What is the growth rate in dividends?</a:t>
            </a:r>
          </a:p>
          <a:p>
            <a:r>
              <a:rPr lang="en-US" altLang="en-US" sz="2400" dirty="0"/>
              <a:t>d)	What is the expected market price in 12 years? </a:t>
            </a:r>
          </a:p>
        </p:txBody>
      </p:sp>
    </p:spTree>
    <p:extLst>
      <p:ext uri="{BB962C8B-B14F-4D97-AF65-F5344CB8AC3E}">
        <p14:creationId xmlns:p14="http://schemas.microsoft.com/office/powerpoint/2010/main" val="1994199823"/>
      </p:ext>
    </p:extLst>
  </p:cSld>
  <p:clrMapOvr>
    <a:masterClrMapping/>
  </p:clrMapOvr>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078" name="Rectangle 6">
            <a:extLst>
              <a:ext uri="{FF2B5EF4-FFF2-40B4-BE49-F238E27FC236}">
                <a16:creationId xmlns:a16="http://schemas.microsoft.com/office/drawing/2014/main" id="{738E964E-D427-3AF9-6201-E5BD3434B864}"/>
              </a:ext>
            </a:extLst>
          </p:cNvPr>
          <p:cNvSpPr>
            <a:spLocks noGrp="1" noChangeArrowheads="1"/>
          </p:cNvSpPr>
          <p:nvPr>
            <p:ph type="sldNum" sz="quarter" idx="12"/>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a:solidFill>
                  <a:schemeClr val="tx1"/>
                </a:solidFill>
                <a:latin typeface="Arial" panose="020B0604020202020204" pitchFamily="34" charset="0"/>
              </a:defRPr>
            </a:lvl1pPr>
            <a:lvl2pPr marL="742950" indent="-285750" eaLnBrk="0" hangingPunct="0">
              <a:defRPr>
                <a:solidFill>
                  <a:schemeClr val="tx1"/>
                </a:solidFill>
                <a:latin typeface="Arial" panose="020B0604020202020204" pitchFamily="34" charset="0"/>
              </a:defRPr>
            </a:lvl2pPr>
            <a:lvl3pPr marL="1143000" indent="-228600" eaLnBrk="0" hangingPunct="0">
              <a:defRPr>
                <a:solidFill>
                  <a:schemeClr val="tx1"/>
                </a:solidFill>
                <a:latin typeface="Arial" panose="020B0604020202020204" pitchFamily="34" charset="0"/>
              </a:defRPr>
            </a:lvl3pPr>
            <a:lvl4pPr marL="1600200" indent="-228600" eaLnBrk="0" hangingPunct="0">
              <a:defRPr>
                <a:solidFill>
                  <a:schemeClr val="tx1"/>
                </a:solidFill>
                <a:latin typeface="Arial" panose="020B0604020202020204" pitchFamily="34" charset="0"/>
              </a:defRPr>
            </a:lvl4pPr>
            <a:lvl5pPr marL="2057400" indent="-228600" eaLnBrk="0" hangingPunct="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eaLnBrk="1" hangingPunct="1"/>
            <a:fld id="{27ED2BF5-AE81-494D-A8B3-C392368D4590}" type="slidenum">
              <a:rPr lang="en-US" altLang="en-US"/>
              <a:pPr eaLnBrk="1" hangingPunct="1"/>
              <a:t>47</a:t>
            </a:fld>
            <a:endParaRPr lang="en-US" altLang="en-US"/>
          </a:p>
        </p:txBody>
      </p:sp>
      <p:sp>
        <p:nvSpPr>
          <p:cNvPr id="3079" name="Title 1">
            <a:extLst>
              <a:ext uri="{FF2B5EF4-FFF2-40B4-BE49-F238E27FC236}">
                <a16:creationId xmlns:a16="http://schemas.microsoft.com/office/drawing/2014/main" id="{5B680906-DEB9-3F93-3756-07A9DD737AEF}"/>
              </a:ext>
            </a:extLst>
          </p:cNvPr>
          <p:cNvSpPr>
            <a:spLocks noGrp="1"/>
          </p:cNvSpPr>
          <p:nvPr>
            <p:ph type="title"/>
          </p:nvPr>
        </p:nvSpPr>
        <p:spPr>
          <a:xfrm>
            <a:off x="1195754" y="274638"/>
            <a:ext cx="9015046" cy="639762"/>
          </a:xfrm>
          <a:ln>
            <a:solidFill>
              <a:schemeClr val="tx1"/>
            </a:solidFill>
            <a:miter lim="800000"/>
            <a:headEnd/>
            <a:tailEnd/>
          </a:ln>
        </p:spPr>
        <p:txBody>
          <a:bodyPr/>
          <a:lstStyle/>
          <a:p>
            <a:r>
              <a:rPr lang="en-US" altLang="en-US" sz="3200" dirty="0"/>
              <a:t>Solution</a:t>
            </a:r>
          </a:p>
        </p:txBody>
      </p:sp>
      <p:graphicFrame>
        <p:nvGraphicFramePr>
          <p:cNvPr id="3074" name="Object 2">
            <a:extLst>
              <a:ext uri="{FF2B5EF4-FFF2-40B4-BE49-F238E27FC236}">
                <a16:creationId xmlns:a16="http://schemas.microsoft.com/office/drawing/2014/main" id="{BF29C505-4974-89C3-3E18-7C2C86EC9B7D}"/>
              </a:ext>
            </a:extLst>
          </p:cNvPr>
          <p:cNvGraphicFramePr>
            <a:graphicFrameLocks noGrp="1" noChangeAspect="1"/>
          </p:cNvGraphicFramePr>
          <p:nvPr>
            <p:ph idx="1"/>
          </p:nvPr>
        </p:nvGraphicFramePr>
        <p:xfrm>
          <a:off x="3352800" y="4419600"/>
          <a:ext cx="7088188" cy="890588"/>
        </p:xfrm>
        <a:graphic>
          <a:graphicData uri="http://schemas.openxmlformats.org/presentationml/2006/ole">
            <mc:AlternateContent xmlns:mc="http://schemas.openxmlformats.org/markup-compatibility/2006">
              <mc:Choice xmlns:v="urn:schemas-microsoft-com:vml" Requires="v">
                <p:oleObj name="Equation" r:id="rId3" imgW="3390840" imgH="444240" progId="Equation.3">
                  <p:embed/>
                </p:oleObj>
              </mc:Choice>
              <mc:Fallback>
                <p:oleObj name="Equation" r:id="rId3" imgW="3390840" imgH="444240" progId="Equation.3">
                  <p:embed/>
                  <p:pic>
                    <p:nvPicPr>
                      <p:cNvPr id="3074" name="Object 2">
                        <a:extLst>
                          <a:ext uri="{FF2B5EF4-FFF2-40B4-BE49-F238E27FC236}">
                            <a16:creationId xmlns:a16="http://schemas.microsoft.com/office/drawing/2014/main" id="{BF29C505-4974-89C3-3E18-7C2C86EC9B7D}"/>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3352800" y="4419600"/>
                        <a:ext cx="7088188" cy="890588"/>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aphicFrame>
        <p:nvGraphicFramePr>
          <p:cNvPr id="3075" name="Object 3">
            <a:extLst>
              <a:ext uri="{FF2B5EF4-FFF2-40B4-BE49-F238E27FC236}">
                <a16:creationId xmlns:a16="http://schemas.microsoft.com/office/drawing/2014/main" id="{E473C261-8155-FC50-2CAC-D9E09DFB03BA}"/>
              </a:ext>
            </a:extLst>
          </p:cNvPr>
          <p:cNvGraphicFramePr>
            <a:graphicFrameLocks noChangeAspect="1"/>
          </p:cNvGraphicFramePr>
          <p:nvPr/>
        </p:nvGraphicFramePr>
        <p:xfrm>
          <a:off x="4343400" y="1219200"/>
          <a:ext cx="4572000" cy="1563688"/>
        </p:xfrm>
        <a:graphic>
          <a:graphicData uri="http://schemas.openxmlformats.org/presentationml/2006/ole">
            <mc:AlternateContent xmlns:mc="http://schemas.openxmlformats.org/markup-compatibility/2006">
              <mc:Choice xmlns:v="urn:schemas-microsoft-com:vml" Requires="v">
                <p:oleObj name="Equation" r:id="rId5" imgW="2450880" imgH="838080" progId="Equation.3">
                  <p:embed/>
                </p:oleObj>
              </mc:Choice>
              <mc:Fallback>
                <p:oleObj name="Equation" r:id="rId5" imgW="2450880" imgH="838080" progId="Equation.3">
                  <p:embed/>
                  <p:pic>
                    <p:nvPicPr>
                      <p:cNvPr id="3075" name="Object 3">
                        <a:extLst>
                          <a:ext uri="{FF2B5EF4-FFF2-40B4-BE49-F238E27FC236}">
                            <a16:creationId xmlns:a16="http://schemas.microsoft.com/office/drawing/2014/main" id="{E473C261-8155-FC50-2CAC-D9E09DFB03BA}"/>
                          </a:ext>
                        </a:extLst>
                      </p:cNvPr>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4343400" y="1219200"/>
                        <a:ext cx="4572000" cy="1563688"/>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sp>
        <p:nvSpPr>
          <p:cNvPr id="3082" name="TextBox 7">
            <a:extLst>
              <a:ext uri="{FF2B5EF4-FFF2-40B4-BE49-F238E27FC236}">
                <a16:creationId xmlns:a16="http://schemas.microsoft.com/office/drawing/2014/main" id="{642C1746-A783-159F-5CBD-2A4043ADA414}"/>
              </a:ext>
            </a:extLst>
          </p:cNvPr>
          <p:cNvSpPr txBox="1">
            <a:spLocks noChangeArrowheads="1"/>
          </p:cNvSpPr>
          <p:nvPr/>
        </p:nvSpPr>
        <p:spPr bwMode="auto">
          <a:xfrm>
            <a:off x="1981200" y="990601"/>
            <a:ext cx="3886200" cy="3667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a:solidFill>
                  <a:schemeClr val="tx1"/>
                </a:solidFill>
                <a:latin typeface="Arial" panose="020B0604020202020204" pitchFamily="34" charset="0"/>
              </a:defRPr>
            </a:lvl1pPr>
            <a:lvl2pPr marL="742950" indent="-285750" eaLnBrk="0" hangingPunct="0">
              <a:defRPr>
                <a:solidFill>
                  <a:schemeClr val="tx1"/>
                </a:solidFill>
                <a:latin typeface="Arial" panose="020B0604020202020204" pitchFamily="34" charset="0"/>
              </a:defRPr>
            </a:lvl2pPr>
            <a:lvl3pPr marL="1143000" indent="-228600" eaLnBrk="0" hangingPunct="0">
              <a:defRPr>
                <a:solidFill>
                  <a:schemeClr val="tx1"/>
                </a:solidFill>
                <a:latin typeface="Arial" panose="020B0604020202020204" pitchFamily="34" charset="0"/>
              </a:defRPr>
            </a:lvl3pPr>
            <a:lvl4pPr marL="1600200" indent="-228600" eaLnBrk="0" hangingPunct="0">
              <a:defRPr>
                <a:solidFill>
                  <a:schemeClr val="tx1"/>
                </a:solidFill>
                <a:latin typeface="Arial" panose="020B0604020202020204" pitchFamily="34" charset="0"/>
              </a:defRPr>
            </a:lvl4pPr>
            <a:lvl5pPr marL="2057400" indent="-228600" eaLnBrk="0" hangingPunct="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eaLnBrk="1" hangingPunct="1"/>
            <a:r>
              <a:rPr lang="en-US" altLang="en-US" dirty="0"/>
              <a:t>a)   Rate of return (R)</a:t>
            </a:r>
          </a:p>
        </p:txBody>
      </p:sp>
      <p:sp>
        <p:nvSpPr>
          <p:cNvPr id="3083" name="TextBox 8">
            <a:extLst>
              <a:ext uri="{FF2B5EF4-FFF2-40B4-BE49-F238E27FC236}">
                <a16:creationId xmlns:a16="http://schemas.microsoft.com/office/drawing/2014/main" id="{63BEF9C8-8D26-0BD9-D78B-848861FE7F93}"/>
              </a:ext>
            </a:extLst>
          </p:cNvPr>
          <p:cNvSpPr txBox="1">
            <a:spLocks noChangeArrowheads="1"/>
          </p:cNvSpPr>
          <p:nvPr/>
        </p:nvSpPr>
        <p:spPr bwMode="auto">
          <a:xfrm>
            <a:off x="1905000" y="2743201"/>
            <a:ext cx="4267200" cy="14652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a:solidFill>
                  <a:schemeClr val="tx1"/>
                </a:solidFill>
                <a:latin typeface="Arial" panose="020B0604020202020204" pitchFamily="34" charset="0"/>
              </a:defRPr>
            </a:lvl1pPr>
            <a:lvl2pPr marL="742950" indent="-285750" eaLnBrk="0" hangingPunct="0">
              <a:defRPr>
                <a:solidFill>
                  <a:schemeClr val="tx1"/>
                </a:solidFill>
                <a:latin typeface="Arial" panose="020B0604020202020204" pitchFamily="34" charset="0"/>
              </a:defRPr>
            </a:lvl2pPr>
            <a:lvl3pPr marL="1143000" indent="-228600" eaLnBrk="0" hangingPunct="0">
              <a:defRPr>
                <a:solidFill>
                  <a:schemeClr val="tx1"/>
                </a:solidFill>
                <a:latin typeface="Arial" panose="020B0604020202020204" pitchFamily="34" charset="0"/>
              </a:defRPr>
            </a:lvl3pPr>
            <a:lvl4pPr marL="1600200" indent="-228600" eaLnBrk="0" hangingPunct="0">
              <a:defRPr>
                <a:solidFill>
                  <a:schemeClr val="tx1"/>
                </a:solidFill>
                <a:latin typeface="Arial" panose="020B0604020202020204" pitchFamily="34" charset="0"/>
              </a:defRPr>
            </a:lvl4pPr>
            <a:lvl5pPr marL="2057400" indent="-228600" eaLnBrk="0" hangingPunct="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eaLnBrk="1" hangingPunct="1"/>
            <a:r>
              <a:rPr lang="en-US" altLang="en-US"/>
              <a:t>b)   Dividend yield  =  8%</a:t>
            </a:r>
          </a:p>
          <a:p>
            <a:pPr eaLnBrk="1" hangingPunct="1"/>
            <a:endParaRPr lang="en-US" altLang="en-US"/>
          </a:p>
          <a:p>
            <a:pPr eaLnBrk="1" hangingPunct="1">
              <a:buFontTx/>
              <a:buAutoNum type="alphaLcParenR" startAt="3"/>
            </a:pPr>
            <a:r>
              <a:rPr lang="en-US" altLang="en-US"/>
              <a:t>   Dividend growth rate =    4%</a:t>
            </a:r>
          </a:p>
          <a:p>
            <a:pPr eaLnBrk="1" hangingPunct="1">
              <a:buFontTx/>
              <a:buAutoNum type="alphaLcParenR" startAt="3"/>
            </a:pPr>
            <a:endParaRPr lang="en-US" altLang="en-US"/>
          </a:p>
          <a:p>
            <a:pPr eaLnBrk="1" hangingPunct="1">
              <a:buFontTx/>
              <a:buAutoNum type="alphaLcParenR" startAt="3"/>
            </a:pPr>
            <a:r>
              <a:rPr lang="en-US" altLang="en-US"/>
              <a:t>   Expected market price in 12 years</a:t>
            </a:r>
          </a:p>
        </p:txBody>
      </p:sp>
      <p:sp>
        <p:nvSpPr>
          <p:cNvPr id="3084" name="TextBox 9">
            <a:extLst>
              <a:ext uri="{FF2B5EF4-FFF2-40B4-BE49-F238E27FC236}">
                <a16:creationId xmlns:a16="http://schemas.microsoft.com/office/drawing/2014/main" id="{5E52CC37-231C-2163-E16D-82FAE84CB926}"/>
              </a:ext>
            </a:extLst>
          </p:cNvPr>
          <p:cNvSpPr txBox="1">
            <a:spLocks noChangeArrowheads="1"/>
          </p:cNvSpPr>
          <p:nvPr/>
        </p:nvSpPr>
        <p:spPr bwMode="auto">
          <a:xfrm>
            <a:off x="2286000" y="4343400"/>
            <a:ext cx="1600200" cy="3698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a:solidFill>
                  <a:schemeClr val="tx1"/>
                </a:solidFill>
                <a:latin typeface="Arial" panose="020B0604020202020204" pitchFamily="34" charset="0"/>
              </a:defRPr>
            </a:lvl1pPr>
            <a:lvl2pPr marL="742950" indent="-285750" eaLnBrk="0" hangingPunct="0">
              <a:defRPr>
                <a:solidFill>
                  <a:schemeClr val="tx1"/>
                </a:solidFill>
                <a:latin typeface="Arial" panose="020B0604020202020204" pitchFamily="34" charset="0"/>
              </a:defRPr>
            </a:lvl2pPr>
            <a:lvl3pPr marL="1143000" indent="-228600" eaLnBrk="0" hangingPunct="0">
              <a:defRPr>
                <a:solidFill>
                  <a:schemeClr val="tx1"/>
                </a:solidFill>
                <a:latin typeface="Arial" panose="020B0604020202020204" pitchFamily="34" charset="0"/>
              </a:defRPr>
            </a:lvl3pPr>
            <a:lvl4pPr marL="1600200" indent="-228600" eaLnBrk="0" hangingPunct="0">
              <a:defRPr>
                <a:solidFill>
                  <a:schemeClr val="tx1"/>
                </a:solidFill>
                <a:latin typeface="Arial" panose="020B0604020202020204" pitchFamily="34" charset="0"/>
              </a:defRPr>
            </a:lvl4pPr>
            <a:lvl5pPr marL="2057400" indent="-228600" eaLnBrk="0" hangingPunct="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eaLnBrk="1" hangingPunct="1"/>
            <a:r>
              <a:rPr lang="en-US" altLang="en-US"/>
              <a:t>Method 1:</a:t>
            </a:r>
          </a:p>
        </p:txBody>
      </p:sp>
      <p:sp>
        <p:nvSpPr>
          <p:cNvPr id="3085" name="TextBox 10">
            <a:extLst>
              <a:ext uri="{FF2B5EF4-FFF2-40B4-BE49-F238E27FC236}">
                <a16:creationId xmlns:a16="http://schemas.microsoft.com/office/drawing/2014/main" id="{CBB2C57E-A8E4-8F16-E1A4-8604C6D6AB61}"/>
              </a:ext>
            </a:extLst>
          </p:cNvPr>
          <p:cNvSpPr txBox="1">
            <a:spLocks noChangeArrowheads="1"/>
          </p:cNvSpPr>
          <p:nvPr/>
        </p:nvSpPr>
        <p:spPr bwMode="auto">
          <a:xfrm>
            <a:off x="2286000" y="5486400"/>
            <a:ext cx="3962400" cy="3698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a:solidFill>
                  <a:schemeClr val="tx1"/>
                </a:solidFill>
                <a:latin typeface="Arial" panose="020B0604020202020204" pitchFamily="34" charset="0"/>
              </a:defRPr>
            </a:lvl1pPr>
            <a:lvl2pPr marL="742950" indent="-285750" eaLnBrk="0" hangingPunct="0">
              <a:defRPr>
                <a:solidFill>
                  <a:schemeClr val="tx1"/>
                </a:solidFill>
                <a:latin typeface="Arial" panose="020B0604020202020204" pitchFamily="34" charset="0"/>
              </a:defRPr>
            </a:lvl2pPr>
            <a:lvl3pPr marL="1143000" indent="-228600" eaLnBrk="0" hangingPunct="0">
              <a:defRPr>
                <a:solidFill>
                  <a:schemeClr val="tx1"/>
                </a:solidFill>
                <a:latin typeface="Arial" panose="020B0604020202020204" pitchFamily="34" charset="0"/>
              </a:defRPr>
            </a:lvl3pPr>
            <a:lvl4pPr marL="1600200" indent="-228600" eaLnBrk="0" hangingPunct="0">
              <a:defRPr>
                <a:solidFill>
                  <a:schemeClr val="tx1"/>
                </a:solidFill>
                <a:latin typeface="Arial" panose="020B0604020202020204" pitchFamily="34" charset="0"/>
              </a:defRPr>
            </a:lvl4pPr>
            <a:lvl5pPr marL="2057400" indent="-228600" eaLnBrk="0" hangingPunct="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eaLnBrk="1" hangingPunct="1"/>
            <a:r>
              <a:rPr lang="en-US" altLang="en-US"/>
              <a:t>Method 2 – using capital gain yield</a:t>
            </a:r>
          </a:p>
        </p:txBody>
      </p:sp>
      <p:graphicFrame>
        <p:nvGraphicFramePr>
          <p:cNvPr id="3076" name="Object 4">
            <a:extLst>
              <a:ext uri="{FF2B5EF4-FFF2-40B4-BE49-F238E27FC236}">
                <a16:creationId xmlns:a16="http://schemas.microsoft.com/office/drawing/2014/main" id="{9386B6E2-4532-2501-4455-27B57CE6E25F}"/>
              </a:ext>
            </a:extLst>
          </p:cNvPr>
          <p:cNvGraphicFramePr>
            <a:graphicFrameLocks noChangeAspect="1"/>
          </p:cNvGraphicFramePr>
          <p:nvPr/>
        </p:nvGraphicFramePr>
        <p:xfrm>
          <a:off x="3657600" y="5943600"/>
          <a:ext cx="5029200" cy="914400"/>
        </p:xfrm>
        <a:graphic>
          <a:graphicData uri="http://schemas.openxmlformats.org/presentationml/2006/ole">
            <mc:AlternateContent xmlns:mc="http://schemas.openxmlformats.org/markup-compatibility/2006">
              <mc:Choice xmlns:v="urn:schemas-microsoft-com:vml" Requires="v">
                <p:oleObj name="Equation" r:id="rId7" imgW="2514600" imgH="457200" progId="Equation.3">
                  <p:embed/>
                </p:oleObj>
              </mc:Choice>
              <mc:Fallback>
                <p:oleObj name="Equation" r:id="rId7" imgW="2514600" imgH="457200" progId="Equation.3">
                  <p:embed/>
                  <p:pic>
                    <p:nvPicPr>
                      <p:cNvPr id="3076" name="Object 4">
                        <a:extLst>
                          <a:ext uri="{FF2B5EF4-FFF2-40B4-BE49-F238E27FC236}">
                            <a16:creationId xmlns:a16="http://schemas.microsoft.com/office/drawing/2014/main" id="{9386B6E2-4532-2501-4455-27B57CE6E25F}"/>
                          </a:ext>
                        </a:extLst>
                      </p:cNvPr>
                      <p:cNvPicPr>
                        <a:picLocks noChangeAspect="1" noChangeArrowheads="1"/>
                      </p:cNvPicPr>
                      <p:nvPr/>
                    </p:nvPicPr>
                    <p:blipFill>
                      <a:blip r:embed="rId8">
                        <a:extLst>
                          <a:ext uri="{28A0092B-C50C-407E-A947-70E740481C1C}">
                            <a14:useLocalDpi xmlns:a14="http://schemas.microsoft.com/office/drawing/2010/main" val="0"/>
                          </a:ext>
                        </a:extLst>
                      </a:blip>
                      <a:srcRect/>
                      <a:stretch>
                        <a:fillRect/>
                      </a:stretch>
                    </p:blipFill>
                    <p:spPr bwMode="auto">
                      <a:xfrm>
                        <a:off x="3657600" y="5943600"/>
                        <a:ext cx="5029200" cy="91440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spTree>
    <p:extLst>
      <p:ext uri="{BB962C8B-B14F-4D97-AF65-F5344CB8AC3E}">
        <p14:creationId xmlns:p14="http://schemas.microsoft.com/office/powerpoint/2010/main" val="3596312923"/>
      </p:ext>
    </p:extLst>
  </p:cSld>
  <p:clrMapOvr>
    <a:masterClrMapping/>
  </p:clrMapOvr>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53" name="Rectangle 6">
            <a:extLst>
              <a:ext uri="{FF2B5EF4-FFF2-40B4-BE49-F238E27FC236}">
                <a16:creationId xmlns:a16="http://schemas.microsoft.com/office/drawing/2014/main" id="{E224657F-DD7D-AA9A-75A4-00FA4286DAEE}"/>
              </a:ext>
            </a:extLst>
          </p:cNvPr>
          <p:cNvSpPr>
            <a:spLocks noGrp="1" noChangeArrowheads="1"/>
          </p:cNvSpPr>
          <p:nvPr>
            <p:ph type="sldNum" sz="quarter" idx="12"/>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a:solidFill>
                  <a:schemeClr val="tx1"/>
                </a:solidFill>
                <a:latin typeface="Arial" panose="020B0604020202020204" pitchFamily="34" charset="0"/>
              </a:defRPr>
            </a:lvl1pPr>
            <a:lvl2pPr marL="742950" indent="-285750" eaLnBrk="0" hangingPunct="0">
              <a:defRPr>
                <a:solidFill>
                  <a:schemeClr val="tx1"/>
                </a:solidFill>
                <a:latin typeface="Arial" panose="020B0604020202020204" pitchFamily="34" charset="0"/>
              </a:defRPr>
            </a:lvl2pPr>
            <a:lvl3pPr marL="1143000" indent="-228600" eaLnBrk="0" hangingPunct="0">
              <a:defRPr>
                <a:solidFill>
                  <a:schemeClr val="tx1"/>
                </a:solidFill>
                <a:latin typeface="Arial" panose="020B0604020202020204" pitchFamily="34" charset="0"/>
              </a:defRPr>
            </a:lvl3pPr>
            <a:lvl4pPr marL="1600200" indent="-228600" eaLnBrk="0" hangingPunct="0">
              <a:defRPr>
                <a:solidFill>
                  <a:schemeClr val="tx1"/>
                </a:solidFill>
                <a:latin typeface="Arial" panose="020B0604020202020204" pitchFamily="34" charset="0"/>
              </a:defRPr>
            </a:lvl4pPr>
            <a:lvl5pPr marL="2057400" indent="-228600" eaLnBrk="0" hangingPunct="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eaLnBrk="1" hangingPunct="1"/>
            <a:fld id="{CD4BDFA7-0F78-4D28-B520-AA3EDFE54308}" type="slidenum">
              <a:rPr lang="en-US" altLang="en-US"/>
              <a:pPr eaLnBrk="1" hangingPunct="1"/>
              <a:t>48</a:t>
            </a:fld>
            <a:endParaRPr lang="en-US" altLang="en-US"/>
          </a:p>
        </p:txBody>
      </p:sp>
      <p:sp>
        <p:nvSpPr>
          <p:cNvPr id="2054" name="Rectangle 8">
            <a:extLst>
              <a:ext uri="{FF2B5EF4-FFF2-40B4-BE49-F238E27FC236}">
                <a16:creationId xmlns:a16="http://schemas.microsoft.com/office/drawing/2014/main" id="{255D9A42-C207-AACB-AFC5-581716113C46}"/>
              </a:ext>
            </a:extLst>
          </p:cNvPr>
          <p:cNvSpPr>
            <a:spLocks noGrp="1" noChangeArrowheads="1"/>
          </p:cNvSpPr>
          <p:nvPr>
            <p:ph type="title"/>
          </p:nvPr>
        </p:nvSpPr>
        <p:spPr>
          <a:xfrm>
            <a:off x="937845" y="274638"/>
            <a:ext cx="10585939" cy="710100"/>
          </a:xfrm>
          <a:ln>
            <a:solidFill>
              <a:schemeClr val="tx1"/>
            </a:solidFill>
            <a:miter lim="800000"/>
            <a:headEnd/>
            <a:tailEnd/>
          </a:ln>
        </p:spPr>
        <p:txBody>
          <a:bodyPr>
            <a:normAutofit/>
          </a:bodyPr>
          <a:lstStyle/>
          <a:p>
            <a:r>
              <a:rPr lang="en-US" altLang="en-US" sz="3600" dirty="0"/>
              <a:t>Finding D and g</a:t>
            </a:r>
          </a:p>
        </p:txBody>
      </p:sp>
      <mc:AlternateContent xmlns:mc="http://schemas.openxmlformats.org/markup-compatibility/2006">
        <mc:Choice xmlns:a14="http://schemas.microsoft.com/office/drawing/2010/main" Requires="a14">
          <p:sp>
            <p:nvSpPr>
              <p:cNvPr id="2050" name="Object 3">
                <a:extLst>
                  <a:ext uri="{FF2B5EF4-FFF2-40B4-BE49-F238E27FC236}">
                    <a16:creationId xmlns:a16="http://schemas.microsoft.com/office/drawing/2014/main" id="{E64498B4-9BE0-3E20-EA7E-4AB9D82BC5C5}"/>
                  </a:ext>
                </a:extLst>
              </p:cNvPr>
              <p:cNvSpPr txBox="1"/>
              <p:nvPr>
                <p:ph sz="half" idx="1"/>
              </p:nvPr>
            </p:nvSpPr>
            <p:spPr bwMode="auto">
              <a:xfrm>
                <a:off x="3886200" y="3657600"/>
                <a:ext cx="4191000" cy="2762250"/>
              </a:xfrm>
              <a:prstGeom prst="rect">
                <a:avLst/>
              </a:prstGeom>
              <a:noFill/>
              <a:ln>
                <a:noFill/>
              </a:ln>
              <a:effectLst/>
            </p:spPr>
            <p:txBody>
              <a:bodyPr>
                <a:noAutofit/>
              </a:bodyPr>
              <a:lstStyle/>
              <a:p>
                <a:pPr>
                  <a:buNone/>
                </a:pPr>
                <a14:m>
                  <m:oMathPara xmlns:m="http://schemas.openxmlformats.org/officeDocument/2006/math">
                    <m:oMathParaPr>
                      <m:jc m:val="left"/>
                    </m:oMathParaPr>
                    <m:oMath xmlns:m="http://schemas.openxmlformats.org/officeDocument/2006/math">
                      <m:r>
                        <a:rPr lang="en-US" i="1" smtClean="0">
                          <a:solidFill>
                            <a:srgbClr val="000000"/>
                          </a:solidFill>
                          <a:latin typeface="Cambria Math" panose="02040503050406030204" pitchFamily="18" charset="0"/>
                        </a:rPr>
                        <m:t>𝑅</m:t>
                      </m:r>
                      <m:r>
                        <a:rPr lang="en-US" i="1" smtClean="0">
                          <a:solidFill>
                            <a:srgbClr val="000000"/>
                          </a:solidFill>
                          <a:latin typeface="Cambria Math" panose="02040503050406030204" pitchFamily="18" charset="0"/>
                        </a:rPr>
                        <m:t>=</m:t>
                      </m:r>
                      <m:f>
                        <m:fPr>
                          <m:ctrlPr>
                            <a:rPr lang="en-US" i="1">
                              <a:solidFill>
                                <a:srgbClr val="000000"/>
                              </a:solidFill>
                              <a:latin typeface="Cambria Math" panose="02040503050406030204" pitchFamily="18" charset="0"/>
                            </a:rPr>
                          </m:ctrlPr>
                        </m:fPr>
                        <m:num>
                          <m:sSub>
                            <m:sSubPr>
                              <m:ctrlPr>
                                <a:rPr lang="en-US" i="1">
                                  <a:solidFill>
                                    <a:srgbClr val="000000"/>
                                  </a:solidFill>
                                  <a:latin typeface="Cambria Math" panose="02040503050406030204" pitchFamily="18" charset="0"/>
                                </a:rPr>
                              </m:ctrlPr>
                            </m:sSubPr>
                            <m:e>
                              <m:r>
                                <a:rPr lang="en-US" i="1">
                                  <a:solidFill>
                                    <a:srgbClr val="000000"/>
                                  </a:solidFill>
                                  <a:latin typeface="Cambria Math" panose="02040503050406030204" pitchFamily="18" charset="0"/>
                                </a:rPr>
                                <m:t>𝐷</m:t>
                              </m:r>
                            </m:e>
                            <m:sub>
                              <m:r>
                                <a:rPr lang="en-US" i="1">
                                  <a:solidFill>
                                    <a:srgbClr val="000000"/>
                                  </a:solidFill>
                                  <a:latin typeface="Cambria Math" panose="02040503050406030204" pitchFamily="18" charset="0"/>
                                </a:rPr>
                                <m:t>1</m:t>
                              </m:r>
                            </m:sub>
                          </m:sSub>
                        </m:num>
                        <m:den>
                          <m:sSub>
                            <m:sSubPr>
                              <m:ctrlPr>
                                <a:rPr lang="en-US" i="1">
                                  <a:solidFill>
                                    <a:srgbClr val="000000"/>
                                  </a:solidFill>
                                  <a:latin typeface="Cambria Math" panose="02040503050406030204" pitchFamily="18" charset="0"/>
                                </a:rPr>
                              </m:ctrlPr>
                            </m:sSubPr>
                            <m:e>
                              <m:r>
                                <a:rPr lang="en-US" i="1">
                                  <a:solidFill>
                                    <a:srgbClr val="000000"/>
                                  </a:solidFill>
                                  <a:latin typeface="Cambria Math" panose="02040503050406030204" pitchFamily="18" charset="0"/>
                                </a:rPr>
                                <m:t>𝑃</m:t>
                              </m:r>
                            </m:e>
                            <m:sub>
                              <m:r>
                                <a:rPr lang="en-US" i="1">
                                  <a:solidFill>
                                    <a:srgbClr val="000000"/>
                                  </a:solidFill>
                                  <a:latin typeface="Cambria Math" panose="02040503050406030204" pitchFamily="18" charset="0"/>
                                </a:rPr>
                                <m:t>0</m:t>
                              </m:r>
                            </m:sub>
                          </m:sSub>
                        </m:den>
                      </m:f>
                      <m:r>
                        <a:rPr lang="en-US" i="1">
                          <a:solidFill>
                            <a:srgbClr val="000000"/>
                          </a:solidFill>
                          <a:latin typeface="Cambria Math" panose="02040503050406030204" pitchFamily="18" charset="0"/>
                        </a:rPr>
                        <m:t>+</m:t>
                      </m:r>
                      <m:r>
                        <a:rPr lang="en-US" i="1">
                          <a:solidFill>
                            <a:srgbClr val="000000"/>
                          </a:solidFill>
                          <a:latin typeface="Cambria Math" panose="02040503050406030204" pitchFamily="18" charset="0"/>
                        </a:rPr>
                        <m:t>𝑔</m:t>
                      </m:r>
                      <m:r>
                        <a:rPr lang="en-US" i="1">
                          <a:solidFill>
                            <a:srgbClr val="000000"/>
                          </a:solidFill>
                          <a:latin typeface="Cambria Math" panose="02040503050406030204" pitchFamily="18" charset="0"/>
                        </a:rPr>
                        <m:t>=</m:t>
                      </m:r>
                      <m:f>
                        <m:fPr>
                          <m:ctrlPr>
                            <a:rPr lang="en-US" i="1">
                              <a:solidFill>
                                <a:srgbClr val="000000"/>
                              </a:solidFill>
                              <a:latin typeface="Cambria Math" panose="02040503050406030204" pitchFamily="18" charset="0"/>
                            </a:rPr>
                          </m:ctrlPr>
                        </m:fPr>
                        <m:num>
                          <m:sSub>
                            <m:sSubPr>
                              <m:ctrlPr>
                                <a:rPr lang="en-US" i="1">
                                  <a:solidFill>
                                    <a:srgbClr val="000000"/>
                                  </a:solidFill>
                                  <a:latin typeface="Cambria Math" panose="02040503050406030204" pitchFamily="18" charset="0"/>
                                </a:rPr>
                              </m:ctrlPr>
                            </m:sSubPr>
                            <m:e>
                              <m:r>
                                <a:rPr lang="en-US" i="1">
                                  <a:solidFill>
                                    <a:srgbClr val="000000"/>
                                  </a:solidFill>
                                  <a:latin typeface="Cambria Math" panose="02040503050406030204" pitchFamily="18" charset="0"/>
                                </a:rPr>
                                <m:t>𝐷</m:t>
                              </m:r>
                            </m:e>
                            <m:sub>
                              <m:r>
                                <a:rPr lang="en-US" i="1">
                                  <a:solidFill>
                                    <a:srgbClr val="000000"/>
                                  </a:solidFill>
                                  <a:latin typeface="Cambria Math" panose="02040503050406030204" pitchFamily="18" charset="0"/>
                                </a:rPr>
                                <m:t>0</m:t>
                              </m:r>
                            </m:sub>
                          </m:sSub>
                          <m:r>
                            <a:rPr lang="en-US" i="1">
                              <a:solidFill>
                                <a:srgbClr val="000000"/>
                              </a:solidFill>
                              <a:latin typeface="Cambria Math" panose="02040503050406030204" pitchFamily="18" charset="0"/>
                            </a:rPr>
                            <m:t>(1+</m:t>
                          </m:r>
                          <m:r>
                            <a:rPr lang="en-US" i="1">
                              <a:solidFill>
                                <a:srgbClr val="000000"/>
                              </a:solidFill>
                              <a:latin typeface="Cambria Math" panose="02040503050406030204" pitchFamily="18" charset="0"/>
                            </a:rPr>
                            <m:t>𝑔</m:t>
                          </m:r>
                          <m:r>
                            <a:rPr lang="en-US" i="1">
                              <a:solidFill>
                                <a:srgbClr val="000000"/>
                              </a:solidFill>
                              <a:latin typeface="Cambria Math" panose="02040503050406030204" pitchFamily="18" charset="0"/>
                            </a:rPr>
                            <m:t>)</m:t>
                          </m:r>
                        </m:num>
                        <m:den>
                          <m:sSub>
                            <m:sSubPr>
                              <m:ctrlPr>
                                <a:rPr lang="en-US" i="1">
                                  <a:solidFill>
                                    <a:srgbClr val="000000"/>
                                  </a:solidFill>
                                  <a:latin typeface="Cambria Math" panose="02040503050406030204" pitchFamily="18" charset="0"/>
                                </a:rPr>
                              </m:ctrlPr>
                            </m:sSubPr>
                            <m:e>
                              <m:r>
                                <a:rPr lang="en-US" i="1">
                                  <a:solidFill>
                                    <a:srgbClr val="000000"/>
                                  </a:solidFill>
                                  <a:latin typeface="Cambria Math" panose="02040503050406030204" pitchFamily="18" charset="0"/>
                                </a:rPr>
                                <m:t>𝑃</m:t>
                              </m:r>
                            </m:e>
                            <m:sub>
                              <m:r>
                                <a:rPr lang="en-US" i="1">
                                  <a:solidFill>
                                    <a:srgbClr val="000000"/>
                                  </a:solidFill>
                                  <a:latin typeface="Cambria Math" panose="02040503050406030204" pitchFamily="18" charset="0"/>
                                </a:rPr>
                                <m:t>0</m:t>
                              </m:r>
                            </m:sub>
                          </m:sSub>
                        </m:den>
                      </m:f>
                      <m:r>
                        <a:rPr lang="en-US" i="1">
                          <a:solidFill>
                            <a:srgbClr val="000000"/>
                          </a:solidFill>
                          <a:latin typeface="Cambria Math" panose="02040503050406030204" pitchFamily="18" charset="0"/>
                        </a:rPr>
                        <m:t>+</m:t>
                      </m:r>
                      <m:r>
                        <a:rPr lang="en-US" i="1">
                          <a:solidFill>
                            <a:srgbClr val="000000"/>
                          </a:solidFill>
                          <a:latin typeface="Cambria Math" panose="02040503050406030204" pitchFamily="18" charset="0"/>
                        </a:rPr>
                        <m:t>𝑔</m:t>
                      </m:r>
                    </m:oMath>
                    <m:oMath xmlns:m="http://schemas.openxmlformats.org/officeDocument/2006/math">
                      <m:r>
                        <a:rPr lang="en-US" i="1">
                          <a:solidFill>
                            <a:srgbClr val="000000"/>
                          </a:solidFill>
                          <a:latin typeface="Cambria Math" panose="02040503050406030204" pitchFamily="18" charset="0"/>
                        </a:rPr>
                        <m:t>𝑔</m:t>
                      </m:r>
                      <m:r>
                        <a:rPr lang="en-US" i="1">
                          <a:solidFill>
                            <a:srgbClr val="000000"/>
                          </a:solidFill>
                          <a:latin typeface="Cambria Math" panose="02040503050406030204" pitchFamily="18" charset="0"/>
                        </a:rPr>
                        <m:t>=</m:t>
                      </m:r>
                      <m:r>
                        <a:rPr lang="en-US" i="1">
                          <a:solidFill>
                            <a:srgbClr val="000000"/>
                          </a:solidFill>
                          <a:latin typeface="Cambria Math" panose="02040503050406030204" pitchFamily="18" charset="0"/>
                        </a:rPr>
                        <m:t>𝑅</m:t>
                      </m:r>
                      <m:r>
                        <a:rPr lang="en-US" i="1">
                          <a:solidFill>
                            <a:srgbClr val="000000"/>
                          </a:solidFill>
                          <a:latin typeface="Cambria Math" panose="02040503050406030204" pitchFamily="18" charset="0"/>
                        </a:rPr>
                        <m:t>−</m:t>
                      </m:r>
                      <m:f>
                        <m:fPr>
                          <m:ctrlPr>
                            <a:rPr lang="en-US" i="1">
                              <a:solidFill>
                                <a:srgbClr val="000000"/>
                              </a:solidFill>
                              <a:latin typeface="Cambria Math" panose="02040503050406030204" pitchFamily="18" charset="0"/>
                            </a:rPr>
                          </m:ctrlPr>
                        </m:fPr>
                        <m:num>
                          <m:sSub>
                            <m:sSubPr>
                              <m:ctrlPr>
                                <a:rPr lang="en-US" i="1">
                                  <a:solidFill>
                                    <a:srgbClr val="000000"/>
                                  </a:solidFill>
                                  <a:latin typeface="Cambria Math" panose="02040503050406030204" pitchFamily="18" charset="0"/>
                                </a:rPr>
                              </m:ctrlPr>
                            </m:sSubPr>
                            <m:e>
                              <m:r>
                                <a:rPr lang="en-US" i="1">
                                  <a:solidFill>
                                    <a:srgbClr val="000000"/>
                                  </a:solidFill>
                                  <a:latin typeface="Cambria Math" panose="02040503050406030204" pitchFamily="18" charset="0"/>
                                </a:rPr>
                                <m:t>𝐷</m:t>
                              </m:r>
                            </m:e>
                            <m:sub>
                              <m:r>
                                <a:rPr lang="en-US" i="1">
                                  <a:solidFill>
                                    <a:srgbClr val="000000"/>
                                  </a:solidFill>
                                  <a:latin typeface="Cambria Math" panose="02040503050406030204" pitchFamily="18" charset="0"/>
                                </a:rPr>
                                <m:t>1</m:t>
                              </m:r>
                            </m:sub>
                          </m:sSub>
                        </m:num>
                        <m:den>
                          <m:sSub>
                            <m:sSubPr>
                              <m:ctrlPr>
                                <a:rPr lang="en-US" i="1">
                                  <a:solidFill>
                                    <a:srgbClr val="000000"/>
                                  </a:solidFill>
                                  <a:latin typeface="Cambria Math" panose="02040503050406030204" pitchFamily="18" charset="0"/>
                                </a:rPr>
                              </m:ctrlPr>
                            </m:sSubPr>
                            <m:e>
                              <m:r>
                                <a:rPr lang="en-US" i="1">
                                  <a:solidFill>
                                    <a:srgbClr val="000000"/>
                                  </a:solidFill>
                                  <a:latin typeface="Cambria Math" panose="02040503050406030204" pitchFamily="18" charset="0"/>
                                </a:rPr>
                                <m:t>𝑃</m:t>
                              </m:r>
                            </m:e>
                            <m:sub>
                              <m:r>
                                <a:rPr lang="en-US" i="1">
                                  <a:solidFill>
                                    <a:srgbClr val="000000"/>
                                  </a:solidFill>
                                  <a:latin typeface="Cambria Math" panose="02040503050406030204" pitchFamily="18" charset="0"/>
                                </a:rPr>
                                <m:t>0</m:t>
                              </m:r>
                            </m:sub>
                          </m:sSub>
                        </m:den>
                      </m:f>
                    </m:oMath>
                    <m:oMath xmlns:m="http://schemas.openxmlformats.org/officeDocument/2006/math">
                      <m:sSub>
                        <m:sSubPr>
                          <m:ctrlPr>
                            <a:rPr lang="en-US" i="1">
                              <a:solidFill>
                                <a:srgbClr val="000000"/>
                              </a:solidFill>
                              <a:latin typeface="Cambria Math" panose="02040503050406030204" pitchFamily="18" charset="0"/>
                            </a:rPr>
                          </m:ctrlPr>
                        </m:sSubPr>
                        <m:e>
                          <m:r>
                            <a:rPr lang="en-US" i="1">
                              <a:solidFill>
                                <a:srgbClr val="000000"/>
                              </a:solidFill>
                              <a:latin typeface="Cambria Math" panose="02040503050406030204" pitchFamily="18" charset="0"/>
                            </a:rPr>
                            <m:t>𝐷</m:t>
                          </m:r>
                        </m:e>
                        <m:sub>
                          <m:r>
                            <a:rPr lang="en-US" i="1">
                              <a:solidFill>
                                <a:srgbClr val="000000"/>
                              </a:solidFill>
                              <a:latin typeface="Cambria Math" panose="02040503050406030204" pitchFamily="18" charset="0"/>
                            </a:rPr>
                            <m:t>1</m:t>
                          </m:r>
                        </m:sub>
                      </m:sSub>
                      <m:r>
                        <a:rPr lang="en-US" i="1">
                          <a:solidFill>
                            <a:srgbClr val="000000"/>
                          </a:solidFill>
                          <a:latin typeface="Cambria Math" panose="02040503050406030204" pitchFamily="18" charset="0"/>
                        </a:rPr>
                        <m:t>=</m:t>
                      </m:r>
                      <m:sSub>
                        <m:sSubPr>
                          <m:ctrlPr>
                            <a:rPr lang="en-US" i="1">
                              <a:solidFill>
                                <a:srgbClr val="000000"/>
                              </a:solidFill>
                              <a:latin typeface="Cambria Math" panose="02040503050406030204" pitchFamily="18" charset="0"/>
                            </a:rPr>
                          </m:ctrlPr>
                        </m:sSubPr>
                        <m:e>
                          <m:r>
                            <a:rPr lang="en-US" i="1">
                              <a:solidFill>
                                <a:srgbClr val="000000"/>
                              </a:solidFill>
                              <a:latin typeface="Cambria Math" panose="02040503050406030204" pitchFamily="18" charset="0"/>
                            </a:rPr>
                            <m:t>𝑃</m:t>
                          </m:r>
                        </m:e>
                        <m:sub>
                          <m:r>
                            <a:rPr lang="en-US" i="1">
                              <a:solidFill>
                                <a:srgbClr val="000000"/>
                              </a:solidFill>
                              <a:latin typeface="Cambria Math" panose="02040503050406030204" pitchFamily="18" charset="0"/>
                            </a:rPr>
                            <m:t>0</m:t>
                          </m:r>
                        </m:sub>
                      </m:sSub>
                      <m:r>
                        <a:rPr lang="en-US" b="0" i="1" smtClean="0">
                          <a:solidFill>
                            <a:srgbClr val="000000"/>
                          </a:solidFill>
                          <a:latin typeface="Cambria Math" panose="02040503050406030204" pitchFamily="18" charset="0"/>
                        </a:rPr>
                        <m:t> </m:t>
                      </m:r>
                      <m:r>
                        <a:rPr lang="en-US" b="0" i="1" smtClean="0">
                          <a:solidFill>
                            <a:srgbClr val="000000"/>
                          </a:solidFill>
                          <a:latin typeface="Cambria Math" panose="02040503050406030204" pitchFamily="18" charset="0"/>
                        </a:rPr>
                        <m:t>𝑥</m:t>
                      </m:r>
                      <m:r>
                        <a:rPr lang="en-US" b="0" i="1" smtClean="0">
                          <a:solidFill>
                            <a:srgbClr val="000000"/>
                          </a:solidFill>
                          <a:latin typeface="Cambria Math" panose="02040503050406030204" pitchFamily="18" charset="0"/>
                        </a:rPr>
                        <m:t> (</m:t>
                      </m:r>
                      <m:r>
                        <a:rPr lang="en-US" i="1">
                          <a:solidFill>
                            <a:srgbClr val="000000"/>
                          </a:solidFill>
                          <a:latin typeface="Cambria Math" panose="02040503050406030204" pitchFamily="18" charset="0"/>
                        </a:rPr>
                        <m:t>𝑅</m:t>
                      </m:r>
                      <m:r>
                        <a:rPr lang="en-US" i="1">
                          <a:solidFill>
                            <a:srgbClr val="000000"/>
                          </a:solidFill>
                          <a:latin typeface="Cambria Math" panose="02040503050406030204" pitchFamily="18" charset="0"/>
                        </a:rPr>
                        <m:t>−</m:t>
                      </m:r>
                      <m:r>
                        <a:rPr lang="en-US" i="1">
                          <a:solidFill>
                            <a:srgbClr val="000000"/>
                          </a:solidFill>
                          <a:latin typeface="Cambria Math" panose="02040503050406030204" pitchFamily="18" charset="0"/>
                        </a:rPr>
                        <m:t>𝑔</m:t>
                      </m:r>
                      <m:r>
                        <a:rPr lang="en-US" i="1">
                          <a:solidFill>
                            <a:srgbClr val="000000"/>
                          </a:solidFill>
                          <a:latin typeface="Cambria Math" panose="02040503050406030204" pitchFamily="18" charset="0"/>
                        </a:rPr>
                        <m:t>)</m:t>
                      </m:r>
                    </m:oMath>
                  </m:oMathPara>
                </a14:m>
                <a:endParaRPr lang="en-US" dirty="0"/>
              </a:p>
            </p:txBody>
          </p:sp>
        </mc:Choice>
        <mc:Fallback>
          <p:sp>
            <p:nvSpPr>
              <p:cNvPr id="2050" name="Object 3">
                <a:extLst>
                  <a:ext uri="{FF2B5EF4-FFF2-40B4-BE49-F238E27FC236}">
                    <a16:creationId xmlns:a16="http://schemas.microsoft.com/office/drawing/2014/main" id="{E64498B4-9BE0-3E20-EA7E-4AB9D82BC5C5}"/>
                  </a:ext>
                </a:extLst>
              </p:cNvPr>
              <p:cNvSpPr txBox="1">
                <a:spLocks noRot="1" noChangeAspect="1" noMove="1" noResize="1" noEditPoints="1" noAdjustHandles="1" noChangeArrowheads="1" noChangeShapeType="1" noTextEdit="1"/>
              </p:cNvSpPr>
              <p:nvPr>
                <p:ph sz="half" idx="1"/>
              </p:nvPr>
            </p:nvSpPr>
            <p:spPr bwMode="auto">
              <a:xfrm>
                <a:off x="3886200" y="3657600"/>
                <a:ext cx="4191000" cy="2762250"/>
              </a:xfrm>
              <a:prstGeom prst="rect">
                <a:avLst/>
              </a:prstGeom>
              <a:blipFill>
                <a:blip r:embed="rId3"/>
                <a:stretch>
                  <a:fillRect b="-6623"/>
                </a:stretch>
              </a:blipFill>
              <a:ln>
                <a:noFill/>
              </a:ln>
              <a:effectLst/>
            </p:spPr>
            <p:txBody>
              <a:bodyPr/>
              <a:lstStyle/>
              <a:p>
                <a:r>
                  <a:rPr lang="en-US">
                    <a:noFill/>
                  </a:rPr>
                  <a:t> </a:t>
                </a:r>
              </a:p>
            </p:txBody>
          </p:sp>
        </mc:Fallback>
      </mc:AlternateContent>
      <p:graphicFrame>
        <p:nvGraphicFramePr>
          <p:cNvPr id="2051" name="Object 4">
            <a:extLst>
              <a:ext uri="{FF2B5EF4-FFF2-40B4-BE49-F238E27FC236}">
                <a16:creationId xmlns:a16="http://schemas.microsoft.com/office/drawing/2014/main" id="{31BE4504-809C-C59B-84CA-3ACDC9142CE6}"/>
              </a:ext>
            </a:extLst>
          </p:cNvPr>
          <p:cNvGraphicFramePr>
            <a:graphicFrameLocks noGrp="1" noChangeAspect="1"/>
          </p:cNvGraphicFramePr>
          <p:nvPr>
            <p:ph sz="half" idx="2"/>
          </p:nvPr>
        </p:nvGraphicFramePr>
        <p:xfrm>
          <a:off x="3733800" y="2286000"/>
          <a:ext cx="3657600" cy="1085850"/>
        </p:xfrm>
        <a:graphic>
          <a:graphicData uri="http://schemas.openxmlformats.org/presentationml/2006/ole">
            <mc:AlternateContent xmlns:mc="http://schemas.openxmlformats.org/markup-compatibility/2006">
              <mc:Choice xmlns:v="urn:schemas-microsoft-com:vml" Requires="v">
                <p:oleObj name="Equation" r:id="rId4" imgW="1409400" imgH="419040" progId="Equation.3">
                  <p:embed/>
                </p:oleObj>
              </mc:Choice>
              <mc:Fallback>
                <p:oleObj name="Equation" r:id="rId4" imgW="1409400" imgH="419040" progId="Equation.3">
                  <p:embed/>
                  <p:pic>
                    <p:nvPicPr>
                      <p:cNvPr id="2051" name="Object 4">
                        <a:extLst>
                          <a:ext uri="{FF2B5EF4-FFF2-40B4-BE49-F238E27FC236}">
                            <a16:creationId xmlns:a16="http://schemas.microsoft.com/office/drawing/2014/main" id="{31BE4504-809C-C59B-84CA-3ACDC9142CE6}"/>
                          </a:ext>
                        </a:extLst>
                      </p:cNvPr>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3733800" y="2286000"/>
                        <a:ext cx="3657600" cy="108585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sp>
        <p:nvSpPr>
          <p:cNvPr id="2055" name="Text Box 10">
            <a:extLst>
              <a:ext uri="{FF2B5EF4-FFF2-40B4-BE49-F238E27FC236}">
                <a16:creationId xmlns:a16="http://schemas.microsoft.com/office/drawing/2014/main" id="{77D9EFA4-F703-3B1D-9587-9A0C1F1ACE80}"/>
              </a:ext>
            </a:extLst>
          </p:cNvPr>
          <p:cNvSpPr txBox="1">
            <a:spLocks noChangeArrowheads="1"/>
          </p:cNvSpPr>
          <p:nvPr/>
        </p:nvSpPr>
        <p:spPr bwMode="auto">
          <a:xfrm>
            <a:off x="937845" y="1371601"/>
            <a:ext cx="9120555" cy="83099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eaLnBrk="0" hangingPunct="0">
              <a:defRPr>
                <a:solidFill>
                  <a:schemeClr val="tx1"/>
                </a:solidFill>
                <a:latin typeface="Arial" panose="020B0604020202020204" pitchFamily="34" charset="0"/>
              </a:defRPr>
            </a:lvl1pPr>
            <a:lvl2pPr marL="742950" indent="-285750" eaLnBrk="0" hangingPunct="0">
              <a:defRPr>
                <a:solidFill>
                  <a:schemeClr val="tx1"/>
                </a:solidFill>
                <a:latin typeface="Arial" panose="020B0604020202020204" pitchFamily="34" charset="0"/>
              </a:defRPr>
            </a:lvl2pPr>
            <a:lvl3pPr marL="1143000" indent="-228600" eaLnBrk="0" hangingPunct="0">
              <a:defRPr>
                <a:solidFill>
                  <a:schemeClr val="tx1"/>
                </a:solidFill>
                <a:latin typeface="Arial" panose="020B0604020202020204" pitchFamily="34" charset="0"/>
              </a:defRPr>
            </a:lvl3pPr>
            <a:lvl4pPr marL="1600200" indent="-228600" eaLnBrk="0" hangingPunct="0">
              <a:defRPr>
                <a:solidFill>
                  <a:schemeClr val="tx1"/>
                </a:solidFill>
                <a:latin typeface="Arial" panose="020B0604020202020204" pitchFamily="34" charset="0"/>
              </a:defRPr>
            </a:lvl4pPr>
            <a:lvl5pPr marL="2057400" indent="-228600" eaLnBrk="0" hangingPunct="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eaLnBrk="1" hangingPunct="1">
              <a:spcBef>
                <a:spcPct val="50000"/>
              </a:spcBef>
            </a:pPr>
            <a:r>
              <a:rPr lang="en-US" altLang="en-US" sz="2400"/>
              <a:t>You can also rearrange the basic DDM equation to calculate D and g</a:t>
            </a:r>
          </a:p>
        </p:txBody>
      </p:sp>
    </p:spTree>
    <p:extLst>
      <p:ext uri="{BB962C8B-B14F-4D97-AF65-F5344CB8AC3E}">
        <p14:creationId xmlns:p14="http://schemas.microsoft.com/office/powerpoint/2010/main" val="73989061"/>
      </p:ext>
    </p:extLst>
  </p:cSld>
  <p:clrMapOvr>
    <a:masterClrMapping/>
  </p:clrMapOvr>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291" name="Rectangle 6">
            <a:extLst>
              <a:ext uri="{FF2B5EF4-FFF2-40B4-BE49-F238E27FC236}">
                <a16:creationId xmlns:a16="http://schemas.microsoft.com/office/drawing/2014/main" id="{25BFF01F-5F15-6377-C4D8-EA7D7424D396}"/>
              </a:ext>
            </a:extLst>
          </p:cNvPr>
          <p:cNvSpPr>
            <a:spLocks noGrp="1" noChangeArrowheads="1"/>
          </p:cNvSpPr>
          <p:nvPr>
            <p:ph type="sldNum" sz="quarter" idx="12"/>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a:solidFill>
                  <a:schemeClr val="tx1"/>
                </a:solidFill>
                <a:latin typeface="Arial" panose="020B0604020202020204" pitchFamily="34" charset="0"/>
              </a:defRPr>
            </a:lvl1pPr>
            <a:lvl2pPr marL="742950" indent="-285750" eaLnBrk="0" hangingPunct="0">
              <a:defRPr>
                <a:solidFill>
                  <a:schemeClr val="tx1"/>
                </a:solidFill>
                <a:latin typeface="Arial" panose="020B0604020202020204" pitchFamily="34" charset="0"/>
              </a:defRPr>
            </a:lvl2pPr>
            <a:lvl3pPr marL="1143000" indent="-228600" eaLnBrk="0" hangingPunct="0">
              <a:defRPr>
                <a:solidFill>
                  <a:schemeClr val="tx1"/>
                </a:solidFill>
                <a:latin typeface="Arial" panose="020B0604020202020204" pitchFamily="34" charset="0"/>
              </a:defRPr>
            </a:lvl3pPr>
            <a:lvl4pPr marL="1600200" indent="-228600" eaLnBrk="0" hangingPunct="0">
              <a:defRPr>
                <a:solidFill>
                  <a:schemeClr val="tx1"/>
                </a:solidFill>
                <a:latin typeface="Arial" panose="020B0604020202020204" pitchFamily="34" charset="0"/>
              </a:defRPr>
            </a:lvl4pPr>
            <a:lvl5pPr marL="2057400" indent="-228600" eaLnBrk="0" hangingPunct="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eaLnBrk="1" hangingPunct="1"/>
            <a:fld id="{6049B168-98F4-485F-8FD2-D7A4381E3963}" type="slidenum">
              <a:rPr lang="en-US" altLang="en-US"/>
              <a:pPr eaLnBrk="1" hangingPunct="1"/>
              <a:t>49</a:t>
            </a:fld>
            <a:endParaRPr lang="en-US" altLang="en-US"/>
          </a:p>
        </p:txBody>
      </p:sp>
      <p:sp>
        <p:nvSpPr>
          <p:cNvPr id="12292" name="Rectangle 2">
            <a:extLst>
              <a:ext uri="{FF2B5EF4-FFF2-40B4-BE49-F238E27FC236}">
                <a16:creationId xmlns:a16="http://schemas.microsoft.com/office/drawing/2014/main" id="{0589C6B2-0A11-E4D6-B596-2551BB724AD1}"/>
              </a:ext>
            </a:extLst>
          </p:cNvPr>
          <p:cNvSpPr>
            <a:spLocks noGrp="1" noChangeArrowheads="1"/>
          </p:cNvSpPr>
          <p:nvPr>
            <p:ph type="title"/>
          </p:nvPr>
        </p:nvSpPr>
        <p:spPr>
          <a:xfrm>
            <a:off x="1090246" y="274638"/>
            <a:ext cx="10492154" cy="487362"/>
          </a:xfrm>
          <a:ln>
            <a:solidFill>
              <a:schemeClr val="tx1"/>
            </a:solidFill>
            <a:miter lim="800000"/>
            <a:headEnd/>
            <a:tailEnd/>
          </a:ln>
        </p:spPr>
        <p:txBody>
          <a:bodyPr>
            <a:normAutofit fontScale="90000"/>
          </a:bodyPr>
          <a:lstStyle/>
          <a:p>
            <a:r>
              <a:rPr lang="en-US" altLang="en-US" sz="3200" dirty="0"/>
              <a:t>Practice: Finding the rate of return, Dividend growth rate  &amp; Dividend </a:t>
            </a:r>
          </a:p>
        </p:txBody>
      </p:sp>
      <p:sp>
        <p:nvSpPr>
          <p:cNvPr id="12293" name="Rectangle 3">
            <a:extLst>
              <a:ext uri="{FF2B5EF4-FFF2-40B4-BE49-F238E27FC236}">
                <a16:creationId xmlns:a16="http://schemas.microsoft.com/office/drawing/2014/main" id="{1A35AF03-564B-CB0C-0586-46A81DA333BC}"/>
              </a:ext>
            </a:extLst>
          </p:cNvPr>
          <p:cNvSpPr>
            <a:spLocks noGrp="1" noChangeArrowheads="1"/>
          </p:cNvSpPr>
          <p:nvPr>
            <p:ph type="body" idx="1"/>
          </p:nvPr>
        </p:nvSpPr>
        <p:spPr>
          <a:xfrm>
            <a:off x="1195754" y="914401"/>
            <a:ext cx="10386646" cy="5211763"/>
          </a:xfrm>
        </p:spPr>
        <p:txBody>
          <a:bodyPr>
            <a:normAutofit/>
          </a:bodyPr>
          <a:lstStyle/>
          <a:p>
            <a:pPr marL="609600" indent="-609600">
              <a:buNone/>
            </a:pPr>
            <a:r>
              <a:rPr lang="en-US" altLang="en-US" sz="2000" dirty="0"/>
              <a:t>1)	Corn Inc. is expected to pay $4 in dividend next year. Current price per share for its common stock is $40 and earnings &amp; dividends are both growing at a  constant rate of 3%</a:t>
            </a:r>
          </a:p>
          <a:p>
            <a:pPr marL="990600" lvl="1" indent="-533400">
              <a:buFontTx/>
              <a:buAutoNum type="alphaLcParenR"/>
            </a:pPr>
            <a:r>
              <a:rPr lang="en-US" altLang="en-US" sz="2000" dirty="0"/>
              <a:t>What the rate of return on the stock?  (13%</a:t>
            </a:r>
          </a:p>
          <a:p>
            <a:pPr marL="990600" lvl="1" indent="-533400">
              <a:buFontTx/>
              <a:buAutoNum type="alphaLcParenR"/>
            </a:pPr>
            <a:r>
              <a:rPr lang="en-US" altLang="en-US" sz="2000" dirty="0"/>
              <a:t>What is the dividend yield?  (10%)</a:t>
            </a:r>
          </a:p>
          <a:p>
            <a:pPr marL="990600" lvl="1" indent="-533400">
              <a:buFontTx/>
              <a:buAutoNum type="alphaLcParenR"/>
            </a:pPr>
            <a:r>
              <a:rPr lang="en-US" altLang="en-US" sz="2000" dirty="0"/>
              <a:t>What is the capital gain yield? (3%)</a:t>
            </a:r>
          </a:p>
          <a:p>
            <a:pPr marL="990600" lvl="1" indent="-533400">
              <a:buFontTx/>
              <a:buAutoNum type="alphaLcParenR"/>
            </a:pPr>
            <a:r>
              <a:rPr lang="en-US" altLang="en-US" sz="2000" dirty="0"/>
              <a:t>What is the expected price at the end of year 8?  (50.67)</a:t>
            </a:r>
          </a:p>
          <a:p>
            <a:pPr marL="609600" indent="-609600">
              <a:buFontTx/>
              <a:buAutoNum type="arabicParenR" startAt="2"/>
            </a:pPr>
            <a:r>
              <a:rPr lang="en-US" altLang="en-US" sz="2000" dirty="0"/>
              <a:t>Dora company’s common stock currently sells for $40 per share. The required rate of return of on Dora’s stock is 16%, and their expected dividend next year is $2 per share. If Dora’s dividend is expected to continue growing at the same constant rate forever</a:t>
            </a:r>
          </a:p>
          <a:p>
            <a:pPr marL="457200" lvl="1" indent="0">
              <a:buNone/>
            </a:pPr>
            <a:r>
              <a:rPr lang="en-US" altLang="en-US" sz="2000" dirty="0"/>
              <a:t>a.	What is their expected capital gain yield (dividend growth rate)?  (11%)</a:t>
            </a:r>
          </a:p>
          <a:p>
            <a:pPr marL="0" indent="0">
              <a:buNone/>
            </a:pPr>
            <a:r>
              <a:rPr lang="en-US" altLang="en-US" sz="2000" dirty="0"/>
              <a:t>         b.     What is the dividend yield?  (5%)</a:t>
            </a:r>
          </a:p>
          <a:p>
            <a:pPr marL="0" indent="0">
              <a:buNone/>
            </a:pPr>
            <a:r>
              <a:rPr lang="en-US" altLang="en-US" sz="2000" dirty="0"/>
              <a:t>	</a:t>
            </a:r>
          </a:p>
        </p:txBody>
      </p:sp>
    </p:spTree>
    <p:extLst>
      <p:ext uri="{BB962C8B-B14F-4D97-AF65-F5344CB8AC3E}">
        <p14:creationId xmlns:p14="http://schemas.microsoft.com/office/powerpoint/2010/main" val="3101719653"/>
      </p:ext>
    </p:extLst>
  </p:cSld>
  <p:clrMapOvr>
    <a:masterClrMapping/>
  </p:clrMapOvr>
</p:sld>
</file>

<file path=ppt/slides/slide5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483" name="Rectangle 6">
            <a:extLst>
              <a:ext uri="{FF2B5EF4-FFF2-40B4-BE49-F238E27FC236}">
                <a16:creationId xmlns:a16="http://schemas.microsoft.com/office/drawing/2014/main" id="{12ABA109-DA08-B9DF-65A8-C9055262D294}"/>
              </a:ext>
            </a:extLst>
          </p:cNvPr>
          <p:cNvSpPr>
            <a:spLocks noGrp="1" noChangeArrowheads="1"/>
          </p:cNvSpPr>
          <p:nvPr>
            <p:ph type="sldNum" sz="quarter" idx="12"/>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a:solidFill>
                  <a:schemeClr val="tx1"/>
                </a:solidFill>
                <a:latin typeface="Arial" panose="020B0604020202020204" pitchFamily="34" charset="0"/>
              </a:defRPr>
            </a:lvl1pPr>
            <a:lvl2pPr marL="742950" indent="-285750" eaLnBrk="0" hangingPunct="0">
              <a:defRPr>
                <a:solidFill>
                  <a:schemeClr val="tx1"/>
                </a:solidFill>
                <a:latin typeface="Arial" panose="020B0604020202020204" pitchFamily="34" charset="0"/>
              </a:defRPr>
            </a:lvl2pPr>
            <a:lvl3pPr marL="1143000" indent="-228600" eaLnBrk="0" hangingPunct="0">
              <a:defRPr>
                <a:solidFill>
                  <a:schemeClr val="tx1"/>
                </a:solidFill>
                <a:latin typeface="Arial" panose="020B0604020202020204" pitchFamily="34" charset="0"/>
              </a:defRPr>
            </a:lvl3pPr>
            <a:lvl4pPr marL="1600200" indent="-228600" eaLnBrk="0" hangingPunct="0">
              <a:defRPr>
                <a:solidFill>
                  <a:schemeClr val="tx1"/>
                </a:solidFill>
                <a:latin typeface="Arial" panose="020B0604020202020204" pitchFamily="34" charset="0"/>
              </a:defRPr>
            </a:lvl4pPr>
            <a:lvl5pPr marL="2057400" indent="-228600" eaLnBrk="0" hangingPunct="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eaLnBrk="1" hangingPunct="1"/>
            <a:r>
              <a:rPr lang="en-US" altLang="en-US"/>
              <a:t>19</a:t>
            </a:r>
          </a:p>
        </p:txBody>
      </p:sp>
      <p:sp>
        <p:nvSpPr>
          <p:cNvPr id="20484" name="Rectangle 2">
            <a:extLst>
              <a:ext uri="{FF2B5EF4-FFF2-40B4-BE49-F238E27FC236}">
                <a16:creationId xmlns:a16="http://schemas.microsoft.com/office/drawing/2014/main" id="{102CB58D-6DBB-21A9-572F-0C87AA7AB187}"/>
              </a:ext>
            </a:extLst>
          </p:cNvPr>
          <p:cNvSpPr>
            <a:spLocks noGrp="1" noChangeArrowheads="1"/>
          </p:cNvSpPr>
          <p:nvPr>
            <p:ph type="title"/>
          </p:nvPr>
        </p:nvSpPr>
        <p:spPr>
          <a:xfrm>
            <a:off x="937846" y="274638"/>
            <a:ext cx="10245969" cy="563562"/>
          </a:xfrm>
          <a:ln>
            <a:solidFill>
              <a:schemeClr val="tx1"/>
            </a:solidFill>
          </a:ln>
        </p:spPr>
        <p:txBody>
          <a:bodyPr rtlCol="0">
            <a:normAutofit/>
          </a:bodyPr>
          <a:lstStyle/>
          <a:p>
            <a:pPr>
              <a:defRPr/>
            </a:pPr>
            <a:r>
              <a:rPr lang="en-US" sz="3200" dirty="0"/>
              <a:t>Price Earning (PE) Multiples approach</a:t>
            </a:r>
          </a:p>
        </p:txBody>
      </p:sp>
      <p:sp>
        <p:nvSpPr>
          <p:cNvPr id="20485" name="Rectangle 3">
            <a:extLst>
              <a:ext uri="{FF2B5EF4-FFF2-40B4-BE49-F238E27FC236}">
                <a16:creationId xmlns:a16="http://schemas.microsoft.com/office/drawing/2014/main" id="{4CDAE523-2D3D-1342-3AD0-53918A1453ED}"/>
              </a:ext>
            </a:extLst>
          </p:cNvPr>
          <p:cNvSpPr>
            <a:spLocks noGrp="1" noChangeArrowheads="1"/>
          </p:cNvSpPr>
          <p:nvPr>
            <p:ph type="body" idx="1"/>
          </p:nvPr>
        </p:nvSpPr>
        <p:spPr>
          <a:xfrm>
            <a:off x="1430215" y="1219201"/>
            <a:ext cx="9636370" cy="4906963"/>
          </a:xfrm>
        </p:spPr>
        <p:txBody>
          <a:bodyPr/>
          <a:lstStyle/>
          <a:p>
            <a:pPr eaLnBrk="1" hangingPunct="1"/>
            <a:r>
              <a:rPr lang="en-US" altLang="en-US" sz="2400" dirty="0"/>
              <a:t>PE (Price to Earning) ratio represents the amount investors are willing to pay for each dollar of earning in share price. </a:t>
            </a:r>
          </a:p>
          <a:p>
            <a:pPr eaLnBrk="1" hangingPunct="1"/>
            <a:r>
              <a:rPr lang="en-IN" sz="2400" dirty="0"/>
              <a:t>P</a:t>
            </a:r>
            <a:r>
              <a:rPr lang="en-IN" sz="200" dirty="0"/>
              <a:t> </a:t>
            </a:r>
            <a:r>
              <a:rPr lang="en-IN" sz="2400" dirty="0"/>
              <a:t>E ratio, calculated as the ratio of a stock’s price per share to its earnings per share (E</a:t>
            </a:r>
            <a:r>
              <a:rPr lang="en-IN" sz="200" dirty="0"/>
              <a:t> </a:t>
            </a:r>
            <a:r>
              <a:rPr lang="en-IN" sz="2400" dirty="0"/>
              <a:t>P</a:t>
            </a:r>
            <a:r>
              <a:rPr lang="en-IN" sz="200" dirty="0"/>
              <a:t> </a:t>
            </a:r>
            <a:r>
              <a:rPr lang="en-IN" sz="2400" dirty="0"/>
              <a:t>S) over the previous year.</a:t>
            </a:r>
          </a:p>
          <a:p>
            <a:r>
              <a:rPr lang="en-US" altLang="en-US" sz="2400" dirty="0"/>
              <a:t>Earning per share (EPS) is calculated by dividing NI by number of shares outstanding. </a:t>
            </a:r>
          </a:p>
          <a:p>
            <a:pPr eaLnBrk="1" hangingPunct="1"/>
            <a:r>
              <a:rPr lang="en-US" altLang="en-US" sz="2400" dirty="0"/>
              <a:t>When PE multiple approach is used to estimate the firm’s share value, the firm’s expected EPS is multiplied by the estimated firm’s future PE ratio. </a:t>
            </a:r>
          </a:p>
          <a:p>
            <a:pPr eaLnBrk="1" hangingPunct="1"/>
            <a:r>
              <a:rPr lang="en-US" altLang="en-US" sz="2400" dirty="0"/>
              <a:t>Often average PE ratio for the industry is used</a:t>
            </a:r>
          </a:p>
          <a:p>
            <a:pPr eaLnBrk="1" hangingPunct="1"/>
            <a:r>
              <a:rPr lang="en-US" altLang="en-US" sz="2400" dirty="0"/>
              <a:t>This approach is also useful in valuing firms that are not publicly traded. </a:t>
            </a:r>
          </a:p>
        </p:txBody>
      </p:sp>
    </p:spTree>
  </p:cSld>
  <p:clrMapOvr>
    <a:masterClrMapping/>
  </p:clrMapOvr>
</p:sld>
</file>

<file path=ppt/slides/slide5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9B2FBD8-9CEA-E403-87F5-0FDA3D7BEA9A}"/>
              </a:ext>
            </a:extLst>
          </p:cNvPr>
          <p:cNvSpPr>
            <a:spLocks noGrp="1"/>
          </p:cNvSpPr>
          <p:nvPr>
            <p:ph type="title"/>
          </p:nvPr>
        </p:nvSpPr>
        <p:spPr>
          <a:xfrm>
            <a:off x="457200" y="192492"/>
            <a:ext cx="11277600" cy="510894"/>
          </a:xfrm>
          <a:ln>
            <a:solidFill>
              <a:schemeClr val="tx1"/>
            </a:solidFill>
          </a:ln>
        </p:spPr>
        <p:txBody>
          <a:bodyPr>
            <a:noAutofit/>
          </a:bodyPr>
          <a:lstStyle/>
          <a:p>
            <a:r>
              <a:rPr lang="en-IN" dirty="0"/>
              <a:t>P</a:t>
            </a:r>
            <a:r>
              <a:rPr lang="en-IN" sz="100" dirty="0"/>
              <a:t> </a:t>
            </a:r>
            <a:r>
              <a:rPr lang="en-IN" dirty="0"/>
              <a:t>E, P</a:t>
            </a:r>
            <a:r>
              <a:rPr lang="en-IN" sz="100" dirty="0"/>
              <a:t> </a:t>
            </a:r>
            <a:r>
              <a:rPr lang="en-IN" dirty="0"/>
              <a:t>S, and E</a:t>
            </a:r>
            <a:r>
              <a:rPr lang="en-IN" sz="100" dirty="0"/>
              <a:t> </a:t>
            </a:r>
            <a:r>
              <a:rPr lang="en-IN" dirty="0"/>
              <a:t>V/EBITDA Ratios for Various Industries</a:t>
            </a:r>
            <a:endParaRPr lang="en-US" dirty="0"/>
          </a:p>
        </p:txBody>
      </p:sp>
      <p:graphicFrame>
        <p:nvGraphicFramePr>
          <p:cNvPr id="7" name="Table 7">
            <a:extLst>
              <a:ext uri="{FF2B5EF4-FFF2-40B4-BE49-F238E27FC236}">
                <a16:creationId xmlns:a16="http://schemas.microsoft.com/office/drawing/2014/main" id="{EBED504C-4E1C-1FE9-4AB1-5ED77EB54703}"/>
              </a:ext>
            </a:extLst>
          </p:cNvPr>
          <p:cNvGraphicFramePr>
            <a:graphicFrameLocks noGrp="1"/>
          </p:cNvGraphicFramePr>
          <p:nvPr>
            <p:extLst>
              <p:ext uri="{D42A27DB-BD31-4B8C-83A1-F6EECF244321}">
                <p14:modId xmlns:p14="http://schemas.microsoft.com/office/powerpoint/2010/main" val="1700840631"/>
              </p:ext>
            </p:extLst>
          </p:nvPr>
        </p:nvGraphicFramePr>
        <p:xfrm>
          <a:off x="867507" y="1179108"/>
          <a:ext cx="6437036" cy="5486400"/>
        </p:xfrm>
        <a:graphic>
          <a:graphicData uri="http://schemas.openxmlformats.org/drawingml/2006/table">
            <a:tbl>
              <a:tblPr firstRow="1" bandRow="1">
                <a:tableStyleId>{5C22544A-7EE6-4342-B048-85BDC9FD1C3A}</a:tableStyleId>
              </a:tblPr>
              <a:tblGrid>
                <a:gridCol w="2098560">
                  <a:extLst>
                    <a:ext uri="{9D8B030D-6E8A-4147-A177-3AD203B41FA5}">
                      <a16:colId xmlns:a16="http://schemas.microsoft.com/office/drawing/2014/main" val="625856929"/>
                    </a:ext>
                  </a:extLst>
                </a:gridCol>
                <a:gridCol w="1326010">
                  <a:extLst>
                    <a:ext uri="{9D8B030D-6E8A-4147-A177-3AD203B41FA5}">
                      <a16:colId xmlns:a16="http://schemas.microsoft.com/office/drawing/2014/main" val="1618550996"/>
                    </a:ext>
                  </a:extLst>
                </a:gridCol>
                <a:gridCol w="1506233">
                  <a:extLst>
                    <a:ext uri="{9D8B030D-6E8A-4147-A177-3AD203B41FA5}">
                      <a16:colId xmlns:a16="http://schemas.microsoft.com/office/drawing/2014/main" val="1019665974"/>
                    </a:ext>
                  </a:extLst>
                </a:gridCol>
                <a:gridCol w="1506233">
                  <a:extLst>
                    <a:ext uri="{9D8B030D-6E8A-4147-A177-3AD203B41FA5}">
                      <a16:colId xmlns:a16="http://schemas.microsoft.com/office/drawing/2014/main" val="777763339"/>
                    </a:ext>
                  </a:extLst>
                </a:gridCol>
              </a:tblGrid>
              <a:tr h="338797">
                <a:tc>
                  <a:txBody>
                    <a:bodyPr/>
                    <a:lstStyle/>
                    <a:p>
                      <a:endParaRPr lang="en-IN" sz="1800" dirty="0"/>
                    </a:p>
                  </a:txBody>
                  <a:tcPr/>
                </a:tc>
                <a:tc>
                  <a:txBody>
                    <a:bodyPr/>
                    <a:lstStyle/>
                    <a:p>
                      <a:r>
                        <a:rPr lang="en-IN" sz="1800" dirty="0"/>
                        <a:t>P E</a:t>
                      </a:r>
                    </a:p>
                  </a:txBody>
                  <a:tcPr/>
                </a:tc>
                <a:tc>
                  <a:txBody>
                    <a:bodyPr/>
                    <a:lstStyle/>
                    <a:p>
                      <a:r>
                        <a:rPr lang="en-IN" sz="1800" dirty="0"/>
                        <a:t>P S</a:t>
                      </a:r>
                    </a:p>
                  </a:txBody>
                  <a:tcPr/>
                </a:tc>
                <a:tc>
                  <a:txBody>
                    <a:bodyPr/>
                    <a:lstStyle/>
                    <a:p>
                      <a:r>
                        <a:rPr lang="en-IN" sz="1800" dirty="0"/>
                        <a:t>E V/EBITDA</a:t>
                      </a:r>
                    </a:p>
                  </a:txBody>
                  <a:tcPr/>
                </a:tc>
                <a:extLst>
                  <a:ext uri="{0D108BD9-81ED-4DB2-BD59-A6C34878D82A}">
                    <a16:rowId xmlns:a16="http://schemas.microsoft.com/office/drawing/2014/main" val="2887807325"/>
                  </a:ext>
                </a:extLst>
              </a:tr>
              <a:tr h="187569">
                <a:tc>
                  <a:txBody>
                    <a:bodyPr/>
                    <a:lstStyle/>
                    <a:p>
                      <a:r>
                        <a:rPr lang="en-IN" sz="1800" dirty="0"/>
                        <a:t>Apparel</a:t>
                      </a:r>
                    </a:p>
                  </a:txBody>
                  <a:tcPr/>
                </a:tc>
                <a:tc>
                  <a:txBody>
                    <a:bodyPr/>
                    <a:lstStyle/>
                    <a:p>
                      <a:r>
                        <a:rPr lang="en-IN" sz="1800" dirty="0"/>
                        <a:t>10.50</a:t>
                      </a:r>
                    </a:p>
                  </a:txBody>
                  <a:tcPr/>
                </a:tc>
                <a:tc>
                  <a:txBody>
                    <a:bodyPr/>
                    <a:lstStyle/>
                    <a:p>
                      <a:r>
                        <a:rPr lang="en-IN" sz="1800" dirty="0"/>
                        <a:t>.81</a:t>
                      </a:r>
                    </a:p>
                  </a:txBody>
                  <a:tcPr/>
                </a:tc>
                <a:tc>
                  <a:txBody>
                    <a:bodyPr/>
                    <a:lstStyle/>
                    <a:p>
                      <a:r>
                        <a:rPr lang="en-IN" sz="1800" dirty="0"/>
                        <a:t>8.17</a:t>
                      </a:r>
                    </a:p>
                  </a:txBody>
                  <a:tcPr/>
                </a:tc>
                <a:extLst>
                  <a:ext uri="{0D108BD9-81ED-4DB2-BD59-A6C34878D82A}">
                    <a16:rowId xmlns:a16="http://schemas.microsoft.com/office/drawing/2014/main" val="1545075076"/>
                  </a:ext>
                </a:extLst>
              </a:tr>
              <a:tr h="338797">
                <a:tc>
                  <a:txBody>
                    <a:bodyPr/>
                    <a:lstStyle/>
                    <a:p>
                      <a:r>
                        <a:rPr lang="en-IN" sz="1800" dirty="0"/>
                        <a:t>Beverage (Soft)</a:t>
                      </a:r>
                    </a:p>
                  </a:txBody>
                  <a:tcPr/>
                </a:tc>
                <a:tc>
                  <a:txBody>
                    <a:bodyPr/>
                    <a:lstStyle/>
                    <a:p>
                      <a:r>
                        <a:rPr lang="en-IN" sz="1800" dirty="0"/>
                        <a:t>40.90</a:t>
                      </a:r>
                    </a:p>
                  </a:txBody>
                  <a:tcPr/>
                </a:tc>
                <a:tc>
                  <a:txBody>
                    <a:bodyPr/>
                    <a:lstStyle/>
                    <a:p>
                      <a:r>
                        <a:rPr lang="en-IN" sz="1800" dirty="0"/>
                        <a:t>4.16</a:t>
                      </a:r>
                    </a:p>
                  </a:txBody>
                  <a:tcPr/>
                </a:tc>
                <a:tc>
                  <a:txBody>
                    <a:bodyPr/>
                    <a:lstStyle/>
                    <a:p>
                      <a:r>
                        <a:rPr lang="en-IN" sz="1800" dirty="0"/>
                        <a:t>21.50</a:t>
                      </a:r>
                    </a:p>
                  </a:txBody>
                  <a:tcPr/>
                </a:tc>
                <a:extLst>
                  <a:ext uri="{0D108BD9-81ED-4DB2-BD59-A6C34878D82A}">
                    <a16:rowId xmlns:a16="http://schemas.microsoft.com/office/drawing/2014/main" val="1887162882"/>
                  </a:ext>
                </a:extLst>
              </a:tr>
              <a:tr h="338797">
                <a:tc>
                  <a:txBody>
                    <a:bodyPr/>
                    <a:lstStyle/>
                    <a:p>
                      <a:r>
                        <a:rPr lang="en-IN" sz="1800" dirty="0"/>
                        <a:t>Cable TV</a:t>
                      </a:r>
                    </a:p>
                  </a:txBody>
                  <a:tcPr/>
                </a:tc>
                <a:tc>
                  <a:txBody>
                    <a:bodyPr/>
                    <a:lstStyle/>
                    <a:p>
                      <a:r>
                        <a:rPr lang="en-IN" sz="1800" dirty="0"/>
                        <a:t>11.08</a:t>
                      </a:r>
                    </a:p>
                  </a:txBody>
                  <a:tcPr/>
                </a:tc>
                <a:tc>
                  <a:txBody>
                    <a:bodyPr/>
                    <a:lstStyle/>
                    <a:p>
                      <a:r>
                        <a:rPr lang="en-IN" sz="1800" dirty="0"/>
                        <a:t>1.19</a:t>
                      </a:r>
                    </a:p>
                  </a:txBody>
                  <a:tcPr/>
                </a:tc>
                <a:tc>
                  <a:txBody>
                    <a:bodyPr/>
                    <a:lstStyle/>
                    <a:p>
                      <a:r>
                        <a:rPr lang="en-IN" sz="1800" dirty="0"/>
                        <a:t>7.76</a:t>
                      </a:r>
                    </a:p>
                  </a:txBody>
                  <a:tcPr/>
                </a:tc>
                <a:extLst>
                  <a:ext uri="{0D108BD9-81ED-4DB2-BD59-A6C34878D82A}">
                    <a16:rowId xmlns:a16="http://schemas.microsoft.com/office/drawing/2014/main" val="540948465"/>
                  </a:ext>
                </a:extLst>
              </a:tr>
              <a:tr h="592895">
                <a:tc>
                  <a:txBody>
                    <a:bodyPr/>
                    <a:lstStyle/>
                    <a:p>
                      <a:r>
                        <a:rPr lang="en-IN" sz="1800" dirty="0"/>
                        <a:t>Drugs (Biotechnology)</a:t>
                      </a:r>
                    </a:p>
                  </a:txBody>
                  <a:tcPr/>
                </a:tc>
                <a:tc>
                  <a:txBody>
                    <a:bodyPr/>
                    <a:lstStyle/>
                    <a:p>
                      <a:r>
                        <a:rPr lang="en-IN" sz="1800" dirty="0"/>
                        <a:t>34.86</a:t>
                      </a:r>
                    </a:p>
                  </a:txBody>
                  <a:tcPr/>
                </a:tc>
                <a:tc>
                  <a:txBody>
                    <a:bodyPr/>
                    <a:lstStyle/>
                    <a:p>
                      <a:r>
                        <a:rPr lang="en-IN" sz="1800" dirty="0"/>
                        <a:t>5.78</a:t>
                      </a:r>
                    </a:p>
                  </a:txBody>
                  <a:tcPr/>
                </a:tc>
                <a:tc>
                  <a:txBody>
                    <a:bodyPr/>
                    <a:lstStyle/>
                    <a:p>
                      <a:r>
                        <a:rPr lang="en-IN" sz="1800" dirty="0"/>
                        <a:t>27.4</a:t>
                      </a:r>
                    </a:p>
                  </a:txBody>
                  <a:tcPr/>
                </a:tc>
                <a:extLst>
                  <a:ext uri="{0D108BD9-81ED-4DB2-BD59-A6C34878D82A}">
                    <a16:rowId xmlns:a16="http://schemas.microsoft.com/office/drawing/2014/main" val="938904043"/>
                  </a:ext>
                </a:extLst>
              </a:tr>
              <a:tr h="338797">
                <a:tc>
                  <a:txBody>
                    <a:bodyPr/>
                    <a:lstStyle/>
                    <a:p>
                      <a:r>
                        <a:rPr lang="en-IN" sz="1800" dirty="0"/>
                        <a:t>Entertainment</a:t>
                      </a:r>
                    </a:p>
                  </a:txBody>
                  <a:tcPr/>
                </a:tc>
                <a:tc>
                  <a:txBody>
                    <a:bodyPr/>
                    <a:lstStyle/>
                    <a:p>
                      <a:r>
                        <a:rPr lang="en-IN" sz="1800" dirty="0"/>
                        <a:t>44.39</a:t>
                      </a:r>
                    </a:p>
                  </a:txBody>
                  <a:tcPr/>
                </a:tc>
                <a:tc>
                  <a:txBody>
                    <a:bodyPr/>
                    <a:lstStyle/>
                    <a:p>
                      <a:r>
                        <a:rPr lang="en-IN" sz="1800" dirty="0"/>
                        <a:t>2.47</a:t>
                      </a:r>
                    </a:p>
                  </a:txBody>
                  <a:tcPr/>
                </a:tc>
                <a:tc>
                  <a:txBody>
                    <a:bodyPr/>
                    <a:lstStyle/>
                    <a:p>
                      <a:r>
                        <a:rPr lang="en-IN" sz="1800" dirty="0"/>
                        <a:t>21.12</a:t>
                      </a:r>
                    </a:p>
                  </a:txBody>
                  <a:tcPr/>
                </a:tc>
                <a:extLst>
                  <a:ext uri="{0D108BD9-81ED-4DB2-BD59-A6C34878D82A}">
                    <a16:rowId xmlns:a16="http://schemas.microsoft.com/office/drawing/2014/main" val="1963090050"/>
                  </a:ext>
                </a:extLst>
              </a:tr>
              <a:tr h="592895">
                <a:tc>
                  <a:txBody>
                    <a:bodyPr/>
                    <a:lstStyle/>
                    <a:p>
                      <a:r>
                        <a:rPr lang="en-IN" sz="1800" dirty="0"/>
                        <a:t>Farming/Agriculture</a:t>
                      </a:r>
                    </a:p>
                  </a:txBody>
                  <a:tcPr/>
                </a:tc>
                <a:tc>
                  <a:txBody>
                    <a:bodyPr/>
                    <a:lstStyle/>
                    <a:p>
                      <a:r>
                        <a:rPr lang="en-IN" sz="1800" dirty="0"/>
                        <a:t>33.56</a:t>
                      </a:r>
                    </a:p>
                  </a:txBody>
                  <a:tcPr/>
                </a:tc>
                <a:tc>
                  <a:txBody>
                    <a:bodyPr/>
                    <a:lstStyle/>
                    <a:p>
                      <a:r>
                        <a:rPr lang="en-IN" sz="1800" dirty="0"/>
                        <a:t>.94</a:t>
                      </a:r>
                    </a:p>
                  </a:txBody>
                  <a:tcPr/>
                </a:tc>
                <a:tc>
                  <a:txBody>
                    <a:bodyPr/>
                    <a:lstStyle/>
                    <a:p>
                      <a:r>
                        <a:rPr lang="en-IN" sz="1800" dirty="0"/>
                        <a:t>14.70</a:t>
                      </a:r>
                    </a:p>
                  </a:txBody>
                  <a:tcPr/>
                </a:tc>
                <a:extLst>
                  <a:ext uri="{0D108BD9-81ED-4DB2-BD59-A6C34878D82A}">
                    <a16:rowId xmlns:a16="http://schemas.microsoft.com/office/drawing/2014/main" val="490044724"/>
                  </a:ext>
                </a:extLst>
              </a:tr>
              <a:tr h="338797">
                <a:tc>
                  <a:txBody>
                    <a:bodyPr/>
                    <a:lstStyle/>
                    <a:p>
                      <a:r>
                        <a:rPr lang="en-IN" sz="1800" dirty="0"/>
                        <a:t>Food wholesalers</a:t>
                      </a:r>
                    </a:p>
                  </a:txBody>
                  <a:tcPr/>
                </a:tc>
                <a:tc>
                  <a:txBody>
                    <a:bodyPr/>
                    <a:lstStyle/>
                    <a:p>
                      <a:r>
                        <a:rPr lang="en-IN" sz="1800" dirty="0"/>
                        <a:t>14.71</a:t>
                      </a:r>
                    </a:p>
                  </a:txBody>
                  <a:tcPr/>
                </a:tc>
                <a:tc>
                  <a:txBody>
                    <a:bodyPr/>
                    <a:lstStyle/>
                    <a:p>
                      <a:r>
                        <a:rPr lang="en-IN" sz="1800" dirty="0"/>
                        <a:t>.29</a:t>
                      </a:r>
                    </a:p>
                  </a:txBody>
                  <a:tcPr/>
                </a:tc>
                <a:tc>
                  <a:txBody>
                    <a:bodyPr/>
                    <a:lstStyle/>
                    <a:p>
                      <a:r>
                        <a:rPr lang="en-IN" sz="1800" dirty="0"/>
                        <a:t>14.15</a:t>
                      </a:r>
                    </a:p>
                  </a:txBody>
                  <a:tcPr/>
                </a:tc>
                <a:extLst>
                  <a:ext uri="{0D108BD9-81ED-4DB2-BD59-A6C34878D82A}">
                    <a16:rowId xmlns:a16="http://schemas.microsoft.com/office/drawing/2014/main" val="1374948226"/>
                  </a:ext>
                </a:extLst>
              </a:tr>
              <a:tr h="592895">
                <a:tc>
                  <a:txBody>
                    <a:bodyPr/>
                    <a:lstStyle/>
                    <a:p>
                      <a:r>
                        <a:rPr lang="en-IN" sz="1800" dirty="0"/>
                        <a:t>Furniture/Home furnishings</a:t>
                      </a:r>
                    </a:p>
                  </a:txBody>
                  <a:tcPr/>
                </a:tc>
                <a:tc>
                  <a:txBody>
                    <a:bodyPr/>
                    <a:lstStyle/>
                    <a:p>
                      <a:r>
                        <a:rPr lang="en-IN" sz="1800" dirty="0"/>
                        <a:t>11.39</a:t>
                      </a:r>
                    </a:p>
                  </a:txBody>
                  <a:tcPr/>
                </a:tc>
                <a:tc>
                  <a:txBody>
                    <a:bodyPr/>
                    <a:lstStyle/>
                    <a:p>
                      <a:r>
                        <a:rPr lang="en-IN" sz="1800" dirty="0"/>
                        <a:t>.60</a:t>
                      </a:r>
                    </a:p>
                  </a:txBody>
                  <a:tcPr/>
                </a:tc>
                <a:tc>
                  <a:txBody>
                    <a:bodyPr/>
                    <a:lstStyle/>
                    <a:p>
                      <a:r>
                        <a:rPr lang="en-IN" sz="1800" dirty="0"/>
                        <a:t>6.77</a:t>
                      </a:r>
                    </a:p>
                  </a:txBody>
                  <a:tcPr/>
                </a:tc>
                <a:extLst>
                  <a:ext uri="{0D108BD9-81ED-4DB2-BD59-A6C34878D82A}">
                    <a16:rowId xmlns:a16="http://schemas.microsoft.com/office/drawing/2014/main" val="3795844111"/>
                  </a:ext>
                </a:extLst>
              </a:tr>
              <a:tr h="592895">
                <a:tc>
                  <a:txBody>
                    <a:bodyPr/>
                    <a:lstStyle/>
                    <a:p>
                      <a:r>
                        <a:rPr lang="en-IN" sz="1800" dirty="0"/>
                        <a:t>Green &amp; renewable energy</a:t>
                      </a:r>
                    </a:p>
                  </a:txBody>
                  <a:tcPr/>
                </a:tc>
                <a:tc>
                  <a:txBody>
                    <a:bodyPr/>
                    <a:lstStyle/>
                    <a:p>
                      <a:r>
                        <a:rPr lang="en-IN" sz="1800" dirty="0"/>
                        <a:t>40.26</a:t>
                      </a:r>
                    </a:p>
                  </a:txBody>
                  <a:tcPr/>
                </a:tc>
                <a:tc>
                  <a:txBody>
                    <a:bodyPr/>
                    <a:lstStyle/>
                    <a:p>
                      <a:r>
                        <a:rPr lang="en-IN" sz="1800" dirty="0"/>
                        <a:t>3.68</a:t>
                      </a:r>
                    </a:p>
                  </a:txBody>
                  <a:tcPr/>
                </a:tc>
                <a:tc>
                  <a:txBody>
                    <a:bodyPr/>
                    <a:lstStyle/>
                    <a:p>
                      <a:r>
                        <a:rPr lang="en-IN" sz="1800" dirty="0"/>
                        <a:t>14.64</a:t>
                      </a:r>
                    </a:p>
                  </a:txBody>
                  <a:tcPr/>
                </a:tc>
                <a:extLst>
                  <a:ext uri="{0D108BD9-81ED-4DB2-BD59-A6C34878D82A}">
                    <a16:rowId xmlns:a16="http://schemas.microsoft.com/office/drawing/2014/main" val="2801828168"/>
                  </a:ext>
                </a:extLst>
              </a:tr>
              <a:tr h="338797">
                <a:tc>
                  <a:txBody>
                    <a:bodyPr/>
                    <a:lstStyle/>
                    <a:p>
                      <a:r>
                        <a:rPr lang="en-IN" sz="1800" dirty="0"/>
                        <a:t>Power</a:t>
                      </a:r>
                    </a:p>
                  </a:txBody>
                  <a:tcPr/>
                </a:tc>
                <a:tc>
                  <a:txBody>
                    <a:bodyPr/>
                    <a:lstStyle/>
                    <a:p>
                      <a:r>
                        <a:rPr lang="en-IN" sz="1800" dirty="0"/>
                        <a:t>18.11</a:t>
                      </a:r>
                    </a:p>
                  </a:txBody>
                  <a:tcPr/>
                </a:tc>
                <a:tc>
                  <a:txBody>
                    <a:bodyPr/>
                    <a:lstStyle/>
                    <a:p>
                      <a:r>
                        <a:rPr lang="en-IN" sz="1800" dirty="0"/>
                        <a:t>2.14</a:t>
                      </a:r>
                    </a:p>
                  </a:txBody>
                  <a:tcPr/>
                </a:tc>
                <a:tc>
                  <a:txBody>
                    <a:bodyPr/>
                    <a:lstStyle/>
                    <a:p>
                      <a:r>
                        <a:rPr lang="en-IN" sz="1800" dirty="0"/>
                        <a:t>13.48</a:t>
                      </a:r>
                    </a:p>
                  </a:txBody>
                  <a:tcPr/>
                </a:tc>
                <a:extLst>
                  <a:ext uri="{0D108BD9-81ED-4DB2-BD59-A6C34878D82A}">
                    <a16:rowId xmlns:a16="http://schemas.microsoft.com/office/drawing/2014/main" val="2454621624"/>
                  </a:ext>
                </a:extLst>
              </a:tr>
              <a:tr h="338797">
                <a:tc>
                  <a:txBody>
                    <a:bodyPr/>
                    <a:lstStyle/>
                    <a:p>
                      <a:r>
                        <a:rPr lang="en-IN" sz="1800" dirty="0"/>
                        <a:t>Restaurant/Dining</a:t>
                      </a:r>
                    </a:p>
                  </a:txBody>
                  <a:tcPr/>
                </a:tc>
                <a:tc>
                  <a:txBody>
                    <a:bodyPr/>
                    <a:lstStyle/>
                    <a:p>
                      <a:r>
                        <a:rPr lang="en-IN" sz="1800" dirty="0"/>
                        <a:t>26.32</a:t>
                      </a:r>
                    </a:p>
                  </a:txBody>
                  <a:tcPr/>
                </a:tc>
                <a:tc>
                  <a:txBody>
                    <a:bodyPr/>
                    <a:lstStyle/>
                    <a:p>
                      <a:r>
                        <a:rPr lang="en-IN" sz="1800" dirty="0"/>
                        <a:t>3.16</a:t>
                      </a:r>
                    </a:p>
                  </a:txBody>
                  <a:tcPr/>
                </a:tc>
                <a:tc>
                  <a:txBody>
                    <a:bodyPr/>
                    <a:lstStyle/>
                    <a:p>
                      <a:r>
                        <a:rPr lang="en-IN" sz="1800" dirty="0"/>
                        <a:t>20.52</a:t>
                      </a:r>
                    </a:p>
                  </a:txBody>
                  <a:tcPr/>
                </a:tc>
                <a:extLst>
                  <a:ext uri="{0D108BD9-81ED-4DB2-BD59-A6C34878D82A}">
                    <a16:rowId xmlns:a16="http://schemas.microsoft.com/office/drawing/2014/main" val="2030712135"/>
                  </a:ext>
                </a:extLst>
              </a:tr>
            </a:tbl>
          </a:graphicData>
        </a:graphic>
      </p:graphicFrame>
      <p:sp>
        <p:nvSpPr>
          <p:cNvPr id="6" name="Slide Number Placeholder 5">
            <a:extLst>
              <a:ext uri="{FF2B5EF4-FFF2-40B4-BE49-F238E27FC236}">
                <a16:creationId xmlns:a16="http://schemas.microsoft.com/office/drawing/2014/main" id="{930185AC-7903-FD34-D28D-073A34902EF6}"/>
              </a:ext>
            </a:extLst>
          </p:cNvPr>
          <p:cNvSpPr>
            <a:spLocks noGrp="1"/>
          </p:cNvSpPr>
          <p:nvPr>
            <p:ph type="sldNum" sz="quarter" idx="4"/>
          </p:nvPr>
        </p:nvSpPr>
        <p:spPr/>
        <p:txBody>
          <a:bodyPr/>
          <a:lstStyle/>
          <a:p>
            <a:fld id="{68151E55-6873-49E2-B8D5-2F265E6F1973}" type="slidenum">
              <a:rPr lang="en-US" smtClean="0"/>
              <a:pPr/>
              <a:t>51</a:t>
            </a:fld>
            <a:endParaRPr lang="en-US" dirty="0"/>
          </a:p>
        </p:txBody>
      </p:sp>
      <p:sp>
        <p:nvSpPr>
          <p:cNvPr id="4" name="TextBox 3">
            <a:extLst>
              <a:ext uri="{FF2B5EF4-FFF2-40B4-BE49-F238E27FC236}">
                <a16:creationId xmlns:a16="http://schemas.microsoft.com/office/drawing/2014/main" id="{72E2542E-8941-BAFA-09A1-728369020BB4}"/>
              </a:ext>
            </a:extLst>
          </p:cNvPr>
          <p:cNvSpPr txBox="1"/>
          <p:nvPr/>
        </p:nvSpPr>
        <p:spPr>
          <a:xfrm>
            <a:off x="8375072" y="3081094"/>
            <a:ext cx="2778370" cy="1754326"/>
          </a:xfrm>
          <a:prstGeom prst="rect">
            <a:avLst/>
          </a:prstGeom>
          <a:noFill/>
        </p:spPr>
        <p:txBody>
          <a:bodyPr wrap="square">
            <a:spAutoFit/>
          </a:bodyPr>
          <a:lstStyle/>
          <a:p>
            <a:r>
              <a:rPr lang="en-US" dirty="0"/>
              <a:t>EV = Enterprise Value</a:t>
            </a:r>
          </a:p>
          <a:p>
            <a:endParaRPr lang="en-US" dirty="0"/>
          </a:p>
          <a:p>
            <a:r>
              <a:rPr lang="en-US" dirty="0"/>
              <a:t>EBITDA = Earnings Before Interest, Taxes, Depreciation &amp; Amortization</a:t>
            </a:r>
          </a:p>
        </p:txBody>
      </p:sp>
      <p:sp>
        <p:nvSpPr>
          <p:cNvPr id="5" name="TextBox 4">
            <a:extLst>
              <a:ext uri="{FF2B5EF4-FFF2-40B4-BE49-F238E27FC236}">
                <a16:creationId xmlns:a16="http://schemas.microsoft.com/office/drawing/2014/main" id="{5F44B42E-6659-AA5E-45AE-6920B1AD6CCD}"/>
              </a:ext>
            </a:extLst>
          </p:cNvPr>
          <p:cNvSpPr txBox="1"/>
          <p:nvPr/>
        </p:nvSpPr>
        <p:spPr>
          <a:xfrm>
            <a:off x="8375072" y="1292075"/>
            <a:ext cx="2250831" cy="1200329"/>
          </a:xfrm>
          <a:prstGeom prst="rect">
            <a:avLst/>
          </a:prstGeom>
          <a:noFill/>
        </p:spPr>
        <p:txBody>
          <a:bodyPr wrap="square" rtlCol="0">
            <a:spAutoFit/>
          </a:bodyPr>
          <a:lstStyle/>
          <a:p>
            <a:r>
              <a:rPr lang="en-US" dirty="0"/>
              <a:t>PE= Price Earning Ratio</a:t>
            </a:r>
          </a:p>
          <a:p>
            <a:endParaRPr lang="en-US" dirty="0"/>
          </a:p>
          <a:p>
            <a:r>
              <a:rPr lang="en-US" dirty="0"/>
              <a:t>PS = Price to Sale</a:t>
            </a:r>
          </a:p>
        </p:txBody>
      </p:sp>
    </p:spTree>
    <p:extLst>
      <p:ext uri="{BB962C8B-B14F-4D97-AF65-F5344CB8AC3E}">
        <p14:creationId xmlns:p14="http://schemas.microsoft.com/office/powerpoint/2010/main" val="2214418908"/>
      </p:ext>
    </p:extLst>
  </p:cSld>
  <p:clrMapOvr>
    <a:masterClrMapping/>
  </p:clrMapOvr>
</p:sld>
</file>

<file path=ppt/slides/slide5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 name="Title 8">
            <a:extLst>
              <a:ext uri="{FF2B5EF4-FFF2-40B4-BE49-F238E27FC236}">
                <a16:creationId xmlns:a16="http://schemas.microsoft.com/office/drawing/2014/main" id="{E7428A3E-6023-34E8-9B0F-C401E4CFBF2F}"/>
              </a:ext>
            </a:extLst>
          </p:cNvPr>
          <p:cNvSpPr>
            <a:spLocks noGrp="1"/>
          </p:cNvSpPr>
          <p:nvPr>
            <p:ph type="title"/>
          </p:nvPr>
        </p:nvSpPr>
        <p:spPr>
          <a:ln>
            <a:solidFill>
              <a:schemeClr val="tx1"/>
            </a:solidFill>
          </a:ln>
        </p:spPr>
        <p:txBody>
          <a:bodyPr/>
          <a:lstStyle/>
          <a:p>
            <a:r>
              <a:rPr lang="en-IN" dirty="0"/>
              <a:t>Summary of Stock Valuation </a:t>
            </a:r>
            <a:r>
              <a:rPr lang="en-IN" sz="1000" dirty="0"/>
              <a:t>1</a:t>
            </a:r>
          </a:p>
        </p:txBody>
      </p:sp>
      <p:sp>
        <p:nvSpPr>
          <p:cNvPr id="10" name="Content Placeholder 9">
            <a:extLst>
              <a:ext uri="{FF2B5EF4-FFF2-40B4-BE49-F238E27FC236}">
                <a16:creationId xmlns:a16="http://schemas.microsoft.com/office/drawing/2014/main" id="{0863838F-926E-3B1B-4866-00E6749562CE}"/>
              </a:ext>
            </a:extLst>
          </p:cNvPr>
          <p:cNvSpPr>
            <a:spLocks noGrp="1"/>
          </p:cNvSpPr>
          <p:nvPr>
            <p:ph sz="quarter" idx="11"/>
          </p:nvPr>
        </p:nvSpPr>
        <p:spPr>
          <a:xfrm>
            <a:off x="1866900" y="1276710"/>
            <a:ext cx="8458200" cy="793786"/>
          </a:xfrm>
        </p:spPr>
        <p:txBody>
          <a:bodyPr/>
          <a:lstStyle/>
          <a:p>
            <a:pPr marL="403200" indent="-403200">
              <a:buFont typeface="+mj-lt"/>
              <a:buAutoNum type="arabicPeriod"/>
            </a:pPr>
            <a:r>
              <a:rPr lang="en-IN" sz="1800" b="1" dirty="0"/>
              <a:t>The General Case:</a:t>
            </a:r>
          </a:p>
          <a:p>
            <a:pPr marL="0" indent="0">
              <a:buNone/>
            </a:pPr>
            <a:r>
              <a:rPr lang="en-IN" sz="1800" dirty="0"/>
              <a:t>In general, the price today of a share of stock,</a:t>
            </a:r>
          </a:p>
        </p:txBody>
      </p:sp>
      <p:graphicFrame>
        <p:nvGraphicFramePr>
          <p:cNvPr id="20" name="Object 19">
            <a:extLst>
              <a:ext uri="{FF2B5EF4-FFF2-40B4-BE49-F238E27FC236}">
                <a16:creationId xmlns:a16="http://schemas.microsoft.com/office/drawing/2014/main" id="{5E11F20F-585C-6434-0256-42BCF05DD960}"/>
              </a:ext>
            </a:extLst>
          </p:cNvPr>
          <p:cNvGraphicFramePr>
            <a:graphicFrameLocks noChangeAspect="1"/>
          </p:cNvGraphicFramePr>
          <p:nvPr/>
        </p:nvGraphicFramePr>
        <p:xfrm>
          <a:off x="6631875" y="1734504"/>
          <a:ext cx="292100" cy="292100"/>
        </p:xfrm>
        <a:graphic>
          <a:graphicData uri="http://schemas.openxmlformats.org/presentationml/2006/ole">
            <mc:AlternateContent xmlns:mc="http://schemas.openxmlformats.org/markup-compatibility/2006">
              <mc:Choice xmlns:v="urn:schemas-microsoft-com:vml" Requires="v">
                <p:oleObj name="Equation" r:id="rId3" imgW="291960" imgH="291960" progId="Equation.DSMT4">
                  <p:embed/>
                </p:oleObj>
              </mc:Choice>
              <mc:Fallback>
                <p:oleObj name="Equation" r:id="rId3" imgW="291960" imgH="291960" progId="Equation.DSMT4">
                  <p:embed/>
                  <p:pic>
                    <p:nvPicPr>
                      <p:cNvPr id="20" name="Object 19">
                        <a:extLst>
                          <a:ext uri="{FF2B5EF4-FFF2-40B4-BE49-F238E27FC236}">
                            <a16:creationId xmlns:a16="http://schemas.microsoft.com/office/drawing/2014/main" id="{5E11F20F-585C-6434-0256-42BCF05DD960}"/>
                          </a:ext>
                        </a:extLst>
                      </p:cNvPr>
                      <p:cNvPicPr/>
                      <p:nvPr/>
                    </p:nvPicPr>
                    <p:blipFill>
                      <a:blip r:embed="rId4"/>
                      <a:stretch>
                        <a:fillRect/>
                      </a:stretch>
                    </p:blipFill>
                    <p:spPr>
                      <a:xfrm>
                        <a:off x="6631875" y="1734504"/>
                        <a:ext cx="292100" cy="292100"/>
                      </a:xfrm>
                      <a:prstGeom prst="rect">
                        <a:avLst/>
                      </a:prstGeom>
                    </p:spPr>
                  </p:pic>
                </p:oleObj>
              </mc:Fallback>
            </mc:AlternateContent>
          </a:graphicData>
        </a:graphic>
      </p:graphicFrame>
      <p:sp>
        <p:nvSpPr>
          <p:cNvPr id="13" name="Content Placeholder 12">
            <a:extLst>
              <a:ext uri="{FF2B5EF4-FFF2-40B4-BE49-F238E27FC236}">
                <a16:creationId xmlns:a16="http://schemas.microsoft.com/office/drawing/2014/main" id="{19AF5BE7-6389-ADB7-312F-005CAC5B7E8B}"/>
              </a:ext>
            </a:extLst>
          </p:cNvPr>
          <p:cNvSpPr>
            <a:spLocks noGrp="1"/>
          </p:cNvSpPr>
          <p:nvPr>
            <p:ph sz="quarter" idx="14"/>
          </p:nvPr>
        </p:nvSpPr>
        <p:spPr>
          <a:xfrm>
            <a:off x="6937241" y="1671603"/>
            <a:ext cx="3076387" cy="405317"/>
          </a:xfrm>
        </p:spPr>
        <p:txBody>
          <a:bodyPr/>
          <a:lstStyle/>
          <a:p>
            <a:r>
              <a:rPr lang="en-IN" sz="1800" dirty="0"/>
              <a:t>is the present value of all</a:t>
            </a:r>
          </a:p>
        </p:txBody>
      </p:sp>
      <p:sp>
        <p:nvSpPr>
          <p:cNvPr id="14" name="Content Placeholder 13">
            <a:extLst>
              <a:ext uri="{FF2B5EF4-FFF2-40B4-BE49-F238E27FC236}">
                <a16:creationId xmlns:a16="http://schemas.microsoft.com/office/drawing/2014/main" id="{932E6F8C-1EA1-A993-3B2C-BD02FA2F090F}"/>
              </a:ext>
            </a:extLst>
          </p:cNvPr>
          <p:cNvSpPr>
            <a:spLocks noGrp="1"/>
          </p:cNvSpPr>
          <p:nvPr>
            <p:ph sz="quarter" idx="15"/>
          </p:nvPr>
        </p:nvSpPr>
        <p:spPr>
          <a:xfrm>
            <a:off x="1866900" y="2001472"/>
            <a:ext cx="2415798" cy="361085"/>
          </a:xfrm>
        </p:spPr>
        <p:txBody>
          <a:bodyPr>
            <a:normAutofit fontScale="85000" lnSpcReduction="10000"/>
          </a:bodyPr>
          <a:lstStyle/>
          <a:p>
            <a:r>
              <a:rPr lang="en-IN" sz="1800" dirty="0"/>
              <a:t>of its future dividends,</a:t>
            </a:r>
          </a:p>
        </p:txBody>
      </p:sp>
      <p:graphicFrame>
        <p:nvGraphicFramePr>
          <p:cNvPr id="21" name="Object 20">
            <a:extLst>
              <a:ext uri="{FF2B5EF4-FFF2-40B4-BE49-F238E27FC236}">
                <a16:creationId xmlns:a16="http://schemas.microsoft.com/office/drawing/2014/main" id="{BE43B5AA-6D1A-E729-3B31-F6CD99B3A0DC}"/>
              </a:ext>
            </a:extLst>
          </p:cNvPr>
          <p:cNvGraphicFramePr>
            <a:graphicFrameLocks noChangeAspect="1"/>
          </p:cNvGraphicFramePr>
          <p:nvPr/>
        </p:nvGraphicFramePr>
        <p:xfrm>
          <a:off x="4273550" y="2074863"/>
          <a:ext cx="1397000" cy="292100"/>
        </p:xfrm>
        <a:graphic>
          <a:graphicData uri="http://schemas.openxmlformats.org/presentationml/2006/ole">
            <mc:AlternateContent xmlns:mc="http://schemas.openxmlformats.org/markup-compatibility/2006">
              <mc:Choice xmlns:v="urn:schemas-microsoft-com:vml" Requires="v">
                <p:oleObj name="Equation" r:id="rId5" imgW="1396800" imgH="291960" progId="Equation.DSMT4">
                  <p:embed/>
                </p:oleObj>
              </mc:Choice>
              <mc:Fallback>
                <p:oleObj name="Equation" r:id="rId5" imgW="1396800" imgH="291960" progId="Equation.DSMT4">
                  <p:embed/>
                  <p:pic>
                    <p:nvPicPr>
                      <p:cNvPr id="21" name="Object 20">
                        <a:extLst>
                          <a:ext uri="{FF2B5EF4-FFF2-40B4-BE49-F238E27FC236}">
                            <a16:creationId xmlns:a16="http://schemas.microsoft.com/office/drawing/2014/main" id="{BE43B5AA-6D1A-E729-3B31-F6CD99B3A0DC}"/>
                          </a:ext>
                        </a:extLst>
                      </p:cNvPr>
                      <p:cNvPicPr/>
                      <p:nvPr/>
                    </p:nvPicPr>
                    <p:blipFill>
                      <a:blip r:embed="rId6"/>
                      <a:stretch>
                        <a:fillRect/>
                      </a:stretch>
                    </p:blipFill>
                    <p:spPr>
                      <a:xfrm>
                        <a:off x="4273550" y="2074863"/>
                        <a:ext cx="1397000" cy="292100"/>
                      </a:xfrm>
                      <a:prstGeom prst="rect">
                        <a:avLst/>
                      </a:prstGeom>
                    </p:spPr>
                  </p:pic>
                </p:oleObj>
              </mc:Fallback>
            </mc:AlternateContent>
          </a:graphicData>
        </a:graphic>
      </p:graphicFrame>
      <p:sp>
        <p:nvSpPr>
          <p:cNvPr id="15" name="Content Placeholder 14">
            <a:extLst>
              <a:ext uri="{FF2B5EF4-FFF2-40B4-BE49-F238E27FC236}">
                <a16:creationId xmlns:a16="http://schemas.microsoft.com/office/drawing/2014/main" id="{B4BCB3E5-6B01-B447-89A7-83283F188D08}"/>
              </a:ext>
            </a:extLst>
          </p:cNvPr>
          <p:cNvSpPr>
            <a:spLocks noGrp="1"/>
          </p:cNvSpPr>
          <p:nvPr>
            <p:ph sz="quarter" idx="16"/>
          </p:nvPr>
        </p:nvSpPr>
        <p:spPr>
          <a:xfrm>
            <a:off x="5712767" y="2014171"/>
            <a:ext cx="3376693" cy="361085"/>
          </a:xfrm>
        </p:spPr>
        <p:txBody>
          <a:bodyPr/>
          <a:lstStyle/>
          <a:p>
            <a:r>
              <a:rPr lang="en-IN" sz="1800" dirty="0"/>
              <a:t>where </a:t>
            </a:r>
            <a:r>
              <a:rPr lang="en-IN" sz="1800" i="1" dirty="0"/>
              <a:t>R</a:t>
            </a:r>
            <a:r>
              <a:rPr lang="en-IN" sz="1800" dirty="0"/>
              <a:t> is the required return.</a:t>
            </a:r>
          </a:p>
        </p:txBody>
      </p:sp>
      <p:graphicFrame>
        <p:nvGraphicFramePr>
          <p:cNvPr id="18" name="Object 17">
            <a:extLst>
              <a:ext uri="{FF2B5EF4-FFF2-40B4-BE49-F238E27FC236}">
                <a16:creationId xmlns:a16="http://schemas.microsoft.com/office/drawing/2014/main" id="{10E0E9AF-15FB-12C4-1158-C2E31EBE5F3E}"/>
              </a:ext>
            </a:extLst>
          </p:cNvPr>
          <p:cNvGraphicFramePr>
            <a:graphicFrameLocks noChangeAspect="1"/>
          </p:cNvGraphicFramePr>
          <p:nvPr/>
        </p:nvGraphicFramePr>
        <p:xfrm>
          <a:off x="3814763" y="2543175"/>
          <a:ext cx="3492500" cy="673100"/>
        </p:xfrm>
        <a:graphic>
          <a:graphicData uri="http://schemas.openxmlformats.org/presentationml/2006/ole">
            <mc:AlternateContent xmlns:mc="http://schemas.openxmlformats.org/markup-compatibility/2006">
              <mc:Choice xmlns:v="urn:schemas-microsoft-com:vml" Requires="v">
                <p:oleObj name="Equation" r:id="rId7" imgW="3492360" imgH="672840" progId="Equation.DSMT4">
                  <p:embed/>
                </p:oleObj>
              </mc:Choice>
              <mc:Fallback>
                <p:oleObj name="Equation" r:id="rId7" imgW="3492360" imgH="672840" progId="Equation.DSMT4">
                  <p:embed/>
                  <p:pic>
                    <p:nvPicPr>
                      <p:cNvPr id="18" name="Object 17">
                        <a:extLst>
                          <a:ext uri="{FF2B5EF4-FFF2-40B4-BE49-F238E27FC236}">
                            <a16:creationId xmlns:a16="http://schemas.microsoft.com/office/drawing/2014/main" id="{10E0E9AF-15FB-12C4-1158-C2E31EBE5F3E}"/>
                          </a:ext>
                        </a:extLst>
                      </p:cNvPr>
                      <p:cNvPicPr/>
                      <p:nvPr/>
                    </p:nvPicPr>
                    <p:blipFill>
                      <a:blip r:embed="rId8"/>
                      <a:stretch>
                        <a:fillRect/>
                      </a:stretch>
                    </p:blipFill>
                    <p:spPr>
                      <a:xfrm>
                        <a:off x="3814763" y="2543175"/>
                        <a:ext cx="3492500" cy="673100"/>
                      </a:xfrm>
                      <a:prstGeom prst="rect">
                        <a:avLst/>
                      </a:prstGeom>
                    </p:spPr>
                  </p:pic>
                </p:oleObj>
              </mc:Fallback>
            </mc:AlternateContent>
          </a:graphicData>
        </a:graphic>
      </p:graphicFrame>
      <p:sp>
        <p:nvSpPr>
          <p:cNvPr id="16" name="Content Placeholder 15">
            <a:extLst>
              <a:ext uri="{FF2B5EF4-FFF2-40B4-BE49-F238E27FC236}">
                <a16:creationId xmlns:a16="http://schemas.microsoft.com/office/drawing/2014/main" id="{E782BA4A-A32E-F31B-23BF-1B5351358043}"/>
              </a:ext>
            </a:extLst>
          </p:cNvPr>
          <p:cNvSpPr>
            <a:spLocks noGrp="1"/>
          </p:cNvSpPr>
          <p:nvPr>
            <p:ph sz="quarter" idx="17"/>
          </p:nvPr>
        </p:nvSpPr>
        <p:spPr>
          <a:xfrm>
            <a:off x="1866900" y="3488078"/>
            <a:ext cx="8458200" cy="698500"/>
          </a:xfrm>
        </p:spPr>
        <p:txBody>
          <a:bodyPr>
            <a:normAutofit lnSpcReduction="10000"/>
          </a:bodyPr>
          <a:lstStyle/>
          <a:p>
            <a:pPr marL="403200" indent="-403200">
              <a:buFont typeface="+mj-lt"/>
              <a:buAutoNum type="arabicPeriod" startAt="2"/>
            </a:pPr>
            <a:r>
              <a:rPr lang="en-IN" sz="1800" b="1" dirty="0"/>
              <a:t>Constant Growth Case:</a:t>
            </a:r>
          </a:p>
          <a:p>
            <a:pPr marL="0" indent="0">
              <a:buNone/>
            </a:pPr>
            <a:r>
              <a:rPr lang="en-IN" sz="1800" dirty="0"/>
              <a:t>If the dividend grows at a steady rate, g, then the price can be written as:</a:t>
            </a:r>
          </a:p>
        </p:txBody>
      </p:sp>
      <p:graphicFrame>
        <p:nvGraphicFramePr>
          <p:cNvPr id="19" name="Object 18">
            <a:extLst>
              <a:ext uri="{FF2B5EF4-FFF2-40B4-BE49-F238E27FC236}">
                <a16:creationId xmlns:a16="http://schemas.microsoft.com/office/drawing/2014/main" id="{01AAE45C-3BF9-ADF0-536C-63509D058611}"/>
              </a:ext>
            </a:extLst>
          </p:cNvPr>
          <p:cNvGraphicFramePr>
            <a:graphicFrameLocks noChangeAspect="1"/>
          </p:cNvGraphicFramePr>
          <p:nvPr/>
        </p:nvGraphicFramePr>
        <p:xfrm>
          <a:off x="4545954" y="4539626"/>
          <a:ext cx="1014413" cy="622300"/>
        </p:xfrm>
        <a:graphic>
          <a:graphicData uri="http://schemas.openxmlformats.org/presentationml/2006/ole">
            <mc:AlternateContent xmlns:mc="http://schemas.openxmlformats.org/markup-compatibility/2006">
              <mc:Choice xmlns:v="urn:schemas-microsoft-com:vml" Requires="v">
                <p:oleObj name="Equation" r:id="rId9" imgW="1015090" imgH="621890" progId="Equation.DSMT4">
                  <p:embed/>
                </p:oleObj>
              </mc:Choice>
              <mc:Fallback>
                <p:oleObj name="Equation" r:id="rId9" imgW="1015090" imgH="621890" progId="Equation.DSMT4">
                  <p:embed/>
                  <p:pic>
                    <p:nvPicPr>
                      <p:cNvPr id="19" name="Object 18">
                        <a:extLst>
                          <a:ext uri="{FF2B5EF4-FFF2-40B4-BE49-F238E27FC236}">
                            <a16:creationId xmlns:a16="http://schemas.microsoft.com/office/drawing/2014/main" id="{01AAE45C-3BF9-ADF0-536C-63509D058611}"/>
                          </a:ext>
                        </a:extLst>
                      </p:cNvPr>
                      <p:cNvPicPr/>
                      <p:nvPr/>
                    </p:nvPicPr>
                    <p:blipFill>
                      <a:blip r:embed="rId10"/>
                      <a:stretch>
                        <a:fillRect/>
                      </a:stretch>
                    </p:blipFill>
                    <p:spPr>
                      <a:xfrm>
                        <a:off x="4545954" y="4539626"/>
                        <a:ext cx="1014413" cy="622300"/>
                      </a:xfrm>
                      <a:prstGeom prst="rect">
                        <a:avLst/>
                      </a:prstGeom>
                    </p:spPr>
                  </p:pic>
                </p:oleObj>
              </mc:Fallback>
            </mc:AlternateContent>
          </a:graphicData>
        </a:graphic>
      </p:graphicFrame>
      <p:sp>
        <p:nvSpPr>
          <p:cNvPr id="17" name="Content Placeholder 16">
            <a:extLst>
              <a:ext uri="{FF2B5EF4-FFF2-40B4-BE49-F238E27FC236}">
                <a16:creationId xmlns:a16="http://schemas.microsoft.com/office/drawing/2014/main" id="{3730CCB2-7D9B-8ADC-FA33-5CBEAD092C28}"/>
              </a:ext>
            </a:extLst>
          </p:cNvPr>
          <p:cNvSpPr>
            <a:spLocks noGrp="1"/>
          </p:cNvSpPr>
          <p:nvPr>
            <p:ph sz="quarter" idx="18"/>
          </p:nvPr>
        </p:nvSpPr>
        <p:spPr>
          <a:xfrm>
            <a:off x="1866900" y="5362329"/>
            <a:ext cx="8458200" cy="733425"/>
          </a:xfrm>
        </p:spPr>
        <p:txBody>
          <a:bodyPr/>
          <a:lstStyle/>
          <a:p>
            <a:r>
              <a:rPr lang="en-IN" sz="1800" dirty="0">
                <a:solidFill>
                  <a:prstClr val="black"/>
                </a:solidFill>
              </a:rPr>
              <a:t>This result is called the </a:t>
            </a:r>
            <a:r>
              <a:rPr lang="en-IN" sz="1800" i="1" dirty="0">
                <a:solidFill>
                  <a:prstClr val="black"/>
                </a:solidFill>
              </a:rPr>
              <a:t>dividend growth model</a:t>
            </a:r>
            <a:r>
              <a:rPr lang="en-IN" sz="1800" dirty="0">
                <a:solidFill>
                  <a:prstClr val="black"/>
                </a:solidFill>
              </a:rPr>
              <a:t>.</a:t>
            </a:r>
          </a:p>
        </p:txBody>
      </p:sp>
      <p:sp>
        <p:nvSpPr>
          <p:cNvPr id="7" name="Slide Number Placeholder 6">
            <a:extLst>
              <a:ext uri="{FF2B5EF4-FFF2-40B4-BE49-F238E27FC236}">
                <a16:creationId xmlns:a16="http://schemas.microsoft.com/office/drawing/2014/main" id="{053B709C-02CE-D474-794E-5763B3684911}"/>
              </a:ext>
            </a:extLst>
          </p:cNvPr>
          <p:cNvSpPr>
            <a:spLocks noGrp="1"/>
          </p:cNvSpPr>
          <p:nvPr>
            <p:ph type="sldNum" sz="quarter" idx="10"/>
          </p:nvPr>
        </p:nvSpPr>
        <p:spPr/>
        <p:txBody>
          <a:bodyPr/>
          <a:lstStyle/>
          <a:p>
            <a:fld id="{68151E55-6873-49E2-B8D5-2F265E6F1973}" type="slidenum">
              <a:rPr lang="en-US" smtClean="0"/>
              <a:t>52</a:t>
            </a:fld>
            <a:endParaRPr lang="en-US"/>
          </a:p>
        </p:txBody>
      </p:sp>
    </p:spTree>
    <p:extLst>
      <p:ext uri="{BB962C8B-B14F-4D97-AF65-F5344CB8AC3E}">
        <p14:creationId xmlns:p14="http://schemas.microsoft.com/office/powerpoint/2010/main" val="1827269503"/>
      </p:ext>
    </p:extLst>
  </p:cSld>
  <p:clrMapOvr>
    <a:masterClrMapping/>
  </p:clrMapOvr>
</p:sld>
</file>

<file path=ppt/slides/slide5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 name="Title 8">
            <a:extLst>
              <a:ext uri="{FF2B5EF4-FFF2-40B4-BE49-F238E27FC236}">
                <a16:creationId xmlns:a16="http://schemas.microsoft.com/office/drawing/2014/main" id="{3FCC5F7F-E40C-9B84-5920-00A6D0BC7286}"/>
              </a:ext>
            </a:extLst>
          </p:cNvPr>
          <p:cNvSpPr>
            <a:spLocks noGrp="1"/>
          </p:cNvSpPr>
          <p:nvPr>
            <p:ph type="title"/>
          </p:nvPr>
        </p:nvSpPr>
        <p:spPr>
          <a:ln>
            <a:solidFill>
              <a:schemeClr val="tx1"/>
            </a:solidFill>
          </a:ln>
        </p:spPr>
        <p:txBody>
          <a:bodyPr>
            <a:normAutofit/>
          </a:bodyPr>
          <a:lstStyle/>
          <a:p>
            <a:r>
              <a:rPr lang="en-IN" sz="3200" dirty="0"/>
              <a:t>Summary of Stock Valuation </a:t>
            </a:r>
          </a:p>
        </p:txBody>
      </p:sp>
      <p:sp>
        <p:nvSpPr>
          <p:cNvPr id="10" name="Content Placeholder 9">
            <a:extLst>
              <a:ext uri="{FF2B5EF4-FFF2-40B4-BE49-F238E27FC236}">
                <a16:creationId xmlns:a16="http://schemas.microsoft.com/office/drawing/2014/main" id="{3AE14932-B5C1-5A1B-7EC4-FFBE1E4FF403}"/>
              </a:ext>
            </a:extLst>
          </p:cNvPr>
          <p:cNvSpPr>
            <a:spLocks noGrp="1"/>
          </p:cNvSpPr>
          <p:nvPr>
            <p:ph sz="quarter" idx="11"/>
          </p:nvPr>
        </p:nvSpPr>
        <p:spPr>
          <a:xfrm>
            <a:off x="1866900" y="1276710"/>
            <a:ext cx="8458200" cy="782111"/>
          </a:xfrm>
        </p:spPr>
        <p:txBody>
          <a:bodyPr/>
          <a:lstStyle/>
          <a:p>
            <a:pPr marL="403200" indent="-403200">
              <a:buFont typeface="+mj-lt"/>
              <a:buAutoNum type="arabicPeriod" startAt="3"/>
            </a:pPr>
            <a:r>
              <a:rPr lang="en-IN" sz="1800" b="1" dirty="0"/>
              <a:t>Nonconstant Growth:</a:t>
            </a:r>
          </a:p>
          <a:p>
            <a:pPr marL="0" indent="0">
              <a:buNone/>
            </a:pPr>
            <a:r>
              <a:rPr lang="en-IN" sz="1800" dirty="0"/>
              <a:t>If the dividend grows steadily after t periods, then the price can be written as:</a:t>
            </a:r>
          </a:p>
        </p:txBody>
      </p:sp>
      <p:graphicFrame>
        <p:nvGraphicFramePr>
          <p:cNvPr id="18" name="Object 17">
            <a:extLst>
              <a:ext uri="{FF2B5EF4-FFF2-40B4-BE49-F238E27FC236}">
                <a16:creationId xmlns:a16="http://schemas.microsoft.com/office/drawing/2014/main" id="{F879F99A-4B40-C1FB-EE3E-89274B88C18A}"/>
              </a:ext>
            </a:extLst>
          </p:cNvPr>
          <p:cNvGraphicFramePr>
            <a:graphicFrameLocks noChangeAspect="1"/>
          </p:cNvGraphicFramePr>
          <p:nvPr/>
        </p:nvGraphicFramePr>
        <p:xfrm>
          <a:off x="2737864" y="2177206"/>
          <a:ext cx="4006273" cy="611909"/>
        </p:xfrm>
        <a:graphic>
          <a:graphicData uri="http://schemas.openxmlformats.org/presentationml/2006/ole">
            <mc:AlternateContent xmlns:mc="http://schemas.openxmlformats.org/markup-compatibility/2006">
              <mc:Choice xmlns:v="urn:schemas-microsoft-com:vml" Requires="v">
                <p:oleObj name="Equation" r:id="rId2" imgW="4406760" imgH="672840" progId="Equation.DSMT4">
                  <p:embed/>
                </p:oleObj>
              </mc:Choice>
              <mc:Fallback>
                <p:oleObj name="Equation" r:id="rId2" imgW="4406760" imgH="672840" progId="Equation.DSMT4">
                  <p:embed/>
                  <p:pic>
                    <p:nvPicPr>
                      <p:cNvPr id="18" name="Object 17">
                        <a:extLst>
                          <a:ext uri="{FF2B5EF4-FFF2-40B4-BE49-F238E27FC236}">
                            <a16:creationId xmlns:a16="http://schemas.microsoft.com/office/drawing/2014/main" id="{F879F99A-4B40-C1FB-EE3E-89274B88C18A}"/>
                          </a:ext>
                        </a:extLst>
                      </p:cNvPr>
                      <p:cNvPicPr/>
                      <p:nvPr/>
                    </p:nvPicPr>
                    <p:blipFill>
                      <a:blip r:embed="rId3"/>
                      <a:stretch>
                        <a:fillRect/>
                      </a:stretch>
                    </p:blipFill>
                    <p:spPr>
                      <a:xfrm>
                        <a:off x="2737864" y="2177206"/>
                        <a:ext cx="4006273" cy="611909"/>
                      </a:xfrm>
                      <a:prstGeom prst="rect">
                        <a:avLst/>
                      </a:prstGeom>
                    </p:spPr>
                  </p:pic>
                </p:oleObj>
              </mc:Fallback>
            </mc:AlternateContent>
          </a:graphicData>
        </a:graphic>
      </p:graphicFrame>
      <p:graphicFrame>
        <p:nvGraphicFramePr>
          <p:cNvPr id="19" name="Object 18">
            <a:extLst>
              <a:ext uri="{FF2B5EF4-FFF2-40B4-BE49-F238E27FC236}">
                <a16:creationId xmlns:a16="http://schemas.microsoft.com/office/drawing/2014/main" id="{6CE59D74-A751-2C2B-21D7-40F0831FF07D}"/>
              </a:ext>
            </a:extLst>
          </p:cNvPr>
          <p:cNvGraphicFramePr>
            <a:graphicFrameLocks noChangeAspect="1"/>
          </p:cNvGraphicFramePr>
          <p:nvPr/>
        </p:nvGraphicFramePr>
        <p:xfrm>
          <a:off x="2800274" y="3009215"/>
          <a:ext cx="1373909" cy="912091"/>
        </p:xfrm>
        <a:graphic>
          <a:graphicData uri="http://schemas.openxmlformats.org/presentationml/2006/ole">
            <mc:AlternateContent xmlns:mc="http://schemas.openxmlformats.org/markup-compatibility/2006">
              <mc:Choice xmlns:v="urn:schemas-microsoft-com:vml" Requires="v">
                <p:oleObj name="Equation" r:id="rId4" imgW="1511280" imgH="1002960" progId="Equation.DSMT4">
                  <p:embed/>
                </p:oleObj>
              </mc:Choice>
              <mc:Fallback>
                <p:oleObj name="Equation" r:id="rId4" imgW="1511280" imgH="1002960" progId="Equation.DSMT4">
                  <p:embed/>
                  <p:pic>
                    <p:nvPicPr>
                      <p:cNvPr id="19" name="Object 18">
                        <a:extLst>
                          <a:ext uri="{FF2B5EF4-FFF2-40B4-BE49-F238E27FC236}">
                            <a16:creationId xmlns:a16="http://schemas.microsoft.com/office/drawing/2014/main" id="{6CE59D74-A751-2C2B-21D7-40F0831FF07D}"/>
                          </a:ext>
                        </a:extLst>
                      </p:cNvPr>
                      <p:cNvPicPr/>
                      <p:nvPr/>
                    </p:nvPicPr>
                    <p:blipFill>
                      <a:blip r:embed="rId5"/>
                      <a:stretch>
                        <a:fillRect/>
                      </a:stretch>
                    </p:blipFill>
                    <p:spPr>
                      <a:xfrm>
                        <a:off x="2800274" y="3009215"/>
                        <a:ext cx="1373909" cy="912091"/>
                      </a:xfrm>
                      <a:prstGeom prst="rect">
                        <a:avLst/>
                      </a:prstGeom>
                    </p:spPr>
                  </p:pic>
                </p:oleObj>
              </mc:Fallback>
            </mc:AlternateContent>
          </a:graphicData>
        </a:graphic>
      </p:graphicFrame>
      <p:sp>
        <p:nvSpPr>
          <p:cNvPr id="13" name="Content Placeholder 12">
            <a:extLst>
              <a:ext uri="{FF2B5EF4-FFF2-40B4-BE49-F238E27FC236}">
                <a16:creationId xmlns:a16="http://schemas.microsoft.com/office/drawing/2014/main" id="{E01EC5A4-AD95-A4A8-EB2B-D0EBEE2F02BF}"/>
              </a:ext>
            </a:extLst>
          </p:cNvPr>
          <p:cNvSpPr>
            <a:spLocks noGrp="1"/>
          </p:cNvSpPr>
          <p:nvPr>
            <p:ph sz="quarter" idx="14"/>
          </p:nvPr>
        </p:nvSpPr>
        <p:spPr>
          <a:xfrm>
            <a:off x="1866901" y="3976788"/>
            <a:ext cx="3114675" cy="782111"/>
          </a:xfrm>
        </p:spPr>
        <p:txBody>
          <a:bodyPr/>
          <a:lstStyle/>
          <a:p>
            <a:pPr marL="403200" indent="-403200">
              <a:buFont typeface="+mj-lt"/>
              <a:buAutoNum type="arabicPeriod" startAt="4"/>
            </a:pPr>
            <a:r>
              <a:rPr lang="en-IN" sz="1800" b="1" dirty="0"/>
              <a:t>Two-Stage Growth:</a:t>
            </a:r>
          </a:p>
          <a:p>
            <a:pPr marL="0" indent="0">
              <a:buNone/>
            </a:pPr>
            <a:r>
              <a:rPr lang="en-IN" sz="1800" dirty="0"/>
              <a:t>If the dividend grows at rate</a:t>
            </a:r>
          </a:p>
        </p:txBody>
      </p:sp>
      <p:graphicFrame>
        <p:nvGraphicFramePr>
          <p:cNvPr id="20" name="Object 19">
            <a:extLst>
              <a:ext uri="{FF2B5EF4-FFF2-40B4-BE49-F238E27FC236}">
                <a16:creationId xmlns:a16="http://schemas.microsoft.com/office/drawing/2014/main" id="{FAD937BC-1E28-802A-3BB7-D193E33C9713}"/>
              </a:ext>
            </a:extLst>
          </p:cNvPr>
          <p:cNvGraphicFramePr>
            <a:graphicFrameLocks noChangeAspect="1"/>
          </p:cNvGraphicFramePr>
          <p:nvPr/>
        </p:nvGraphicFramePr>
        <p:xfrm>
          <a:off x="4840289" y="4391026"/>
          <a:ext cx="250825" cy="320675"/>
        </p:xfrm>
        <a:graphic>
          <a:graphicData uri="http://schemas.openxmlformats.org/presentationml/2006/ole">
            <mc:AlternateContent xmlns:mc="http://schemas.openxmlformats.org/markup-compatibility/2006">
              <mc:Choice xmlns:v="urn:schemas-microsoft-com:vml" Requires="v">
                <p:oleObj name="Equation" r:id="rId6" imgW="228600" imgH="291960" progId="Equation.DSMT4">
                  <p:embed/>
                </p:oleObj>
              </mc:Choice>
              <mc:Fallback>
                <p:oleObj name="Equation" r:id="rId6" imgW="228600" imgH="291960" progId="Equation.DSMT4">
                  <p:embed/>
                  <p:pic>
                    <p:nvPicPr>
                      <p:cNvPr id="20" name="Object 19">
                        <a:extLst>
                          <a:ext uri="{FF2B5EF4-FFF2-40B4-BE49-F238E27FC236}">
                            <a16:creationId xmlns:a16="http://schemas.microsoft.com/office/drawing/2014/main" id="{FAD937BC-1E28-802A-3BB7-D193E33C9713}"/>
                          </a:ext>
                        </a:extLst>
                      </p:cNvPr>
                      <p:cNvPicPr/>
                      <p:nvPr/>
                    </p:nvPicPr>
                    <p:blipFill>
                      <a:blip r:embed="rId7"/>
                      <a:stretch>
                        <a:fillRect/>
                      </a:stretch>
                    </p:blipFill>
                    <p:spPr>
                      <a:xfrm>
                        <a:off x="4840289" y="4391026"/>
                        <a:ext cx="250825" cy="320675"/>
                      </a:xfrm>
                      <a:prstGeom prst="rect">
                        <a:avLst/>
                      </a:prstGeom>
                    </p:spPr>
                  </p:pic>
                </p:oleObj>
              </mc:Fallback>
            </mc:AlternateContent>
          </a:graphicData>
        </a:graphic>
      </p:graphicFrame>
      <p:sp>
        <p:nvSpPr>
          <p:cNvPr id="14" name="Content Placeholder 13">
            <a:extLst>
              <a:ext uri="{FF2B5EF4-FFF2-40B4-BE49-F238E27FC236}">
                <a16:creationId xmlns:a16="http://schemas.microsoft.com/office/drawing/2014/main" id="{72933F4F-0FAE-89AB-F3E8-322C1A939BD4}"/>
              </a:ext>
            </a:extLst>
          </p:cNvPr>
          <p:cNvSpPr>
            <a:spLocks noGrp="1"/>
          </p:cNvSpPr>
          <p:nvPr>
            <p:ph sz="quarter" idx="15"/>
          </p:nvPr>
        </p:nvSpPr>
        <p:spPr>
          <a:xfrm>
            <a:off x="5073115" y="4422349"/>
            <a:ext cx="3809231" cy="336550"/>
          </a:xfrm>
        </p:spPr>
        <p:txBody>
          <a:bodyPr>
            <a:normAutofit lnSpcReduction="10000"/>
          </a:bodyPr>
          <a:lstStyle/>
          <a:p>
            <a:r>
              <a:rPr lang="en-IN" sz="1800" dirty="0"/>
              <a:t>for t periods and then grows at rate</a:t>
            </a:r>
          </a:p>
        </p:txBody>
      </p:sp>
      <p:graphicFrame>
        <p:nvGraphicFramePr>
          <p:cNvPr id="21" name="Object 20">
            <a:extLst>
              <a:ext uri="{FF2B5EF4-FFF2-40B4-BE49-F238E27FC236}">
                <a16:creationId xmlns:a16="http://schemas.microsoft.com/office/drawing/2014/main" id="{26CD6883-95FE-90F4-7D49-B1857230F4B9}"/>
              </a:ext>
            </a:extLst>
          </p:cNvPr>
          <p:cNvGraphicFramePr>
            <a:graphicFrameLocks noChangeAspect="1"/>
          </p:cNvGraphicFramePr>
          <p:nvPr/>
        </p:nvGraphicFramePr>
        <p:xfrm>
          <a:off x="8774113" y="4443413"/>
          <a:ext cx="254000" cy="292100"/>
        </p:xfrm>
        <a:graphic>
          <a:graphicData uri="http://schemas.openxmlformats.org/presentationml/2006/ole">
            <mc:AlternateContent xmlns:mc="http://schemas.openxmlformats.org/markup-compatibility/2006">
              <mc:Choice xmlns:v="urn:schemas-microsoft-com:vml" Requires="v">
                <p:oleObj name="Equation" r:id="rId8" imgW="253800" imgH="291960" progId="Equation.DSMT4">
                  <p:embed/>
                </p:oleObj>
              </mc:Choice>
              <mc:Fallback>
                <p:oleObj name="Equation" r:id="rId8" imgW="253800" imgH="291960" progId="Equation.DSMT4">
                  <p:embed/>
                  <p:pic>
                    <p:nvPicPr>
                      <p:cNvPr id="21" name="Object 20">
                        <a:extLst>
                          <a:ext uri="{FF2B5EF4-FFF2-40B4-BE49-F238E27FC236}">
                            <a16:creationId xmlns:a16="http://schemas.microsoft.com/office/drawing/2014/main" id="{26CD6883-95FE-90F4-7D49-B1857230F4B9}"/>
                          </a:ext>
                        </a:extLst>
                      </p:cNvPr>
                      <p:cNvPicPr/>
                      <p:nvPr/>
                    </p:nvPicPr>
                    <p:blipFill>
                      <a:blip r:embed="rId9"/>
                      <a:stretch>
                        <a:fillRect/>
                      </a:stretch>
                    </p:blipFill>
                    <p:spPr>
                      <a:xfrm>
                        <a:off x="8774113" y="4443413"/>
                        <a:ext cx="254000" cy="292100"/>
                      </a:xfrm>
                      <a:prstGeom prst="rect">
                        <a:avLst/>
                      </a:prstGeom>
                    </p:spPr>
                  </p:pic>
                </p:oleObj>
              </mc:Fallback>
            </mc:AlternateContent>
          </a:graphicData>
        </a:graphic>
      </p:graphicFrame>
      <p:sp>
        <p:nvSpPr>
          <p:cNvPr id="15" name="Content Placeholder 14">
            <a:extLst>
              <a:ext uri="{FF2B5EF4-FFF2-40B4-BE49-F238E27FC236}">
                <a16:creationId xmlns:a16="http://schemas.microsoft.com/office/drawing/2014/main" id="{F1ED6D03-EB9D-6944-4346-1B0E85E6E7FD}"/>
              </a:ext>
            </a:extLst>
          </p:cNvPr>
          <p:cNvSpPr>
            <a:spLocks noGrp="1"/>
          </p:cNvSpPr>
          <p:nvPr>
            <p:ph sz="quarter" idx="16"/>
          </p:nvPr>
        </p:nvSpPr>
        <p:spPr>
          <a:xfrm>
            <a:off x="1866900" y="4715362"/>
            <a:ext cx="8458200" cy="465276"/>
          </a:xfrm>
        </p:spPr>
        <p:txBody>
          <a:bodyPr/>
          <a:lstStyle/>
          <a:p>
            <a:r>
              <a:rPr lang="en-IN" sz="1800" dirty="0"/>
              <a:t>thereafter, then the price can be written as:</a:t>
            </a:r>
          </a:p>
        </p:txBody>
      </p:sp>
      <p:graphicFrame>
        <p:nvGraphicFramePr>
          <p:cNvPr id="22" name="Object 21">
            <a:extLst>
              <a:ext uri="{FF2B5EF4-FFF2-40B4-BE49-F238E27FC236}">
                <a16:creationId xmlns:a16="http://schemas.microsoft.com/office/drawing/2014/main" id="{F7817D76-20EF-4A36-B55D-EDAC7F05B39D}"/>
              </a:ext>
            </a:extLst>
          </p:cNvPr>
          <p:cNvGraphicFramePr>
            <a:graphicFrameLocks noChangeAspect="1"/>
          </p:cNvGraphicFramePr>
          <p:nvPr/>
        </p:nvGraphicFramePr>
        <p:xfrm>
          <a:off x="2100792" y="5342020"/>
          <a:ext cx="3530600" cy="749300"/>
        </p:xfrm>
        <a:graphic>
          <a:graphicData uri="http://schemas.openxmlformats.org/presentationml/2006/ole">
            <mc:AlternateContent xmlns:mc="http://schemas.openxmlformats.org/markup-compatibility/2006">
              <mc:Choice xmlns:v="urn:schemas-microsoft-com:vml" Requires="v">
                <p:oleObj name="Equation" r:id="rId10" imgW="3530520" imgH="749160" progId="Equation.DSMT4">
                  <p:embed/>
                </p:oleObj>
              </mc:Choice>
              <mc:Fallback>
                <p:oleObj name="Equation" r:id="rId10" imgW="3530520" imgH="749160" progId="Equation.DSMT4">
                  <p:embed/>
                  <p:pic>
                    <p:nvPicPr>
                      <p:cNvPr id="22" name="Object 21">
                        <a:extLst>
                          <a:ext uri="{FF2B5EF4-FFF2-40B4-BE49-F238E27FC236}">
                            <a16:creationId xmlns:a16="http://schemas.microsoft.com/office/drawing/2014/main" id="{F7817D76-20EF-4A36-B55D-EDAC7F05B39D}"/>
                          </a:ext>
                        </a:extLst>
                      </p:cNvPr>
                      <p:cNvPicPr/>
                      <p:nvPr/>
                    </p:nvPicPr>
                    <p:blipFill>
                      <a:blip r:embed="rId11"/>
                      <a:stretch>
                        <a:fillRect/>
                      </a:stretch>
                    </p:blipFill>
                    <p:spPr>
                      <a:xfrm>
                        <a:off x="2100792" y="5342020"/>
                        <a:ext cx="3530600" cy="749300"/>
                      </a:xfrm>
                      <a:prstGeom prst="rect">
                        <a:avLst/>
                      </a:prstGeom>
                    </p:spPr>
                  </p:pic>
                </p:oleObj>
              </mc:Fallback>
            </mc:AlternateContent>
          </a:graphicData>
        </a:graphic>
      </p:graphicFrame>
      <p:graphicFrame>
        <p:nvGraphicFramePr>
          <p:cNvPr id="23" name="Object 22">
            <a:extLst>
              <a:ext uri="{FF2B5EF4-FFF2-40B4-BE49-F238E27FC236}">
                <a16:creationId xmlns:a16="http://schemas.microsoft.com/office/drawing/2014/main" id="{ADF78F46-E0A3-6C06-3C08-CFF6897F560B}"/>
              </a:ext>
            </a:extLst>
          </p:cNvPr>
          <p:cNvGraphicFramePr>
            <a:graphicFrameLocks noChangeAspect="1"/>
          </p:cNvGraphicFramePr>
          <p:nvPr/>
        </p:nvGraphicFramePr>
        <p:xfrm>
          <a:off x="6149385" y="5376681"/>
          <a:ext cx="3416300" cy="1028700"/>
        </p:xfrm>
        <a:graphic>
          <a:graphicData uri="http://schemas.openxmlformats.org/presentationml/2006/ole">
            <mc:AlternateContent xmlns:mc="http://schemas.openxmlformats.org/markup-compatibility/2006">
              <mc:Choice xmlns:v="urn:schemas-microsoft-com:vml" Requires="v">
                <p:oleObj name="Equation" r:id="rId12" imgW="3416040" imgH="1028520" progId="Equation.DSMT4">
                  <p:embed/>
                </p:oleObj>
              </mc:Choice>
              <mc:Fallback>
                <p:oleObj name="Equation" r:id="rId12" imgW="3416040" imgH="1028520" progId="Equation.DSMT4">
                  <p:embed/>
                  <p:pic>
                    <p:nvPicPr>
                      <p:cNvPr id="23" name="Object 22">
                        <a:extLst>
                          <a:ext uri="{FF2B5EF4-FFF2-40B4-BE49-F238E27FC236}">
                            <a16:creationId xmlns:a16="http://schemas.microsoft.com/office/drawing/2014/main" id="{ADF78F46-E0A3-6C06-3C08-CFF6897F560B}"/>
                          </a:ext>
                        </a:extLst>
                      </p:cNvPr>
                      <p:cNvPicPr/>
                      <p:nvPr/>
                    </p:nvPicPr>
                    <p:blipFill>
                      <a:blip r:embed="rId13"/>
                      <a:stretch>
                        <a:fillRect/>
                      </a:stretch>
                    </p:blipFill>
                    <p:spPr>
                      <a:xfrm>
                        <a:off x="6149385" y="5376681"/>
                        <a:ext cx="3416300" cy="1028700"/>
                      </a:xfrm>
                      <a:prstGeom prst="rect">
                        <a:avLst/>
                      </a:prstGeom>
                    </p:spPr>
                  </p:pic>
                </p:oleObj>
              </mc:Fallback>
            </mc:AlternateContent>
          </a:graphicData>
        </a:graphic>
      </p:graphicFrame>
      <p:sp>
        <p:nvSpPr>
          <p:cNvPr id="7" name="Slide Number Placeholder 6">
            <a:extLst>
              <a:ext uri="{FF2B5EF4-FFF2-40B4-BE49-F238E27FC236}">
                <a16:creationId xmlns:a16="http://schemas.microsoft.com/office/drawing/2014/main" id="{124C665F-548A-35EF-06F1-F149AC9B8CC7}"/>
              </a:ext>
            </a:extLst>
          </p:cNvPr>
          <p:cNvSpPr>
            <a:spLocks noGrp="1"/>
          </p:cNvSpPr>
          <p:nvPr>
            <p:ph type="sldNum" sz="quarter" idx="10"/>
          </p:nvPr>
        </p:nvSpPr>
        <p:spPr/>
        <p:txBody>
          <a:bodyPr/>
          <a:lstStyle/>
          <a:p>
            <a:fld id="{68151E55-6873-49E2-B8D5-2F265E6F1973}" type="slidenum">
              <a:rPr lang="en-US" smtClean="0"/>
              <a:t>53</a:t>
            </a:fld>
            <a:endParaRPr lang="en-US"/>
          </a:p>
        </p:txBody>
      </p:sp>
    </p:spTree>
    <p:extLst>
      <p:ext uri="{BB962C8B-B14F-4D97-AF65-F5344CB8AC3E}">
        <p14:creationId xmlns:p14="http://schemas.microsoft.com/office/powerpoint/2010/main" val="87489211"/>
      </p:ext>
    </p:extLst>
  </p:cSld>
  <p:clrMapOvr>
    <a:masterClrMapping/>
  </p:clrMapOvr>
</p:sld>
</file>

<file path=ppt/slides/slide5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 name="Content Placeholder 9">
            <a:extLst>
              <a:ext uri="{FF2B5EF4-FFF2-40B4-BE49-F238E27FC236}">
                <a16:creationId xmlns:a16="http://schemas.microsoft.com/office/drawing/2014/main" id="{AD943211-81CF-FFE5-EA0B-B24A261B98A5}"/>
              </a:ext>
            </a:extLst>
          </p:cNvPr>
          <p:cNvSpPr>
            <a:spLocks noGrp="1"/>
          </p:cNvSpPr>
          <p:nvPr>
            <p:ph sz="quarter" idx="11"/>
          </p:nvPr>
        </p:nvSpPr>
        <p:spPr>
          <a:xfrm>
            <a:off x="1866900" y="1276710"/>
            <a:ext cx="7896062" cy="1140419"/>
          </a:xfrm>
        </p:spPr>
        <p:txBody>
          <a:bodyPr/>
          <a:lstStyle/>
          <a:p>
            <a:pPr marL="403200" indent="-403200">
              <a:buFont typeface="+mj-lt"/>
              <a:buAutoNum type="arabicPeriod" startAt="5"/>
            </a:pPr>
            <a:r>
              <a:rPr lang="en-IN" sz="1800" b="1" dirty="0"/>
              <a:t>Valuation Using Multiples:</a:t>
            </a:r>
          </a:p>
          <a:p>
            <a:pPr marL="0" indent="0">
              <a:buNone/>
            </a:pPr>
            <a:r>
              <a:rPr lang="en-IN" sz="1800" dirty="0"/>
              <a:t>For stocks that don’t pay dividends (or have erratic dividend growth rates), we can value them using the </a:t>
            </a:r>
            <a:r>
              <a:rPr lang="en-IN" sz="1800" i="1" dirty="0"/>
              <a:t>PE</a:t>
            </a:r>
            <a:r>
              <a:rPr lang="en-IN" sz="1800" dirty="0"/>
              <a:t> ratio and/or the price-sales ratio:</a:t>
            </a:r>
          </a:p>
        </p:txBody>
      </p:sp>
      <p:graphicFrame>
        <p:nvGraphicFramePr>
          <p:cNvPr id="18" name="Object 17">
            <a:extLst>
              <a:ext uri="{FF2B5EF4-FFF2-40B4-BE49-F238E27FC236}">
                <a16:creationId xmlns:a16="http://schemas.microsoft.com/office/drawing/2014/main" id="{DB9043E8-6C82-D908-7DC1-B1FFB3EF76DE}"/>
              </a:ext>
            </a:extLst>
          </p:cNvPr>
          <p:cNvGraphicFramePr>
            <a:graphicFrameLocks noChangeAspect="1"/>
          </p:cNvGraphicFramePr>
          <p:nvPr/>
        </p:nvGraphicFramePr>
        <p:xfrm>
          <a:off x="2341563" y="2438401"/>
          <a:ext cx="3541712" cy="320675"/>
        </p:xfrm>
        <a:graphic>
          <a:graphicData uri="http://schemas.openxmlformats.org/presentationml/2006/ole">
            <mc:AlternateContent xmlns:mc="http://schemas.openxmlformats.org/markup-compatibility/2006">
              <mc:Choice xmlns:v="urn:schemas-microsoft-com:vml" Requires="v">
                <p:oleObj name="Equation" r:id="rId3" imgW="3238200" imgH="291960" progId="Equation.DSMT4">
                  <p:embed/>
                </p:oleObj>
              </mc:Choice>
              <mc:Fallback>
                <p:oleObj name="Equation" r:id="rId3" imgW="3238200" imgH="291960" progId="Equation.DSMT4">
                  <p:embed/>
                  <p:pic>
                    <p:nvPicPr>
                      <p:cNvPr id="18" name="Object 17">
                        <a:extLst>
                          <a:ext uri="{FF2B5EF4-FFF2-40B4-BE49-F238E27FC236}">
                            <a16:creationId xmlns:a16="http://schemas.microsoft.com/office/drawing/2014/main" id="{DB9043E8-6C82-D908-7DC1-B1FFB3EF76DE}"/>
                          </a:ext>
                        </a:extLst>
                      </p:cNvPr>
                      <p:cNvPicPr/>
                      <p:nvPr/>
                    </p:nvPicPr>
                    <p:blipFill>
                      <a:blip r:embed="rId4"/>
                      <a:stretch>
                        <a:fillRect/>
                      </a:stretch>
                    </p:blipFill>
                    <p:spPr>
                      <a:xfrm>
                        <a:off x="2341563" y="2438401"/>
                        <a:ext cx="3541712" cy="320675"/>
                      </a:xfrm>
                      <a:prstGeom prst="rect">
                        <a:avLst/>
                      </a:prstGeom>
                    </p:spPr>
                  </p:pic>
                </p:oleObj>
              </mc:Fallback>
            </mc:AlternateContent>
          </a:graphicData>
        </a:graphic>
      </p:graphicFrame>
      <p:graphicFrame>
        <p:nvGraphicFramePr>
          <p:cNvPr id="19" name="Object 18">
            <a:extLst>
              <a:ext uri="{FF2B5EF4-FFF2-40B4-BE49-F238E27FC236}">
                <a16:creationId xmlns:a16="http://schemas.microsoft.com/office/drawing/2014/main" id="{A03F1D3B-3A8B-E02D-B004-B700D7F8309F}"/>
              </a:ext>
            </a:extLst>
          </p:cNvPr>
          <p:cNvGraphicFramePr>
            <a:graphicFrameLocks noChangeAspect="1"/>
          </p:cNvGraphicFramePr>
          <p:nvPr/>
        </p:nvGraphicFramePr>
        <p:xfrm>
          <a:off x="2478089" y="2925764"/>
          <a:ext cx="4954587" cy="312737"/>
        </p:xfrm>
        <a:graphic>
          <a:graphicData uri="http://schemas.openxmlformats.org/presentationml/2006/ole">
            <mc:AlternateContent xmlns:mc="http://schemas.openxmlformats.org/markup-compatibility/2006">
              <mc:Choice xmlns:v="urn:schemas-microsoft-com:vml" Requires="v">
                <p:oleObj name="Equation" r:id="rId5" imgW="4622760" imgH="291960" progId="Equation.DSMT4">
                  <p:embed/>
                </p:oleObj>
              </mc:Choice>
              <mc:Fallback>
                <p:oleObj name="Equation" r:id="rId5" imgW="4622760" imgH="291960" progId="Equation.DSMT4">
                  <p:embed/>
                  <p:pic>
                    <p:nvPicPr>
                      <p:cNvPr id="19" name="Object 18">
                        <a:extLst>
                          <a:ext uri="{FF2B5EF4-FFF2-40B4-BE49-F238E27FC236}">
                            <a16:creationId xmlns:a16="http://schemas.microsoft.com/office/drawing/2014/main" id="{A03F1D3B-3A8B-E02D-B004-B700D7F8309F}"/>
                          </a:ext>
                        </a:extLst>
                      </p:cNvPr>
                      <p:cNvPicPr/>
                      <p:nvPr/>
                    </p:nvPicPr>
                    <p:blipFill>
                      <a:blip r:embed="rId6"/>
                      <a:stretch>
                        <a:fillRect/>
                      </a:stretch>
                    </p:blipFill>
                    <p:spPr>
                      <a:xfrm>
                        <a:off x="2478089" y="2925764"/>
                        <a:ext cx="4954587" cy="312737"/>
                      </a:xfrm>
                      <a:prstGeom prst="rect">
                        <a:avLst/>
                      </a:prstGeom>
                    </p:spPr>
                  </p:pic>
                </p:oleObj>
              </mc:Fallback>
            </mc:AlternateContent>
          </a:graphicData>
        </a:graphic>
      </p:graphicFrame>
      <p:sp>
        <p:nvSpPr>
          <p:cNvPr id="13" name="Content Placeholder 12">
            <a:extLst>
              <a:ext uri="{FF2B5EF4-FFF2-40B4-BE49-F238E27FC236}">
                <a16:creationId xmlns:a16="http://schemas.microsoft.com/office/drawing/2014/main" id="{7D38A13B-8B03-5274-BE83-10FC656001E6}"/>
              </a:ext>
            </a:extLst>
          </p:cNvPr>
          <p:cNvSpPr>
            <a:spLocks noGrp="1"/>
          </p:cNvSpPr>
          <p:nvPr>
            <p:ph sz="quarter" idx="14"/>
          </p:nvPr>
        </p:nvSpPr>
        <p:spPr>
          <a:xfrm>
            <a:off x="1866900" y="3526617"/>
            <a:ext cx="8458200" cy="785457"/>
          </a:xfrm>
        </p:spPr>
        <p:txBody>
          <a:bodyPr/>
          <a:lstStyle/>
          <a:p>
            <a:pPr marL="403200" indent="-403200">
              <a:buFont typeface="+mj-lt"/>
              <a:buAutoNum type="arabicPeriod" startAt="6"/>
            </a:pPr>
            <a:r>
              <a:rPr lang="en-IN" sz="1800" b="1" dirty="0"/>
              <a:t>The Required Return:</a:t>
            </a:r>
          </a:p>
          <a:p>
            <a:pPr marL="0" indent="0">
              <a:buNone/>
            </a:pPr>
            <a:r>
              <a:rPr lang="en-IN" sz="1800" dirty="0"/>
              <a:t>The required return, R, can be written as the sum of two things:</a:t>
            </a:r>
          </a:p>
        </p:txBody>
      </p:sp>
      <p:graphicFrame>
        <p:nvGraphicFramePr>
          <p:cNvPr id="20" name="Object 19">
            <a:extLst>
              <a:ext uri="{FF2B5EF4-FFF2-40B4-BE49-F238E27FC236}">
                <a16:creationId xmlns:a16="http://schemas.microsoft.com/office/drawing/2014/main" id="{BF3144F1-9E1E-2223-85FA-BCD9D4DFA5D0}"/>
              </a:ext>
            </a:extLst>
          </p:cNvPr>
          <p:cNvGraphicFramePr>
            <a:graphicFrameLocks noChangeAspect="1"/>
          </p:cNvGraphicFramePr>
          <p:nvPr/>
        </p:nvGraphicFramePr>
        <p:xfrm>
          <a:off x="2600054" y="4484443"/>
          <a:ext cx="1435100" cy="292100"/>
        </p:xfrm>
        <a:graphic>
          <a:graphicData uri="http://schemas.openxmlformats.org/presentationml/2006/ole">
            <mc:AlternateContent xmlns:mc="http://schemas.openxmlformats.org/markup-compatibility/2006">
              <mc:Choice xmlns:v="urn:schemas-microsoft-com:vml" Requires="v">
                <p:oleObj name="Equation" r:id="rId7" imgW="1434960" imgH="291960" progId="Equation.DSMT4">
                  <p:embed/>
                </p:oleObj>
              </mc:Choice>
              <mc:Fallback>
                <p:oleObj name="Equation" r:id="rId7" imgW="1434960" imgH="291960" progId="Equation.DSMT4">
                  <p:embed/>
                  <p:pic>
                    <p:nvPicPr>
                      <p:cNvPr id="20" name="Object 19">
                        <a:extLst>
                          <a:ext uri="{FF2B5EF4-FFF2-40B4-BE49-F238E27FC236}">
                            <a16:creationId xmlns:a16="http://schemas.microsoft.com/office/drawing/2014/main" id="{BF3144F1-9E1E-2223-85FA-BCD9D4DFA5D0}"/>
                          </a:ext>
                        </a:extLst>
                      </p:cNvPr>
                      <p:cNvPicPr/>
                      <p:nvPr/>
                    </p:nvPicPr>
                    <p:blipFill>
                      <a:blip r:embed="rId8"/>
                      <a:stretch>
                        <a:fillRect/>
                      </a:stretch>
                    </p:blipFill>
                    <p:spPr>
                      <a:xfrm>
                        <a:off x="2600054" y="4484443"/>
                        <a:ext cx="1435100" cy="292100"/>
                      </a:xfrm>
                      <a:prstGeom prst="rect">
                        <a:avLst/>
                      </a:prstGeom>
                    </p:spPr>
                  </p:pic>
                </p:oleObj>
              </mc:Fallback>
            </mc:AlternateContent>
          </a:graphicData>
        </a:graphic>
      </p:graphicFrame>
      <p:sp>
        <p:nvSpPr>
          <p:cNvPr id="14" name="Content Placeholder 13">
            <a:extLst>
              <a:ext uri="{FF2B5EF4-FFF2-40B4-BE49-F238E27FC236}">
                <a16:creationId xmlns:a16="http://schemas.microsoft.com/office/drawing/2014/main" id="{BDF1702F-F10D-0426-58CF-82AFA2470926}"/>
              </a:ext>
            </a:extLst>
          </p:cNvPr>
          <p:cNvSpPr>
            <a:spLocks noGrp="1"/>
          </p:cNvSpPr>
          <p:nvPr>
            <p:ph sz="quarter" idx="15"/>
          </p:nvPr>
        </p:nvSpPr>
        <p:spPr>
          <a:xfrm>
            <a:off x="1866900" y="4976535"/>
            <a:ext cx="896964" cy="358441"/>
          </a:xfrm>
        </p:spPr>
        <p:txBody>
          <a:bodyPr>
            <a:normAutofit fontScale="77500" lnSpcReduction="20000"/>
          </a:bodyPr>
          <a:lstStyle/>
          <a:p>
            <a:r>
              <a:rPr lang="en-IN" sz="1800" dirty="0"/>
              <a:t>where</a:t>
            </a:r>
          </a:p>
        </p:txBody>
      </p:sp>
      <p:graphicFrame>
        <p:nvGraphicFramePr>
          <p:cNvPr id="21" name="Object 20">
            <a:extLst>
              <a:ext uri="{FF2B5EF4-FFF2-40B4-BE49-F238E27FC236}">
                <a16:creationId xmlns:a16="http://schemas.microsoft.com/office/drawing/2014/main" id="{82FFF1E4-02A7-CDB9-953F-60CF68E3BA52}"/>
              </a:ext>
            </a:extLst>
          </p:cNvPr>
          <p:cNvGraphicFramePr>
            <a:graphicFrameLocks noChangeAspect="1"/>
          </p:cNvGraphicFramePr>
          <p:nvPr/>
        </p:nvGraphicFramePr>
        <p:xfrm>
          <a:off x="2682955" y="5069848"/>
          <a:ext cx="610039" cy="286345"/>
        </p:xfrm>
        <a:graphic>
          <a:graphicData uri="http://schemas.openxmlformats.org/presentationml/2006/ole">
            <mc:AlternateContent xmlns:mc="http://schemas.openxmlformats.org/markup-compatibility/2006">
              <mc:Choice xmlns:v="urn:schemas-microsoft-com:vml" Requires="v">
                <p:oleObj name="Equation" r:id="rId9" imgW="622080" imgH="291960" progId="Equation.DSMT4">
                  <p:embed/>
                </p:oleObj>
              </mc:Choice>
              <mc:Fallback>
                <p:oleObj name="Equation" r:id="rId9" imgW="622080" imgH="291960" progId="Equation.DSMT4">
                  <p:embed/>
                  <p:pic>
                    <p:nvPicPr>
                      <p:cNvPr id="21" name="Object 20">
                        <a:extLst>
                          <a:ext uri="{FF2B5EF4-FFF2-40B4-BE49-F238E27FC236}">
                            <a16:creationId xmlns:a16="http://schemas.microsoft.com/office/drawing/2014/main" id="{82FFF1E4-02A7-CDB9-953F-60CF68E3BA52}"/>
                          </a:ext>
                        </a:extLst>
                      </p:cNvPr>
                      <p:cNvPicPr/>
                      <p:nvPr/>
                    </p:nvPicPr>
                    <p:blipFill>
                      <a:blip r:embed="rId10"/>
                      <a:stretch>
                        <a:fillRect/>
                      </a:stretch>
                    </p:blipFill>
                    <p:spPr>
                      <a:xfrm>
                        <a:off x="2682955" y="5069848"/>
                        <a:ext cx="610039" cy="286345"/>
                      </a:xfrm>
                      <a:prstGeom prst="rect">
                        <a:avLst/>
                      </a:prstGeom>
                    </p:spPr>
                  </p:pic>
                </p:oleObj>
              </mc:Fallback>
            </mc:AlternateContent>
          </a:graphicData>
        </a:graphic>
      </p:graphicFrame>
      <p:sp>
        <p:nvSpPr>
          <p:cNvPr id="15" name="Content Placeholder 14">
            <a:extLst>
              <a:ext uri="{FF2B5EF4-FFF2-40B4-BE49-F238E27FC236}">
                <a16:creationId xmlns:a16="http://schemas.microsoft.com/office/drawing/2014/main" id="{A523509B-0F34-B540-AA85-4D099DF3C730}"/>
              </a:ext>
            </a:extLst>
          </p:cNvPr>
          <p:cNvSpPr>
            <a:spLocks noGrp="1"/>
          </p:cNvSpPr>
          <p:nvPr>
            <p:ph sz="quarter" idx="16"/>
          </p:nvPr>
        </p:nvSpPr>
        <p:spPr>
          <a:xfrm>
            <a:off x="3317604" y="5020605"/>
            <a:ext cx="6445358" cy="358441"/>
          </a:xfrm>
        </p:spPr>
        <p:txBody>
          <a:bodyPr/>
          <a:lstStyle/>
          <a:p>
            <a:r>
              <a:rPr lang="en-IN" sz="1800" dirty="0"/>
              <a:t>is the </a:t>
            </a:r>
            <a:r>
              <a:rPr lang="en-IN" sz="1800" i="1" dirty="0"/>
              <a:t>dividend yield </a:t>
            </a:r>
            <a:r>
              <a:rPr lang="en-IN" sz="1800" dirty="0"/>
              <a:t>and g is the </a:t>
            </a:r>
            <a:r>
              <a:rPr lang="en-IN" sz="1800" i="1" dirty="0"/>
              <a:t>capital gains yield </a:t>
            </a:r>
            <a:r>
              <a:rPr lang="en-IN" sz="1800" dirty="0"/>
              <a:t>(which is</a:t>
            </a:r>
          </a:p>
        </p:txBody>
      </p:sp>
      <p:sp>
        <p:nvSpPr>
          <p:cNvPr id="16" name="Content Placeholder 15">
            <a:extLst>
              <a:ext uri="{FF2B5EF4-FFF2-40B4-BE49-F238E27FC236}">
                <a16:creationId xmlns:a16="http://schemas.microsoft.com/office/drawing/2014/main" id="{B21DFA5A-36BF-083A-0030-8CEB0F430154}"/>
              </a:ext>
            </a:extLst>
          </p:cNvPr>
          <p:cNvSpPr>
            <a:spLocks noGrp="1"/>
          </p:cNvSpPr>
          <p:nvPr>
            <p:ph sz="quarter" idx="17"/>
          </p:nvPr>
        </p:nvSpPr>
        <p:spPr>
          <a:xfrm>
            <a:off x="1866900" y="5366646"/>
            <a:ext cx="8458200" cy="358441"/>
          </a:xfrm>
        </p:spPr>
        <p:txBody>
          <a:bodyPr/>
          <a:lstStyle/>
          <a:p>
            <a:r>
              <a:rPr lang="en-IN" sz="1800" dirty="0"/>
              <a:t>thing as the growth rate in dividends for the steady growth case).</a:t>
            </a:r>
          </a:p>
        </p:txBody>
      </p:sp>
      <p:sp>
        <p:nvSpPr>
          <p:cNvPr id="7" name="Slide Number Placeholder 6">
            <a:extLst>
              <a:ext uri="{FF2B5EF4-FFF2-40B4-BE49-F238E27FC236}">
                <a16:creationId xmlns:a16="http://schemas.microsoft.com/office/drawing/2014/main" id="{AC60DB01-2D04-6055-95AD-F02447C2F9D3}"/>
              </a:ext>
            </a:extLst>
          </p:cNvPr>
          <p:cNvSpPr>
            <a:spLocks noGrp="1"/>
          </p:cNvSpPr>
          <p:nvPr>
            <p:ph type="sldNum" sz="quarter" idx="10"/>
          </p:nvPr>
        </p:nvSpPr>
        <p:spPr/>
        <p:txBody>
          <a:bodyPr/>
          <a:lstStyle/>
          <a:p>
            <a:fld id="{68151E55-6873-49E2-B8D5-2F265E6F1973}" type="slidenum">
              <a:rPr lang="en-US" smtClean="0"/>
              <a:t>54</a:t>
            </a:fld>
            <a:endParaRPr lang="en-US"/>
          </a:p>
        </p:txBody>
      </p:sp>
      <p:sp>
        <p:nvSpPr>
          <p:cNvPr id="4" name="Title 8">
            <a:extLst>
              <a:ext uri="{FF2B5EF4-FFF2-40B4-BE49-F238E27FC236}">
                <a16:creationId xmlns:a16="http://schemas.microsoft.com/office/drawing/2014/main" id="{EC101B0B-8925-7E06-DD53-2FDA44A5BEDD}"/>
              </a:ext>
            </a:extLst>
          </p:cNvPr>
          <p:cNvSpPr>
            <a:spLocks noGrp="1"/>
          </p:cNvSpPr>
          <p:nvPr>
            <p:ph type="title"/>
          </p:nvPr>
        </p:nvSpPr>
        <p:spPr>
          <a:xfrm>
            <a:off x="457200" y="192491"/>
            <a:ext cx="11277600" cy="903231"/>
          </a:xfrm>
          <a:ln>
            <a:solidFill>
              <a:schemeClr val="tx1"/>
            </a:solidFill>
          </a:ln>
        </p:spPr>
        <p:txBody>
          <a:bodyPr>
            <a:normAutofit/>
          </a:bodyPr>
          <a:lstStyle/>
          <a:p>
            <a:r>
              <a:rPr lang="en-IN" sz="3200" dirty="0"/>
              <a:t>Summary of Stock Valuation </a:t>
            </a:r>
          </a:p>
        </p:txBody>
      </p:sp>
    </p:spTree>
    <p:extLst>
      <p:ext uri="{BB962C8B-B14F-4D97-AF65-F5344CB8AC3E}">
        <p14:creationId xmlns:p14="http://schemas.microsoft.com/office/powerpoint/2010/main" val="3903282933"/>
      </p:ext>
    </p:extLst>
  </p:cSld>
  <p:clrMapOvr>
    <a:masterClrMapping/>
  </p:clrMapOvr>
</p:sld>
</file>

<file path=ppt/slides/slide5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9029D69-14A9-6A65-88DC-54B41FCC4B01}"/>
              </a:ext>
            </a:extLst>
          </p:cNvPr>
          <p:cNvSpPr>
            <a:spLocks noGrp="1"/>
          </p:cNvSpPr>
          <p:nvPr>
            <p:ph type="title"/>
          </p:nvPr>
        </p:nvSpPr>
        <p:spPr>
          <a:xfrm>
            <a:off x="457200" y="192491"/>
            <a:ext cx="11277600" cy="569509"/>
          </a:xfrm>
          <a:ln>
            <a:solidFill>
              <a:schemeClr val="tx1"/>
            </a:solidFill>
          </a:ln>
        </p:spPr>
        <p:txBody>
          <a:bodyPr>
            <a:normAutofit fontScale="90000"/>
          </a:bodyPr>
          <a:lstStyle/>
          <a:p>
            <a:r>
              <a:rPr lang="en-IN" sz="3600" dirty="0"/>
              <a:t>Common Stock Features: Shareholder Rights</a:t>
            </a:r>
            <a:endParaRPr lang="en-US" sz="3600" dirty="0"/>
          </a:p>
        </p:txBody>
      </p:sp>
      <p:sp>
        <p:nvSpPr>
          <p:cNvPr id="3" name="Content Placeholder 2">
            <a:extLst>
              <a:ext uri="{FF2B5EF4-FFF2-40B4-BE49-F238E27FC236}">
                <a16:creationId xmlns:a16="http://schemas.microsoft.com/office/drawing/2014/main" id="{8E48442F-2E4E-2A8C-55F7-86F2E159B86E}"/>
              </a:ext>
            </a:extLst>
          </p:cNvPr>
          <p:cNvSpPr>
            <a:spLocks noGrp="1"/>
          </p:cNvSpPr>
          <p:nvPr>
            <p:ph sz="quarter" idx="11"/>
          </p:nvPr>
        </p:nvSpPr>
        <p:spPr>
          <a:xfrm>
            <a:off x="539261" y="1276709"/>
            <a:ext cx="10962621" cy="3034034"/>
          </a:xfrm>
        </p:spPr>
        <p:txBody>
          <a:bodyPr/>
          <a:lstStyle/>
          <a:p>
            <a:pPr marL="0" indent="0">
              <a:spcBef>
                <a:spcPts val="500"/>
              </a:spcBef>
              <a:buNone/>
            </a:pPr>
            <a:r>
              <a:rPr lang="en-IN" sz="2000" b="1" dirty="0"/>
              <a:t>Common stock </a:t>
            </a:r>
            <a:r>
              <a:rPr lang="en-IN" sz="2000" dirty="0"/>
              <a:t>is equity without priority for dividends or in bankruptcy.</a:t>
            </a:r>
          </a:p>
          <a:p>
            <a:pPr marL="0" indent="0">
              <a:spcBef>
                <a:spcPts val="500"/>
              </a:spcBef>
              <a:buNone/>
            </a:pPr>
            <a:r>
              <a:rPr lang="en-IN" sz="2000" dirty="0"/>
              <a:t>Shareholders elect directors who, in turn, hire managers to carry out their directives.</a:t>
            </a:r>
          </a:p>
          <a:p>
            <a:pPr marL="0" indent="0">
              <a:spcBef>
                <a:spcPts val="500"/>
              </a:spcBef>
              <a:buNone/>
            </a:pPr>
            <a:r>
              <a:rPr lang="en-IN" sz="2000" dirty="0"/>
              <a:t>Directors are elected each year at an annual meeting by a vote of the holders of a majority of shares who are present and entitled to vote. </a:t>
            </a:r>
          </a:p>
          <a:p>
            <a:pPr marL="292608" indent="-292608"/>
            <a:r>
              <a:rPr lang="en-IN" sz="2000" dirty="0"/>
              <a:t>In </a:t>
            </a:r>
            <a:r>
              <a:rPr lang="en-IN" sz="2000" b="1" dirty="0"/>
              <a:t>cumulative voting</a:t>
            </a:r>
            <a:r>
              <a:rPr lang="en-IN" sz="2000" dirty="0"/>
              <a:t>, a shareholder may cast all votes for one member of the board of directors; all directors are elected at once.</a:t>
            </a:r>
          </a:p>
          <a:p>
            <a:pPr marL="292608" indent="-292608"/>
            <a:r>
              <a:rPr lang="en-IN" sz="2000" dirty="0"/>
              <a:t>In </a:t>
            </a:r>
            <a:r>
              <a:rPr lang="en-IN" sz="2000" b="1" dirty="0"/>
              <a:t>straight voting</a:t>
            </a:r>
            <a:r>
              <a:rPr lang="en-IN" sz="2000" dirty="0"/>
              <a:t>, a shareholder may cast all votes for each member of the board of directors; directors are elected one at a time.</a:t>
            </a:r>
          </a:p>
        </p:txBody>
      </p:sp>
      <p:sp>
        <p:nvSpPr>
          <p:cNvPr id="4" name="Content Placeholder 3">
            <a:extLst>
              <a:ext uri="{FF2B5EF4-FFF2-40B4-BE49-F238E27FC236}">
                <a16:creationId xmlns:a16="http://schemas.microsoft.com/office/drawing/2014/main" id="{1A190DA4-A475-4265-C479-5353A878FF96}"/>
              </a:ext>
            </a:extLst>
          </p:cNvPr>
          <p:cNvSpPr>
            <a:spLocks noGrp="1"/>
          </p:cNvSpPr>
          <p:nvPr>
            <p:ph sz="quarter" idx="14"/>
          </p:nvPr>
        </p:nvSpPr>
        <p:spPr>
          <a:xfrm>
            <a:off x="621323" y="4400742"/>
            <a:ext cx="10691446" cy="788664"/>
          </a:xfrm>
        </p:spPr>
        <p:txBody>
          <a:bodyPr/>
          <a:lstStyle/>
          <a:p>
            <a:r>
              <a:rPr lang="en-IN" sz="2200" dirty="0"/>
              <a:t>Many companies have staggered elections for directors (That is, </a:t>
            </a:r>
            <a:r>
              <a:rPr lang="en-IN" sz="2200" i="1" dirty="0"/>
              <a:t>classified boards</a:t>
            </a:r>
            <a:r>
              <a:rPr lang="en-IN" sz="2200" dirty="0"/>
              <a:t>), but several have been pressured to declassify.</a:t>
            </a:r>
          </a:p>
        </p:txBody>
      </p:sp>
      <p:sp>
        <p:nvSpPr>
          <p:cNvPr id="11" name="Content Placeholder 5">
            <a:extLst>
              <a:ext uri="{FF2B5EF4-FFF2-40B4-BE49-F238E27FC236}">
                <a16:creationId xmlns:a16="http://schemas.microsoft.com/office/drawing/2014/main" id="{C78F28D1-369B-2255-9457-44060C171EE8}"/>
              </a:ext>
            </a:extLst>
          </p:cNvPr>
          <p:cNvSpPr>
            <a:spLocks noGrp="1"/>
          </p:cNvSpPr>
          <p:nvPr>
            <p:ph sz="quarter" idx="15"/>
          </p:nvPr>
        </p:nvSpPr>
        <p:spPr>
          <a:xfrm>
            <a:off x="882161" y="5279405"/>
            <a:ext cx="10301653" cy="1158504"/>
          </a:xfrm>
        </p:spPr>
        <p:txBody>
          <a:bodyPr/>
          <a:lstStyle/>
          <a:p>
            <a:pPr>
              <a:spcBef>
                <a:spcPts val="500"/>
              </a:spcBef>
            </a:pPr>
            <a:r>
              <a:rPr lang="en-IN" sz="2000" dirty="0"/>
              <a:t>Staggering has two basic effects:</a:t>
            </a:r>
          </a:p>
          <a:p>
            <a:pPr marL="402336" indent="-402336">
              <a:spcBef>
                <a:spcPts val="500"/>
              </a:spcBef>
              <a:buFont typeface="+mj-lt"/>
              <a:buAutoNum type="arabicPeriod"/>
            </a:pPr>
            <a:r>
              <a:rPr lang="en-IN" sz="2000" dirty="0"/>
              <a:t>Makes it more difficult for a minority to elect a director.</a:t>
            </a:r>
          </a:p>
          <a:p>
            <a:pPr marL="402336" indent="-402336">
              <a:spcBef>
                <a:spcPts val="500"/>
              </a:spcBef>
              <a:buFont typeface="+mj-lt"/>
              <a:buAutoNum type="arabicPeriod"/>
            </a:pPr>
            <a:r>
              <a:rPr lang="en-IN" sz="2000" dirty="0"/>
              <a:t>Makes takeover attempts less likely to be successful.</a:t>
            </a:r>
          </a:p>
        </p:txBody>
      </p:sp>
      <p:sp>
        <p:nvSpPr>
          <p:cNvPr id="7" name="Slide Number Placeholder 6">
            <a:extLst>
              <a:ext uri="{FF2B5EF4-FFF2-40B4-BE49-F238E27FC236}">
                <a16:creationId xmlns:a16="http://schemas.microsoft.com/office/drawing/2014/main" id="{2541783A-7CFD-B9C7-A540-F477315CC3F2}"/>
              </a:ext>
            </a:extLst>
          </p:cNvPr>
          <p:cNvSpPr>
            <a:spLocks noGrp="1"/>
          </p:cNvSpPr>
          <p:nvPr>
            <p:ph type="sldNum" sz="quarter" idx="10"/>
          </p:nvPr>
        </p:nvSpPr>
        <p:spPr/>
        <p:txBody>
          <a:bodyPr/>
          <a:lstStyle/>
          <a:p>
            <a:fld id="{68151E55-6873-49E2-B8D5-2F265E6F1973}" type="slidenum">
              <a:rPr lang="en-US" smtClean="0"/>
              <a:t>55</a:t>
            </a:fld>
            <a:endParaRPr lang="en-US"/>
          </a:p>
        </p:txBody>
      </p:sp>
    </p:spTree>
    <p:extLst>
      <p:ext uri="{BB962C8B-B14F-4D97-AF65-F5344CB8AC3E}">
        <p14:creationId xmlns:p14="http://schemas.microsoft.com/office/powerpoint/2010/main" val="1337390400"/>
      </p:ext>
    </p:extLst>
  </p:cSld>
  <p:clrMapOvr>
    <a:masterClrMapping/>
  </p:clrMapOvr>
</p:sld>
</file>

<file path=ppt/slides/slide5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08FCC1B-9AE5-B0AF-5F91-DF1A49956E51}"/>
              </a:ext>
            </a:extLst>
          </p:cNvPr>
          <p:cNvSpPr>
            <a:spLocks noGrp="1"/>
          </p:cNvSpPr>
          <p:nvPr>
            <p:ph type="title"/>
          </p:nvPr>
        </p:nvSpPr>
        <p:spPr>
          <a:xfrm>
            <a:off x="457200" y="192492"/>
            <a:ext cx="11277600" cy="886032"/>
          </a:xfrm>
          <a:ln>
            <a:solidFill>
              <a:schemeClr val="tx1"/>
            </a:solidFill>
          </a:ln>
        </p:spPr>
        <p:txBody>
          <a:bodyPr>
            <a:normAutofit/>
          </a:bodyPr>
          <a:lstStyle/>
          <a:p>
            <a:r>
              <a:rPr lang="en-IN" sz="3200" dirty="0"/>
              <a:t>Common Stock Features: Proxy Voting and Stock Classes</a:t>
            </a:r>
            <a:endParaRPr lang="en-US" sz="3200" dirty="0"/>
          </a:p>
        </p:txBody>
      </p:sp>
      <p:sp>
        <p:nvSpPr>
          <p:cNvPr id="3" name="Content Placeholder 2">
            <a:extLst>
              <a:ext uri="{FF2B5EF4-FFF2-40B4-BE49-F238E27FC236}">
                <a16:creationId xmlns:a16="http://schemas.microsoft.com/office/drawing/2014/main" id="{B0859227-65FE-76BA-B203-124D1C480D8B}"/>
              </a:ext>
            </a:extLst>
          </p:cNvPr>
          <p:cNvSpPr>
            <a:spLocks noGrp="1"/>
          </p:cNvSpPr>
          <p:nvPr>
            <p:ph sz="quarter" idx="11"/>
          </p:nvPr>
        </p:nvSpPr>
        <p:spPr>
          <a:xfrm>
            <a:off x="457199" y="1276710"/>
            <a:ext cx="11136923" cy="2772777"/>
          </a:xfrm>
        </p:spPr>
        <p:txBody>
          <a:bodyPr>
            <a:normAutofit/>
          </a:bodyPr>
          <a:lstStyle/>
          <a:p>
            <a:pPr>
              <a:lnSpc>
                <a:spcPct val="90000"/>
              </a:lnSpc>
            </a:pPr>
            <a:r>
              <a:rPr lang="en-IN" sz="2200" dirty="0"/>
              <a:t>A proxy is a grant of authority by a shareholder allowing another individual to vote his or her shares.</a:t>
            </a:r>
          </a:p>
          <a:p>
            <a:pPr>
              <a:lnSpc>
                <a:spcPct val="90000"/>
              </a:lnSpc>
            </a:pPr>
            <a:r>
              <a:rPr lang="en-IN" sz="2200" dirty="0"/>
              <a:t>Shareholders can come to the annual meeting and vote in person, or they can transfer their right to vote to another party.</a:t>
            </a:r>
          </a:p>
          <a:p>
            <a:pPr marL="292608" indent="-292608"/>
            <a:r>
              <a:rPr lang="en-IN" sz="2000" dirty="0"/>
              <a:t>Most voting in large public corporations is done by proxy.</a:t>
            </a:r>
          </a:p>
          <a:p>
            <a:pPr marL="292608" indent="-292608"/>
            <a:r>
              <a:rPr lang="en-IN" sz="2000" dirty="0"/>
              <a:t>If shareholders are not satisfied with management, an “outside” group of shareholders can try to obtain votes via proxy, with the resulting battle called a </a:t>
            </a:r>
            <a:r>
              <a:rPr lang="en-IN" sz="2000" i="1" dirty="0"/>
              <a:t>proxy fight.</a:t>
            </a:r>
          </a:p>
        </p:txBody>
      </p:sp>
      <p:sp>
        <p:nvSpPr>
          <p:cNvPr id="4" name="Content Placeholder 3">
            <a:extLst>
              <a:ext uri="{FF2B5EF4-FFF2-40B4-BE49-F238E27FC236}">
                <a16:creationId xmlns:a16="http://schemas.microsoft.com/office/drawing/2014/main" id="{E911DD79-1425-67D1-4A41-93FEF645658C}"/>
              </a:ext>
            </a:extLst>
          </p:cNvPr>
          <p:cNvSpPr>
            <a:spLocks noGrp="1"/>
          </p:cNvSpPr>
          <p:nvPr>
            <p:ph sz="quarter" idx="14"/>
          </p:nvPr>
        </p:nvSpPr>
        <p:spPr>
          <a:xfrm>
            <a:off x="586153" y="4082804"/>
            <a:ext cx="10915729" cy="2448625"/>
          </a:xfrm>
        </p:spPr>
        <p:txBody>
          <a:bodyPr/>
          <a:lstStyle/>
          <a:p>
            <a:pPr marL="0" indent="0">
              <a:spcBef>
                <a:spcPts val="500"/>
              </a:spcBef>
              <a:buNone/>
            </a:pPr>
            <a:r>
              <a:rPr lang="en-IN" sz="2200" dirty="0"/>
              <a:t>Some firms have more than one class of common stock:</a:t>
            </a:r>
          </a:p>
          <a:p>
            <a:pPr marL="292608" indent="-292608"/>
            <a:r>
              <a:rPr lang="en-IN" sz="2000" dirty="0"/>
              <a:t>For Example, Ford Motor Company has Class B common stock, which is not publicly traded.</a:t>
            </a:r>
          </a:p>
          <a:p>
            <a:pPr marL="292608" indent="-292608"/>
            <a:r>
              <a:rPr lang="en-IN" sz="2000" dirty="0"/>
              <a:t>Primary reason for creating dual or multiple classes of stock has to do with control of the firm. </a:t>
            </a:r>
          </a:p>
          <a:p>
            <a:pPr marL="292608" indent="-292608"/>
            <a:r>
              <a:rPr lang="en-IN" sz="2000" dirty="0"/>
              <a:t>If multiple classes exist, management can raise equity capital by issuing nonvoting or limited-voting stock while maintaining control.</a:t>
            </a:r>
          </a:p>
        </p:txBody>
      </p:sp>
      <p:sp>
        <p:nvSpPr>
          <p:cNvPr id="7" name="Slide Number Placeholder 6">
            <a:extLst>
              <a:ext uri="{FF2B5EF4-FFF2-40B4-BE49-F238E27FC236}">
                <a16:creationId xmlns:a16="http://schemas.microsoft.com/office/drawing/2014/main" id="{A44892DF-1CCE-C6BF-081E-4C39D7D5B838}"/>
              </a:ext>
            </a:extLst>
          </p:cNvPr>
          <p:cNvSpPr>
            <a:spLocks noGrp="1"/>
          </p:cNvSpPr>
          <p:nvPr>
            <p:ph type="sldNum" sz="quarter" idx="10"/>
          </p:nvPr>
        </p:nvSpPr>
        <p:spPr/>
        <p:txBody>
          <a:bodyPr/>
          <a:lstStyle/>
          <a:p>
            <a:fld id="{68151E55-6873-49E2-B8D5-2F265E6F1973}" type="slidenum">
              <a:rPr lang="en-US" smtClean="0"/>
              <a:t>56</a:t>
            </a:fld>
            <a:endParaRPr lang="en-US"/>
          </a:p>
        </p:txBody>
      </p:sp>
    </p:spTree>
    <p:extLst>
      <p:ext uri="{BB962C8B-B14F-4D97-AF65-F5344CB8AC3E}">
        <p14:creationId xmlns:p14="http://schemas.microsoft.com/office/powerpoint/2010/main" val="3443110462"/>
      </p:ext>
    </p:extLst>
  </p:cSld>
  <p:clrMapOvr>
    <a:masterClrMapping/>
  </p:clrMapOvr>
</p:sld>
</file>

<file path=ppt/slides/slide5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08FCC1B-9AE5-B0AF-5F91-DF1A49956E51}"/>
              </a:ext>
            </a:extLst>
          </p:cNvPr>
          <p:cNvSpPr>
            <a:spLocks noGrp="1"/>
          </p:cNvSpPr>
          <p:nvPr>
            <p:ph type="title"/>
          </p:nvPr>
        </p:nvSpPr>
        <p:spPr>
          <a:xfrm>
            <a:off x="457200" y="192491"/>
            <a:ext cx="11277600" cy="642575"/>
          </a:xfrm>
          <a:ln>
            <a:solidFill>
              <a:schemeClr val="tx1"/>
            </a:solidFill>
          </a:ln>
        </p:spPr>
        <p:txBody>
          <a:bodyPr>
            <a:normAutofit/>
          </a:bodyPr>
          <a:lstStyle/>
          <a:p>
            <a:r>
              <a:rPr lang="en-IN" sz="3200" dirty="0"/>
              <a:t>Common Stock Features: Other Rights</a:t>
            </a:r>
            <a:endParaRPr lang="en-US" sz="3200" dirty="0"/>
          </a:p>
        </p:txBody>
      </p:sp>
      <p:sp>
        <p:nvSpPr>
          <p:cNvPr id="3" name="Content Placeholder 2">
            <a:extLst>
              <a:ext uri="{FF2B5EF4-FFF2-40B4-BE49-F238E27FC236}">
                <a16:creationId xmlns:a16="http://schemas.microsoft.com/office/drawing/2014/main" id="{B0859227-65FE-76BA-B203-124D1C480D8B}"/>
              </a:ext>
            </a:extLst>
          </p:cNvPr>
          <p:cNvSpPr>
            <a:spLocks noGrp="1"/>
          </p:cNvSpPr>
          <p:nvPr>
            <p:ph sz="quarter" idx="11"/>
          </p:nvPr>
        </p:nvSpPr>
        <p:spPr>
          <a:xfrm>
            <a:off x="644769" y="1276709"/>
            <a:ext cx="11090031" cy="2855904"/>
          </a:xfrm>
        </p:spPr>
        <p:txBody>
          <a:bodyPr/>
          <a:lstStyle/>
          <a:p>
            <a:pPr marL="0" indent="0">
              <a:spcBef>
                <a:spcPts val="500"/>
              </a:spcBef>
              <a:buNone/>
            </a:pPr>
            <a:r>
              <a:rPr lang="en-IN" dirty="0"/>
              <a:t>In addition to the right to vote for directors, shareholders usually have the following rights: </a:t>
            </a:r>
          </a:p>
          <a:p>
            <a:pPr marL="292608" indent="-292608"/>
            <a:r>
              <a:rPr lang="en-IN" sz="2000" dirty="0"/>
              <a:t>Right to share proportionally in dividends paid.</a:t>
            </a:r>
          </a:p>
          <a:p>
            <a:pPr marL="292608" indent="-292608"/>
            <a:r>
              <a:rPr lang="en-IN" sz="2000" dirty="0"/>
              <a:t>Right to share proportionally in assets remaining after liabilities have been paid in a liquidation.</a:t>
            </a:r>
          </a:p>
          <a:p>
            <a:pPr marL="292608" indent="-292608"/>
            <a:r>
              <a:rPr lang="en-IN" sz="2000" dirty="0"/>
              <a:t>Right to vote on stockholder matters of great importance (For Example, a merger), with voting usually done at the  annual meeting or a special meeting.</a:t>
            </a:r>
          </a:p>
        </p:txBody>
      </p:sp>
      <p:sp>
        <p:nvSpPr>
          <p:cNvPr id="4" name="Content Placeholder 3">
            <a:extLst>
              <a:ext uri="{FF2B5EF4-FFF2-40B4-BE49-F238E27FC236}">
                <a16:creationId xmlns:a16="http://schemas.microsoft.com/office/drawing/2014/main" id="{E911DD79-1425-67D1-4A41-93FEF645658C}"/>
              </a:ext>
            </a:extLst>
          </p:cNvPr>
          <p:cNvSpPr>
            <a:spLocks noGrp="1"/>
          </p:cNvSpPr>
          <p:nvPr>
            <p:ph sz="quarter" idx="14"/>
          </p:nvPr>
        </p:nvSpPr>
        <p:spPr>
          <a:xfrm>
            <a:off x="644769" y="4244200"/>
            <a:ext cx="11090031" cy="2187368"/>
          </a:xfrm>
        </p:spPr>
        <p:txBody>
          <a:bodyPr/>
          <a:lstStyle/>
          <a:p>
            <a:pPr marL="0" indent="0">
              <a:buNone/>
            </a:pPr>
            <a:r>
              <a:rPr lang="en-IN" dirty="0"/>
              <a:t>Stockholders sometimes have a </a:t>
            </a:r>
            <a:r>
              <a:rPr lang="en-IN" i="1" dirty="0"/>
              <a:t>pre-emptive right</a:t>
            </a:r>
            <a:r>
              <a:rPr lang="en-IN" dirty="0"/>
              <a:t>, the right to share proportionally in any new stock sold:</a:t>
            </a:r>
          </a:p>
          <a:p>
            <a:pPr marL="292608" indent="-292608"/>
            <a:r>
              <a:rPr lang="en-IN" sz="2000" dirty="0"/>
              <a:t>Purpose is to give stockholders the opportunity to protect their proportionate ownership in the corporation.</a:t>
            </a:r>
          </a:p>
          <a:p>
            <a:pPr marL="292608" indent="-292608"/>
            <a:r>
              <a:rPr lang="en-IN" sz="2000" dirty="0"/>
              <a:t>Company that wishes to sell stock must first offer it to the existing stockholders before offering it to the general public .</a:t>
            </a:r>
          </a:p>
        </p:txBody>
      </p:sp>
      <p:sp>
        <p:nvSpPr>
          <p:cNvPr id="7" name="Slide Number Placeholder 6">
            <a:extLst>
              <a:ext uri="{FF2B5EF4-FFF2-40B4-BE49-F238E27FC236}">
                <a16:creationId xmlns:a16="http://schemas.microsoft.com/office/drawing/2014/main" id="{A44892DF-1CCE-C6BF-081E-4C39D7D5B838}"/>
              </a:ext>
            </a:extLst>
          </p:cNvPr>
          <p:cNvSpPr>
            <a:spLocks noGrp="1"/>
          </p:cNvSpPr>
          <p:nvPr>
            <p:ph type="sldNum" sz="quarter" idx="10"/>
          </p:nvPr>
        </p:nvSpPr>
        <p:spPr/>
        <p:txBody>
          <a:bodyPr/>
          <a:lstStyle/>
          <a:p>
            <a:fld id="{68151E55-6873-49E2-B8D5-2F265E6F1973}" type="slidenum">
              <a:rPr lang="en-US" smtClean="0"/>
              <a:t>57</a:t>
            </a:fld>
            <a:endParaRPr lang="en-US"/>
          </a:p>
        </p:txBody>
      </p:sp>
    </p:spTree>
    <p:extLst>
      <p:ext uri="{BB962C8B-B14F-4D97-AF65-F5344CB8AC3E}">
        <p14:creationId xmlns:p14="http://schemas.microsoft.com/office/powerpoint/2010/main" val="2587856562"/>
      </p:ext>
    </p:extLst>
  </p:cSld>
  <p:clrMapOvr>
    <a:masterClrMapping/>
  </p:clrMapOvr>
</p:sld>
</file>

<file path=ppt/slides/slide5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E73E0C5-83D2-F9D1-0B76-F8DB07DF74FE}"/>
              </a:ext>
            </a:extLst>
          </p:cNvPr>
          <p:cNvSpPr>
            <a:spLocks noGrp="1"/>
          </p:cNvSpPr>
          <p:nvPr>
            <p:ph type="title"/>
          </p:nvPr>
        </p:nvSpPr>
        <p:spPr>
          <a:xfrm>
            <a:off x="457200" y="192491"/>
            <a:ext cx="11277600" cy="639847"/>
          </a:xfrm>
          <a:ln>
            <a:solidFill>
              <a:schemeClr val="tx1"/>
            </a:solidFill>
          </a:ln>
        </p:spPr>
        <p:txBody>
          <a:bodyPr>
            <a:normAutofit/>
          </a:bodyPr>
          <a:lstStyle/>
          <a:p>
            <a:r>
              <a:rPr lang="en-IN" dirty="0"/>
              <a:t>Common Stock Features: Dividends</a:t>
            </a:r>
            <a:endParaRPr lang="en-US" dirty="0"/>
          </a:p>
        </p:txBody>
      </p:sp>
      <p:sp>
        <p:nvSpPr>
          <p:cNvPr id="3" name="Content Placeholder 2">
            <a:extLst>
              <a:ext uri="{FF2B5EF4-FFF2-40B4-BE49-F238E27FC236}">
                <a16:creationId xmlns:a16="http://schemas.microsoft.com/office/drawing/2014/main" id="{DF97BC79-CD42-F972-EBB3-346645C3D884}"/>
              </a:ext>
            </a:extLst>
          </p:cNvPr>
          <p:cNvSpPr>
            <a:spLocks noGrp="1"/>
          </p:cNvSpPr>
          <p:nvPr>
            <p:ph sz="quarter" idx="11"/>
          </p:nvPr>
        </p:nvSpPr>
        <p:spPr>
          <a:xfrm>
            <a:off x="586153" y="1095721"/>
            <a:ext cx="11031415" cy="5435708"/>
          </a:xfrm>
        </p:spPr>
        <p:txBody>
          <a:bodyPr/>
          <a:lstStyle/>
          <a:p>
            <a:pPr marL="0" indent="0">
              <a:buNone/>
            </a:pPr>
            <a:r>
              <a:rPr lang="en-IN" sz="2200" dirty="0"/>
              <a:t>Distinctive feature of corporations is that they have shares of stock on which they are authorized by law to pay dividends to their shareholders .</a:t>
            </a:r>
          </a:p>
          <a:p>
            <a:pPr marL="0" indent="0">
              <a:buNone/>
            </a:pPr>
            <a:r>
              <a:rPr lang="en-IN" sz="2200" b="1" dirty="0"/>
              <a:t>Dividends</a:t>
            </a:r>
            <a:r>
              <a:rPr lang="en-IN" sz="2200" dirty="0"/>
              <a:t> are payments by a corporation to shareholders, made in either cash or stock.</a:t>
            </a:r>
          </a:p>
          <a:p>
            <a:pPr marL="0" indent="0">
              <a:buNone/>
            </a:pPr>
            <a:r>
              <a:rPr lang="en-IN" sz="2200" dirty="0"/>
              <a:t>Payment of dividends is at discretion of the board of directors.</a:t>
            </a:r>
          </a:p>
          <a:p>
            <a:pPr marL="0" indent="0">
              <a:buNone/>
            </a:pPr>
            <a:r>
              <a:rPr lang="en-IN" sz="2200" dirty="0"/>
              <a:t>Important characteristics of dividends include the following:</a:t>
            </a:r>
          </a:p>
          <a:p>
            <a:pPr marL="292608" indent="-292608"/>
            <a:r>
              <a:rPr lang="en-IN" sz="2000" dirty="0"/>
              <a:t>Unless a dividend is declared by the board of directors of a corporation, it is not a liability of the corporation. A corporation cannot default on an undeclared dividend. Therefore, corporations cannot become bankrupt because of nonpayment of dividends. </a:t>
            </a:r>
          </a:p>
          <a:p>
            <a:pPr marL="292608" indent="-292608"/>
            <a:r>
              <a:rPr lang="en-IN" sz="2000" dirty="0"/>
              <a:t>Payment of dividends by the corporation is not a business expense. Dividends are not deductible for corporate tax purposes.  </a:t>
            </a:r>
          </a:p>
          <a:p>
            <a:pPr marL="292608" indent="-292608"/>
            <a:r>
              <a:rPr lang="en-IN" sz="2000" dirty="0"/>
              <a:t>Dividends received by individual shareholders are taxable. In 2020, the tax rate was 15 to 20 percent.</a:t>
            </a:r>
          </a:p>
        </p:txBody>
      </p:sp>
      <p:sp>
        <p:nvSpPr>
          <p:cNvPr id="6" name="Slide Number Placeholder 5">
            <a:extLst>
              <a:ext uri="{FF2B5EF4-FFF2-40B4-BE49-F238E27FC236}">
                <a16:creationId xmlns:a16="http://schemas.microsoft.com/office/drawing/2014/main" id="{86816D35-4277-7053-2AD4-FC0318C3CE8F}"/>
              </a:ext>
            </a:extLst>
          </p:cNvPr>
          <p:cNvSpPr>
            <a:spLocks noGrp="1"/>
          </p:cNvSpPr>
          <p:nvPr>
            <p:ph type="sldNum" sz="quarter" idx="4"/>
          </p:nvPr>
        </p:nvSpPr>
        <p:spPr/>
        <p:txBody>
          <a:bodyPr/>
          <a:lstStyle/>
          <a:p>
            <a:fld id="{68151E55-6873-49E2-B8D5-2F265E6F1973}" type="slidenum">
              <a:rPr lang="en-US" smtClean="0"/>
              <a:pPr/>
              <a:t>58</a:t>
            </a:fld>
            <a:endParaRPr lang="en-US" dirty="0"/>
          </a:p>
        </p:txBody>
      </p:sp>
    </p:spTree>
    <p:extLst>
      <p:ext uri="{BB962C8B-B14F-4D97-AF65-F5344CB8AC3E}">
        <p14:creationId xmlns:p14="http://schemas.microsoft.com/office/powerpoint/2010/main" val="3561090849"/>
      </p:ext>
    </p:extLst>
  </p:cSld>
  <p:clrMapOvr>
    <a:masterClrMapping/>
  </p:clrMapOvr>
</p:sld>
</file>

<file path=ppt/slides/slide5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0B96E69-2EC3-9FD8-564F-ED0DE3C1DE80}"/>
              </a:ext>
            </a:extLst>
          </p:cNvPr>
          <p:cNvSpPr>
            <a:spLocks noGrp="1"/>
          </p:cNvSpPr>
          <p:nvPr>
            <p:ph type="title"/>
          </p:nvPr>
        </p:nvSpPr>
        <p:spPr>
          <a:ln>
            <a:solidFill>
              <a:schemeClr val="tx1"/>
            </a:solidFill>
          </a:ln>
        </p:spPr>
        <p:txBody>
          <a:bodyPr>
            <a:normAutofit/>
          </a:bodyPr>
          <a:lstStyle/>
          <a:p>
            <a:r>
              <a:rPr lang="en-IN" sz="3200" dirty="0"/>
              <a:t>Preferred Stock Features: Stated Value and Dividends</a:t>
            </a:r>
            <a:endParaRPr lang="en-US" sz="3200" dirty="0"/>
          </a:p>
        </p:txBody>
      </p:sp>
      <p:sp>
        <p:nvSpPr>
          <p:cNvPr id="3" name="Content Placeholder 2">
            <a:extLst>
              <a:ext uri="{FF2B5EF4-FFF2-40B4-BE49-F238E27FC236}">
                <a16:creationId xmlns:a16="http://schemas.microsoft.com/office/drawing/2014/main" id="{A88A6070-61A8-E3A2-0B86-2EAD41ABFF7C}"/>
              </a:ext>
            </a:extLst>
          </p:cNvPr>
          <p:cNvSpPr>
            <a:spLocks noGrp="1"/>
          </p:cNvSpPr>
          <p:nvPr>
            <p:ph sz="quarter" idx="11"/>
          </p:nvPr>
        </p:nvSpPr>
        <p:spPr>
          <a:xfrm>
            <a:off x="633046" y="1185935"/>
            <a:ext cx="11101754" cy="1687895"/>
          </a:xfrm>
        </p:spPr>
        <p:txBody>
          <a:bodyPr/>
          <a:lstStyle/>
          <a:p>
            <a:pPr marL="0" indent="0">
              <a:spcBef>
                <a:spcPts val="500"/>
              </a:spcBef>
              <a:buNone/>
            </a:pPr>
            <a:r>
              <a:rPr lang="en-IN" sz="2000" b="1" dirty="0"/>
              <a:t>Preferred stock </a:t>
            </a:r>
            <a:r>
              <a:rPr lang="en-IN" sz="2000" dirty="0"/>
              <a:t>has dividend priority over common stock, normally with a fixed dividend rate, sometimes without voting rights.</a:t>
            </a:r>
          </a:p>
          <a:p>
            <a:pPr marL="0" indent="0">
              <a:spcBef>
                <a:spcPts val="500"/>
              </a:spcBef>
              <a:buNone/>
            </a:pPr>
            <a:r>
              <a:rPr lang="en-IN" sz="2000" dirty="0"/>
              <a:t>Preferred shares have a stated liquidating value, usually $100 per share, with the cash dividend described in terms of dollars per share.</a:t>
            </a:r>
          </a:p>
          <a:p>
            <a:pPr marL="292608" indent="-292608"/>
            <a:r>
              <a:rPr lang="en-IN" sz="1800" dirty="0"/>
              <a:t>“$5 preferred” translates into a dividend yield of 5% of stated value.</a:t>
            </a:r>
          </a:p>
        </p:txBody>
      </p:sp>
      <p:sp>
        <p:nvSpPr>
          <p:cNvPr id="8" name="Content Placeholder 7">
            <a:extLst>
              <a:ext uri="{FF2B5EF4-FFF2-40B4-BE49-F238E27FC236}">
                <a16:creationId xmlns:a16="http://schemas.microsoft.com/office/drawing/2014/main" id="{4A982B9C-29DC-468B-9846-EEA156C6EEFE}"/>
              </a:ext>
            </a:extLst>
          </p:cNvPr>
          <p:cNvSpPr>
            <a:spLocks noGrp="1"/>
          </p:cNvSpPr>
          <p:nvPr>
            <p:ph sz="quarter" idx="15"/>
          </p:nvPr>
        </p:nvSpPr>
        <p:spPr>
          <a:xfrm>
            <a:off x="633045" y="3020824"/>
            <a:ext cx="10738339" cy="2345760"/>
          </a:xfrm>
        </p:spPr>
        <p:txBody>
          <a:bodyPr/>
          <a:lstStyle/>
          <a:p>
            <a:pPr marL="0" indent="0">
              <a:buNone/>
            </a:pPr>
            <a:r>
              <a:rPr lang="en-IN" sz="2000" dirty="0"/>
              <a:t>Preferred dividend is </a:t>
            </a:r>
            <a:r>
              <a:rPr lang="en-IN" sz="2000" i="1" dirty="0"/>
              <a:t>not</a:t>
            </a:r>
            <a:r>
              <a:rPr lang="en-IN" sz="2000" dirty="0"/>
              <a:t> like interest on a bond.</a:t>
            </a:r>
          </a:p>
          <a:p>
            <a:r>
              <a:rPr lang="en-IN" sz="2000" dirty="0"/>
              <a:t>Board of directors may decide not to pay dividends on preferred share, (which may have nothing to do with the current net income of the corporation), in which case: </a:t>
            </a:r>
          </a:p>
          <a:p>
            <a:pPr lvl="1">
              <a:lnSpc>
                <a:spcPct val="90000"/>
              </a:lnSpc>
            </a:pPr>
            <a:r>
              <a:rPr lang="en-IN" sz="1800" dirty="0"/>
              <a:t>Common shareholders must also forgo dividends.</a:t>
            </a:r>
          </a:p>
          <a:p>
            <a:pPr lvl="1">
              <a:lnSpc>
                <a:spcPct val="90000"/>
              </a:lnSpc>
            </a:pPr>
            <a:r>
              <a:rPr lang="en-IN" sz="1800" dirty="0"/>
              <a:t>Holders of preferred shares are often granted voting and other rights if preferred dividends have not been paid for some time.</a:t>
            </a:r>
          </a:p>
        </p:txBody>
      </p:sp>
      <p:sp>
        <p:nvSpPr>
          <p:cNvPr id="4" name="Content Placeholder 3">
            <a:extLst>
              <a:ext uri="{FF2B5EF4-FFF2-40B4-BE49-F238E27FC236}">
                <a16:creationId xmlns:a16="http://schemas.microsoft.com/office/drawing/2014/main" id="{62632024-570F-9D97-AD82-96B8D66FB105}"/>
              </a:ext>
            </a:extLst>
          </p:cNvPr>
          <p:cNvSpPr>
            <a:spLocks noGrp="1"/>
          </p:cNvSpPr>
          <p:nvPr>
            <p:ph sz="quarter" idx="14"/>
          </p:nvPr>
        </p:nvSpPr>
        <p:spPr>
          <a:xfrm>
            <a:off x="633045" y="5458627"/>
            <a:ext cx="10868838" cy="1122863"/>
          </a:xfrm>
        </p:spPr>
        <p:txBody>
          <a:bodyPr/>
          <a:lstStyle/>
          <a:p>
            <a:pPr marL="0" indent="0">
              <a:buNone/>
            </a:pPr>
            <a:r>
              <a:rPr lang="en-IN" sz="2000" dirty="0"/>
              <a:t>Dividends payable on preferred stock are either </a:t>
            </a:r>
            <a:r>
              <a:rPr lang="en-IN" sz="2000" i="1" dirty="0"/>
              <a:t>cumulative</a:t>
            </a:r>
            <a:r>
              <a:rPr lang="en-IN" sz="2000" dirty="0"/>
              <a:t> or </a:t>
            </a:r>
            <a:r>
              <a:rPr lang="en-IN" sz="2000" i="1" dirty="0"/>
              <a:t>noncumulative</a:t>
            </a:r>
            <a:r>
              <a:rPr lang="en-IN" sz="2000" dirty="0"/>
              <a:t>, though most are cumulative.</a:t>
            </a:r>
          </a:p>
          <a:p>
            <a:pPr marL="0" indent="0">
              <a:buNone/>
            </a:pPr>
            <a:r>
              <a:rPr lang="en-IN" sz="2000" dirty="0"/>
              <a:t>Unpaid preferred dividends are </a:t>
            </a:r>
            <a:r>
              <a:rPr lang="en-IN" sz="2000" i="1" dirty="0"/>
              <a:t>not</a:t>
            </a:r>
            <a:r>
              <a:rPr lang="en-IN" sz="2000" dirty="0"/>
              <a:t> debts of the firm.</a:t>
            </a:r>
          </a:p>
        </p:txBody>
      </p:sp>
      <p:sp>
        <p:nvSpPr>
          <p:cNvPr id="7" name="Slide Number Placeholder 6">
            <a:extLst>
              <a:ext uri="{FF2B5EF4-FFF2-40B4-BE49-F238E27FC236}">
                <a16:creationId xmlns:a16="http://schemas.microsoft.com/office/drawing/2014/main" id="{FF056F89-9060-6B50-6F24-EF4FF068784B}"/>
              </a:ext>
            </a:extLst>
          </p:cNvPr>
          <p:cNvSpPr>
            <a:spLocks noGrp="1"/>
          </p:cNvSpPr>
          <p:nvPr>
            <p:ph type="sldNum" sz="quarter" idx="10"/>
          </p:nvPr>
        </p:nvSpPr>
        <p:spPr/>
        <p:txBody>
          <a:bodyPr/>
          <a:lstStyle/>
          <a:p>
            <a:fld id="{68151E55-6873-49E2-B8D5-2F265E6F1973}" type="slidenum">
              <a:rPr lang="en-US" smtClean="0"/>
              <a:t>59</a:t>
            </a:fld>
            <a:endParaRPr lang="en-US"/>
          </a:p>
        </p:txBody>
      </p:sp>
    </p:spTree>
    <p:extLst>
      <p:ext uri="{BB962C8B-B14F-4D97-AF65-F5344CB8AC3E}">
        <p14:creationId xmlns:p14="http://schemas.microsoft.com/office/powerpoint/2010/main" val="2054074525"/>
      </p:ext>
    </p:extLst>
  </p:cSld>
  <p:clrMapOvr>
    <a:masterClrMapping/>
  </p:clrMapOvr>
</p:sld>
</file>

<file path=ppt/slides/slide6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F961A6C-9BFA-20F9-8D2C-9194DE555350}"/>
              </a:ext>
            </a:extLst>
          </p:cNvPr>
          <p:cNvSpPr>
            <a:spLocks noGrp="1"/>
          </p:cNvSpPr>
          <p:nvPr>
            <p:ph type="title"/>
          </p:nvPr>
        </p:nvSpPr>
        <p:spPr>
          <a:xfrm>
            <a:off x="457200" y="192491"/>
            <a:ext cx="11277600" cy="745355"/>
          </a:xfrm>
          <a:ln>
            <a:solidFill>
              <a:schemeClr val="tx1"/>
            </a:solidFill>
          </a:ln>
        </p:spPr>
        <p:txBody>
          <a:bodyPr>
            <a:normAutofit/>
          </a:bodyPr>
          <a:lstStyle/>
          <a:p>
            <a:r>
              <a:rPr lang="en-IN" sz="3200" dirty="0"/>
              <a:t>Preferred Stock Features: Is Preferred Stock Really Debt?</a:t>
            </a:r>
            <a:endParaRPr lang="en-US" sz="3200" dirty="0"/>
          </a:p>
        </p:txBody>
      </p:sp>
      <p:sp>
        <p:nvSpPr>
          <p:cNvPr id="3" name="Content Placeholder 2">
            <a:extLst>
              <a:ext uri="{FF2B5EF4-FFF2-40B4-BE49-F238E27FC236}">
                <a16:creationId xmlns:a16="http://schemas.microsoft.com/office/drawing/2014/main" id="{2DE800EF-5FEE-F082-B22C-4754EF274705}"/>
              </a:ext>
            </a:extLst>
          </p:cNvPr>
          <p:cNvSpPr>
            <a:spLocks noGrp="1"/>
          </p:cNvSpPr>
          <p:nvPr>
            <p:ph sz="quarter" idx="11"/>
          </p:nvPr>
        </p:nvSpPr>
        <p:spPr>
          <a:xfrm>
            <a:off x="539261" y="1276709"/>
            <a:ext cx="10962621" cy="3200288"/>
          </a:xfrm>
        </p:spPr>
        <p:txBody>
          <a:bodyPr/>
          <a:lstStyle/>
          <a:p>
            <a:pPr marL="0" indent="0">
              <a:spcBef>
                <a:spcPts val="500"/>
              </a:spcBef>
              <a:buNone/>
            </a:pPr>
            <a:r>
              <a:rPr lang="en-IN" sz="2000" dirty="0"/>
              <a:t>Good case can be made that preferred stock is really debt in disguise, a kind of equity bond, for the following reasons:</a:t>
            </a:r>
          </a:p>
          <a:p>
            <a:pPr marL="292608" indent="-292608"/>
            <a:r>
              <a:rPr lang="en-IN" sz="1800" dirty="0"/>
              <a:t>Preferred shareholders receive a stated dividend only.</a:t>
            </a:r>
          </a:p>
          <a:p>
            <a:pPr marL="292608" indent="-292608"/>
            <a:r>
              <a:rPr lang="en-IN" sz="1800" dirty="0"/>
              <a:t>If corporation is liquidated, preferred shareholders get a stated value .</a:t>
            </a:r>
          </a:p>
          <a:p>
            <a:pPr marL="292608" indent="-292608"/>
            <a:r>
              <a:rPr lang="en-IN" sz="1800" dirty="0"/>
              <a:t>Preferred stocks often carry credit ratings much like those of bonds.</a:t>
            </a:r>
          </a:p>
          <a:p>
            <a:pPr marL="292608" indent="-292608"/>
            <a:r>
              <a:rPr lang="en-IN" sz="1800" dirty="0"/>
              <a:t>Preferred stock is sometimes convertible into common stock.</a:t>
            </a:r>
          </a:p>
          <a:p>
            <a:pPr marL="292608" indent="-292608"/>
            <a:r>
              <a:rPr lang="en-IN" sz="1800" dirty="0"/>
              <a:t>Preferred stocks are often callable .</a:t>
            </a:r>
          </a:p>
          <a:p>
            <a:pPr marL="292608" indent="-292608"/>
            <a:r>
              <a:rPr lang="en-IN" sz="1800" dirty="0"/>
              <a:t>Many issues of preferred stock have obligatory sinking funds, effectively creating a final maturity.</a:t>
            </a:r>
          </a:p>
        </p:txBody>
      </p:sp>
      <p:sp>
        <p:nvSpPr>
          <p:cNvPr id="4" name="Content Placeholder 3">
            <a:extLst>
              <a:ext uri="{FF2B5EF4-FFF2-40B4-BE49-F238E27FC236}">
                <a16:creationId xmlns:a16="http://schemas.microsoft.com/office/drawing/2014/main" id="{6FA94A89-B203-F3FF-3B5C-4012EC7C7260}"/>
              </a:ext>
            </a:extLst>
          </p:cNvPr>
          <p:cNvSpPr>
            <a:spLocks noGrp="1"/>
          </p:cNvSpPr>
          <p:nvPr>
            <p:ph sz="quarter" idx="14"/>
          </p:nvPr>
        </p:nvSpPr>
        <p:spPr>
          <a:xfrm>
            <a:off x="647699" y="4628791"/>
            <a:ext cx="10962621" cy="1905000"/>
          </a:xfrm>
        </p:spPr>
        <p:txBody>
          <a:bodyPr/>
          <a:lstStyle/>
          <a:p>
            <a:pPr marL="0" indent="0">
              <a:spcBef>
                <a:spcPts val="500"/>
              </a:spcBef>
              <a:buNone/>
            </a:pPr>
            <a:r>
              <a:rPr lang="en-IN" sz="2000" dirty="0"/>
              <a:t>In the 1990s, firms began to sell securities that looked a lot like preferred stocks but were treated as debt for tax purposes, making the interest payments tax deductible.</a:t>
            </a:r>
          </a:p>
          <a:p>
            <a:pPr marL="292608" indent="-292608"/>
            <a:r>
              <a:rPr lang="en-IN" sz="1800" dirty="0"/>
              <a:t>Until 2003, interest payments and dividends were taxed at the same marginal tax rate; when the tax rate on dividend payments was reduced, these instruments were not included.</a:t>
            </a:r>
          </a:p>
        </p:txBody>
      </p:sp>
      <p:sp>
        <p:nvSpPr>
          <p:cNvPr id="7" name="Slide Number Placeholder 6">
            <a:extLst>
              <a:ext uri="{FF2B5EF4-FFF2-40B4-BE49-F238E27FC236}">
                <a16:creationId xmlns:a16="http://schemas.microsoft.com/office/drawing/2014/main" id="{F5438D00-453D-0053-E68F-A5B4E85E3C9D}"/>
              </a:ext>
            </a:extLst>
          </p:cNvPr>
          <p:cNvSpPr>
            <a:spLocks noGrp="1"/>
          </p:cNvSpPr>
          <p:nvPr>
            <p:ph type="sldNum" sz="quarter" idx="10"/>
          </p:nvPr>
        </p:nvSpPr>
        <p:spPr/>
        <p:txBody>
          <a:bodyPr/>
          <a:lstStyle/>
          <a:p>
            <a:fld id="{68151E55-6873-49E2-B8D5-2F265E6F1973}" type="slidenum">
              <a:rPr lang="en-US" smtClean="0"/>
              <a:t>60</a:t>
            </a:fld>
            <a:endParaRPr lang="en-US"/>
          </a:p>
        </p:txBody>
      </p:sp>
    </p:spTree>
    <p:extLst>
      <p:ext uri="{BB962C8B-B14F-4D97-AF65-F5344CB8AC3E}">
        <p14:creationId xmlns:p14="http://schemas.microsoft.com/office/powerpoint/2010/main" val="4057291208"/>
      </p:ext>
    </p:extLst>
  </p:cSld>
  <p:clrMapOvr>
    <a:masterClrMapping/>
  </p:clrMapOvr>
</p:sld>
</file>

<file path=ppt/slides/slide6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F961A6C-9BFA-20F9-8D2C-9194DE555350}"/>
              </a:ext>
            </a:extLst>
          </p:cNvPr>
          <p:cNvSpPr>
            <a:spLocks noGrp="1"/>
          </p:cNvSpPr>
          <p:nvPr>
            <p:ph type="title"/>
          </p:nvPr>
        </p:nvSpPr>
        <p:spPr>
          <a:ln>
            <a:solidFill>
              <a:schemeClr val="tx1"/>
            </a:solidFill>
          </a:ln>
        </p:spPr>
        <p:txBody>
          <a:bodyPr>
            <a:normAutofit/>
          </a:bodyPr>
          <a:lstStyle/>
          <a:p>
            <a:r>
              <a:rPr lang="en-IN" sz="3200" dirty="0"/>
              <a:t>The Stock Markets: Dealers and Brokers</a:t>
            </a:r>
            <a:endParaRPr lang="en-US" sz="3200" dirty="0"/>
          </a:p>
        </p:txBody>
      </p:sp>
      <p:sp>
        <p:nvSpPr>
          <p:cNvPr id="3" name="Content Placeholder 2">
            <a:extLst>
              <a:ext uri="{FF2B5EF4-FFF2-40B4-BE49-F238E27FC236}">
                <a16:creationId xmlns:a16="http://schemas.microsoft.com/office/drawing/2014/main" id="{2DE800EF-5FEE-F082-B22C-4754EF274705}"/>
              </a:ext>
            </a:extLst>
          </p:cNvPr>
          <p:cNvSpPr>
            <a:spLocks noGrp="1"/>
          </p:cNvSpPr>
          <p:nvPr>
            <p:ph sz="quarter" idx="11"/>
          </p:nvPr>
        </p:nvSpPr>
        <p:spPr>
          <a:xfrm>
            <a:off x="457199" y="1276710"/>
            <a:ext cx="11160369" cy="4106075"/>
          </a:xfrm>
        </p:spPr>
        <p:txBody>
          <a:bodyPr/>
          <a:lstStyle/>
          <a:p>
            <a:pPr marL="0" indent="0">
              <a:buNone/>
            </a:pPr>
            <a:r>
              <a:rPr lang="en-IN" sz="2200" dirty="0"/>
              <a:t>The stock market consists of a </a:t>
            </a:r>
            <a:r>
              <a:rPr lang="en-IN" sz="2200" b="1" dirty="0"/>
              <a:t>primary</a:t>
            </a:r>
            <a:r>
              <a:rPr lang="en-IN" sz="2200" dirty="0"/>
              <a:t> and </a:t>
            </a:r>
            <a:r>
              <a:rPr lang="en-IN" sz="2200" b="1" dirty="0"/>
              <a:t>secondary market</a:t>
            </a:r>
            <a:r>
              <a:rPr lang="en-IN" sz="2200" dirty="0"/>
              <a:t>.</a:t>
            </a:r>
          </a:p>
          <a:p>
            <a:pPr marL="0" indent="0">
              <a:buNone/>
            </a:pPr>
            <a:r>
              <a:rPr lang="en-IN" sz="2200" dirty="0"/>
              <a:t>Most securities transactions involve dealers and brokers.</a:t>
            </a:r>
          </a:p>
          <a:p>
            <a:r>
              <a:rPr lang="en-IN" sz="2200" b="1" dirty="0"/>
              <a:t>Dealer</a:t>
            </a:r>
            <a:r>
              <a:rPr lang="en-IN" sz="2200" dirty="0"/>
              <a:t> is an agent who buys and sells securities from inventory.</a:t>
            </a:r>
          </a:p>
          <a:p>
            <a:pPr lvl="1"/>
            <a:r>
              <a:rPr lang="en-IN" sz="1800" dirty="0"/>
              <a:t>Stands ready to buy securities from investors wishing to sell them and sell securities to investors wishing to buy them.</a:t>
            </a:r>
          </a:p>
          <a:p>
            <a:pPr lvl="1"/>
            <a:r>
              <a:rPr lang="en-IN" sz="1800" dirty="0"/>
              <a:t>The price the dealer is willing to pay is called the </a:t>
            </a:r>
            <a:r>
              <a:rPr lang="en-IN" sz="1800" i="1" dirty="0"/>
              <a:t>bid price</a:t>
            </a:r>
            <a:r>
              <a:rPr lang="en-IN" sz="1800" dirty="0"/>
              <a:t>.</a:t>
            </a:r>
          </a:p>
          <a:p>
            <a:pPr lvl="1"/>
            <a:r>
              <a:rPr lang="en-IN" sz="1800" dirty="0"/>
              <a:t>The price at which the dealer will sell is called the </a:t>
            </a:r>
            <a:r>
              <a:rPr lang="en-IN" sz="1800" i="1" dirty="0"/>
              <a:t>ask price </a:t>
            </a:r>
            <a:r>
              <a:rPr lang="en-IN" sz="1800" dirty="0"/>
              <a:t>(That is, asked, offered, or offering price).</a:t>
            </a:r>
          </a:p>
          <a:p>
            <a:pPr lvl="1"/>
            <a:r>
              <a:rPr lang="en-IN" sz="1800" dirty="0"/>
              <a:t>Difference between the bid and ask prices is the </a:t>
            </a:r>
            <a:r>
              <a:rPr lang="en-IN" sz="1800" i="1" dirty="0"/>
              <a:t>spread</a:t>
            </a:r>
            <a:r>
              <a:rPr lang="en-IN" sz="1800" dirty="0"/>
              <a:t>, the basic source of dealer profits.</a:t>
            </a:r>
          </a:p>
        </p:txBody>
      </p:sp>
      <p:sp>
        <p:nvSpPr>
          <p:cNvPr id="4" name="Content Placeholder 3">
            <a:extLst>
              <a:ext uri="{FF2B5EF4-FFF2-40B4-BE49-F238E27FC236}">
                <a16:creationId xmlns:a16="http://schemas.microsoft.com/office/drawing/2014/main" id="{6FA94A89-B203-F3FF-3B5C-4012EC7C7260}"/>
              </a:ext>
            </a:extLst>
          </p:cNvPr>
          <p:cNvSpPr>
            <a:spLocks noGrp="1"/>
          </p:cNvSpPr>
          <p:nvPr>
            <p:ph sz="quarter" idx="14"/>
          </p:nvPr>
        </p:nvSpPr>
        <p:spPr>
          <a:xfrm>
            <a:off x="457199" y="4624523"/>
            <a:ext cx="11044684" cy="987248"/>
          </a:xfrm>
        </p:spPr>
        <p:txBody>
          <a:bodyPr>
            <a:normAutofit/>
          </a:bodyPr>
          <a:lstStyle/>
          <a:p>
            <a:r>
              <a:rPr lang="en-IN" sz="2000" b="1" dirty="0"/>
              <a:t>Broker</a:t>
            </a:r>
            <a:r>
              <a:rPr lang="en-IN" sz="2000" dirty="0"/>
              <a:t> is an agent who arranges security transactions among investors.</a:t>
            </a:r>
          </a:p>
          <a:p>
            <a:pPr lvl="1"/>
            <a:r>
              <a:rPr lang="en-IN" sz="1800" dirty="0"/>
              <a:t>Does not buy or sell securities for their own accounts, but rather facilitates trades by others.</a:t>
            </a:r>
          </a:p>
        </p:txBody>
      </p:sp>
      <p:sp>
        <p:nvSpPr>
          <p:cNvPr id="7" name="Slide Number Placeholder 6">
            <a:extLst>
              <a:ext uri="{FF2B5EF4-FFF2-40B4-BE49-F238E27FC236}">
                <a16:creationId xmlns:a16="http://schemas.microsoft.com/office/drawing/2014/main" id="{F5438D00-453D-0053-E68F-A5B4E85E3C9D}"/>
              </a:ext>
            </a:extLst>
          </p:cNvPr>
          <p:cNvSpPr>
            <a:spLocks noGrp="1"/>
          </p:cNvSpPr>
          <p:nvPr>
            <p:ph type="sldNum" sz="quarter" idx="10"/>
          </p:nvPr>
        </p:nvSpPr>
        <p:spPr/>
        <p:txBody>
          <a:bodyPr/>
          <a:lstStyle/>
          <a:p>
            <a:fld id="{68151E55-6873-49E2-B8D5-2F265E6F1973}" type="slidenum">
              <a:rPr lang="en-US" smtClean="0"/>
              <a:t>61</a:t>
            </a:fld>
            <a:endParaRPr lang="en-US"/>
          </a:p>
        </p:txBody>
      </p:sp>
    </p:spTree>
    <p:extLst>
      <p:ext uri="{BB962C8B-B14F-4D97-AF65-F5344CB8AC3E}">
        <p14:creationId xmlns:p14="http://schemas.microsoft.com/office/powerpoint/2010/main" val="1745443057"/>
      </p:ext>
    </p:extLst>
  </p:cSld>
  <p:clrMapOvr>
    <a:masterClrMapping/>
  </p:clrMapOvr>
</p:sld>
</file>

<file path=ppt/slides/slide6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675CB98-594F-8A1F-42C4-945D13616800}"/>
              </a:ext>
            </a:extLst>
          </p:cNvPr>
          <p:cNvSpPr>
            <a:spLocks noGrp="1"/>
          </p:cNvSpPr>
          <p:nvPr>
            <p:ph type="title"/>
          </p:nvPr>
        </p:nvSpPr>
        <p:spPr>
          <a:xfrm>
            <a:off x="457200" y="192491"/>
            <a:ext cx="11277600" cy="797133"/>
          </a:xfrm>
          <a:ln>
            <a:solidFill>
              <a:schemeClr val="tx1"/>
            </a:solidFill>
          </a:ln>
        </p:spPr>
        <p:txBody>
          <a:bodyPr>
            <a:noAutofit/>
          </a:bodyPr>
          <a:lstStyle/>
          <a:p>
            <a:r>
              <a:rPr lang="en-IN" sz="3600" dirty="0"/>
              <a:t>Organization of the NYSE: Members </a:t>
            </a:r>
            <a:endParaRPr lang="en-US" sz="3600" dirty="0"/>
          </a:p>
        </p:txBody>
      </p:sp>
      <p:sp>
        <p:nvSpPr>
          <p:cNvPr id="3" name="Content Placeholder 2">
            <a:extLst>
              <a:ext uri="{FF2B5EF4-FFF2-40B4-BE49-F238E27FC236}">
                <a16:creationId xmlns:a16="http://schemas.microsoft.com/office/drawing/2014/main" id="{22764D85-5689-6E9D-6D9F-C407209D259F}"/>
              </a:ext>
            </a:extLst>
          </p:cNvPr>
          <p:cNvSpPr>
            <a:spLocks noGrp="1"/>
          </p:cNvSpPr>
          <p:nvPr>
            <p:ph sz="quarter" idx="11"/>
          </p:nvPr>
        </p:nvSpPr>
        <p:spPr>
          <a:xfrm>
            <a:off x="656492" y="1070323"/>
            <a:ext cx="11078308" cy="1887426"/>
          </a:xfrm>
        </p:spPr>
        <p:txBody>
          <a:bodyPr/>
          <a:lstStyle/>
          <a:p>
            <a:pPr>
              <a:lnSpc>
                <a:spcPct val="90000"/>
              </a:lnSpc>
            </a:pPr>
            <a:r>
              <a:rPr lang="en-IN" sz="2000" dirty="0"/>
              <a:t>As of 2006, a member is the owner of a trading license on the NYSE:</a:t>
            </a:r>
          </a:p>
          <a:p>
            <a:pPr>
              <a:lnSpc>
                <a:spcPct val="90000"/>
              </a:lnSpc>
            </a:pPr>
            <a:r>
              <a:rPr lang="en-IN" sz="2000" dirty="0"/>
              <a:t>NYSE has 1,366 exchange members.</a:t>
            </a:r>
          </a:p>
          <a:p>
            <a:pPr>
              <a:lnSpc>
                <a:spcPct val="90000"/>
              </a:lnSpc>
            </a:pPr>
            <a:r>
              <a:rPr lang="en-IN" sz="2000" dirty="0"/>
              <a:t>Prior to 2006, exchange members owned “seats” on the exchange, and collectively the members were also the owners.</a:t>
            </a:r>
          </a:p>
          <a:p>
            <a:pPr lvl="1"/>
            <a:r>
              <a:rPr lang="en-IN" sz="2000" dirty="0"/>
              <a:t>Seat prices reached a record $4 million in 2005.</a:t>
            </a:r>
          </a:p>
        </p:txBody>
      </p:sp>
      <p:sp>
        <p:nvSpPr>
          <p:cNvPr id="4" name="Content Placeholder 3">
            <a:extLst>
              <a:ext uri="{FF2B5EF4-FFF2-40B4-BE49-F238E27FC236}">
                <a16:creationId xmlns:a16="http://schemas.microsoft.com/office/drawing/2014/main" id="{56B907D1-56BB-F681-F11A-5D03C7F11491}"/>
              </a:ext>
            </a:extLst>
          </p:cNvPr>
          <p:cNvSpPr>
            <a:spLocks noGrp="1"/>
          </p:cNvSpPr>
          <p:nvPr>
            <p:ph sz="quarter" idx="14"/>
          </p:nvPr>
        </p:nvSpPr>
        <p:spPr>
          <a:xfrm>
            <a:off x="656491" y="3038448"/>
            <a:ext cx="10845391" cy="1365223"/>
          </a:xfrm>
        </p:spPr>
        <p:txBody>
          <a:bodyPr/>
          <a:lstStyle/>
          <a:p>
            <a:pPr marL="0" indent="0">
              <a:spcBef>
                <a:spcPts val="500"/>
              </a:spcBef>
              <a:buNone/>
            </a:pPr>
            <a:r>
              <a:rPr lang="en-IN" sz="2000" dirty="0"/>
              <a:t>NYSE became a publicly owned corporation in 2006.</a:t>
            </a:r>
          </a:p>
          <a:p>
            <a:pPr marL="292608" indent="-292608"/>
            <a:r>
              <a:rPr lang="en-IN" sz="2000" dirty="0"/>
              <a:t>Instead of purchasing seats, exchange members were required to purchase trading licenses, which entitle you to buy and sell securities on the floor of the exchange.</a:t>
            </a:r>
          </a:p>
        </p:txBody>
      </p:sp>
      <p:sp>
        <p:nvSpPr>
          <p:cNvPr id="8" name="Content Placeholder 7">
            <a:extLst>
              <a:ext uri="{FF2B5EF4-FFF2-40B4-BE49-F238E27FC236}">
                <a16:creationId xmlns:a16="http://schemas.microsoft.com/office/drawing/2014/main" id="{30C51A04-ACDA-B411-C120-A9FDD7FC5173}"/>
              </a:ext>
            </a:extLst>
          </p:cNvPr>
          <p:cNvSpPr>
            <a:spLocks noGrp="1"/>
          </p:cNvSpPr>
          <p:nvPr>
            <p:ph sz="quarter" idx="15"/>
          </p:nvPr>
        </p:nvSpPr>
        <p:spPr>
          <a:xfrm>
            <a:off x="656491" y="4484369"/>
            <a:ext cx="10750063" cy="2101579"/>
          </a:xfrm>
        </p:spPr>
        <p:txBody>
          <a:bodyPr>
            <a:normAutofit/>
          </a:bodyPr>
          <a:lstStyle/>
          <a:p>
            <a:pPr>
              <a:lnSpc>
                <a:spcPct val="90000"/>
              </a:lnSpc>
            </a:pPr>
            <a:r>
              <a:rPr lang="en-IN" sz="2000" dirty="0"/>
              <a:t>In 2007, NYSE merged with Euronext to form NYSE Euronext, becoming the world’s “first global exchange”.</a:t>
            </a:r>
          </a:p>
          <a:p>
            <a:pPr>
              <a:lnSpc>
                <a:spcPct val="90000"/>
              </a:lnSpc>
            </a:pPr>
            <a:r>
              <a:rPr lang="en-IN" sz="2000" dirty="0"/>
              <a:t>In 2008, NYSE Euronext merged with the American Stock Exchange.</a:t>
            </a:r>
          </a:p>
          <a:p>
            <a:pPr>
              <a:lnSpc>
                <a:spcPct val="90000"/>
              </a:lnSpc>
            </a:pPr>
            <a:r>
              <a:rPr lang="en-IN" sz="2000" dirty="0"/>
              <a:t>In 2013, Intercontinental Exchange (I C E) acquired the NYSE.</a:t>
            </a:r>
          </a:p>
          <a:p>
            <a:pPr>
              <a:lnSpc>
                <a:spcPct val="90000"/>
              </a:lnSpc>
            </a:pPr>
            <a:r>
              <a:rPr lang="en-IN" sz="2000" dirty="0"/>
              <a:t>NYSE is a hybrid market, with trading taking place both electronically and face-to-face.</a:t>
            </a:r>
          </a:p>
        </p:txBody>
      </p:sp>
      <p:sp>
        <p:nvSpPr>
          <p:cNvPr id="7" name="Slide Number Placeholder 6">
            <a:extLst>
              <a:ext uri="{FF2B5EF4-FFF2-40B4-BE49-F238E27FC236}">
                <a16:creationId xmlns:a16="http://schemas.microsoft.com/office/drawing/2014/main" id="{6B1BD2B1-06BE-CCFB-50ED-C5D3454EE14C}"/>
              </a:ext>
            </a:extLst>
          </p:cNvPr>
          <p:cNvSpPr>
            <a:spLocks noGrp="1"/>
          </p:cNvSpPr>
          <p:nvPr>
            <p:ph type="sldNum" sz="quarter" idx="10"/>
          </p:nvPr>
        </p:nvSpPr>
        <p:spPr/>
        <p:txBody>
          <a:bodyPr/>
          <a:lstStyle/>
          <a:p>
            <a:fld id="{68151E55-6873-49E2-B8D5-2F265E6F1973}" type="slidenum">
              <a:rPr lang="en-US" smtClean="0"/>
              <a:t>62</a:t>
            </a:fld>
            <a:endParaRPr lang="en-US"/>
          </a:p>
        </p:txBody>
      </p:sp>
    </p:spTree>
    <p:extLst>
      <p:ext uri="{BB962C8B-B14F-4D97-AF65-F5344CB8AC3E}">
        <p14:creationId xmlns:p14="http://schemas.microsoft.com/office/powerpoint/2010/main" val="1932915579"/>
      </p:ext>
    </p:extLst>
  </p:cSld>
  <p:clrMapOvr>
    <a:masterClrMapping/>
  </p:clrMapOvr>
</p:sld>
</file>

<file path=ppt/slides/slide6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0323E70-837E-F851-64B0-149D973F058A}"/>
              </a:ext>
            </a:extLst>
          </p:cNvPr>
          <p:cNvSpPr>
            <a:spLocks noGrp="1"/>
          </p:cNvSpPr>
          <p:nvPr>
            <p:ph type="title"/>
          </p:nvPr>
        </p:nvSpPr>
        <p:spPr>
          <a:ln>
            <a:solidFill>
              <a:schemeClr val="tx1"/>
            </a:solidFill>
          </a:ln>
        </p:spPr>
        <p:txBody>
          <a:bodyPr>
            <a:normAutofit/>
          </a:bodyPr>
          <a:lstStyle/>
          <a:p>
            <a:r>
              <a:rPr lang="en-IN" sz="3600" dirty="0"/>
              <a:t>Organization of the NYSE: Members </a:t>
            </a:r>
            <a:endParaRPr lang="en-US" sz="3600" dirty="0"/>
          </a:p>
        </p:txBody>
      </p:sp>
      <p:sp>
        <p:nvSpPr>
          <p:cNvPr id="3" name="Content Placeholder 2">
            <a:extLst>
              <a:ext uri="{FF2B5EF4-FFF2-40B4-BE49-F238E27FC236}">
                <a16:creationId xmlns:a16="http://schemas.microsoft.com/office/drawing/2014/main" id="{5135F3E6-9F5D-87F9-8984-B645FF5394D3}"/>
              </a:ext>
            </a:extLst>
          </p:cNvPr>
          <p:cNvSpPr>
            <a:spLocks noGrp="1"/>
          </p:cNvSpPr>
          <p:nvPr>
            <p:ph sz="quarter" idx="11"/>
          </p:nvPr>
        </p:nvSpPr>
        <p:spPr>
          <a:xfrm>
            <a:off x="574431" y="1218808"/>
            <a:ext cx="11160369" cy="1703846"/>
          </a:xfrm>
        </p:spPr>
        <p:txBody>
          <a:bodyPr>
            <a:normAutofit/>
          </a:bodyPr>
          <a:lstStyle/>
          <a:p>
            <a:pPr>
              <a:lnSpc>
                <a:spcPct val="90000"/>
              </a:lnSpc>
            </a:pPr>
            <a:r>
              <a:rPr lang="en-IN" sz="2000" dirty="0"/>
              <a:t>With electronic trading, orders to buy and orders to sell are submitted to the exchange.</a:t>
            </a:r>
          </a:p>
          <a:p>
            <a:pPr marL="292608" indent="-292608"/>
            <a:r>
              <a:rPr lang="en-IN" sz="2000" dirty="0"/>
              <a:t>Orders are compared by a computer and whenever there is a match, the orders are executed with no human intervention.</a:t>
            </a:r>
          </a:p>
          <a:p>
            <a:pPr marL="292608" indent="-292608"/>
            <a:r>
              <a:rPr lang="en-IN" sz="2000" dirty="0"/>
              <a:t>Most trades on the NYSE occur this way.</a:t>
            </a:r>
          </a:p>
        </p:txBody>
      </p:sp>
      <p:sp>
        <p:nvSpPr>
          <p:cNvPr id="4" name="Content Placeholder 3">
            <a:extLst>
              <a:ext uri="{FF2B5EF4-FFF2-40B4-BE49-F238E27FC236}">
                <a16:creationId xmlns:a16="http://schemas.microsoft.com/office/drawing/2014/main" id="{632752E7-D934-204D-1C11-CB46FCC8C667}"/>
              </a:ext>
            </a:extLst>
          </p:cNvPr>
          <p:cNvSpPr>
            <a:spLocks noGrp="1"/>
          </p:cNvSpPr>
          <p:nvPr>
            <p:ph sz="quarter" idx="14"/>
          </p:nvPr>
        </p:nvSpPr>
        <p:spPr>
          <a:xfrm>
            <a:off x="574431" y="2969956"/>
            <a:ext cx="11043138" cy="649138"/>
          </a:xfrm>
        </p:spPr>
        <p:txBody>
          <a:bodyPr/>
          <a:lstStyle/>
          <a:p>
            <a:r>
              <a:rPr lang="en-IN" sz="2000" dirty="0"/>
              <a:t>For orders that are not handled electronically, the NYSE relies on its three types of license holders:</a:t>
            </a:r>
          </a:p>
        </p:txBody>
      </p:sp>
      <p:sp>
        <p:nvSpPr>
          <p:cNvPr id="5" name="Content Placeholder 4">
            <a:extLst>
              <a:ext uri="{FF2B5EF4-FFF2-40B4-BE49-F238E27FC236}">
                <a16:creationId xmlns:a16="http://schemas.microsoft.com/office/drawing/2014/main" id="{0DC110E0-430B-9B65-3F34-F1E46D85E64B}"/>
              </a:ext>
            </a:extLst>
          </p:cNvPr>
          <p:cNvSpPr>
            <a:spLocks noGrp="1"/>
          </p:cNvSpPr>
          <p:nvPr>
            <p:ph sz="quarter" idx="15"/>
          </p:nvPr>
        </p:nvSpPr>
        <p:spPr>
          <a:xfrm>
            <a:off x="574431" y="3666594"/>
            <a:ext cx="11043138" cy="2200028"/>
          </a:xfrm>
        </p:spPr>
        <p:txBody>
          <a:bodyPr/>
          <a:lstStyle/>
          <a:p>
            <a:pPr marL="457200" indent="-457200">
              <a:buFont typeface="+mj-lt"/>
              <a:buAutoNum type="arabicPeriod"/>
            </a:pPr>
            <a:r>
              <a:rPr lang="en-IN" sz="2000" b="1" dirty="0"/>
              <a:t>Designated market makers (D</a:t>
            </a:r>
            <a:r>
              <a:rPr lang="en-IN" sz="100" b="1" dirty="0"/>
              <a:t> </a:t>
            </a:r>
            <a:r>
              <a:rPr lang="en-IN" sz="2000" b="1" dirty="0"/>
              <a:t>M</a:t>
            </a:r>
            <a:r>
              <a:rPr lang="en-IN" sz="100" b="1" dirty="0"/>
              <a:t> </a:t>
            </a:r>
            <a:r>
              <a:rPr lang="en-IN" sz="2000" b="1" dirty="0"/>
              <a:t>M’s) </a:t>
            </a:r>
            <a:r>
              <a:rPr lang="en-IN" sz="2000" dirty="0"/>
              <a:t>are NYSE members who act as dealers in particular stocks; formerly known as “specialists”.</a:t>
            </a:r>
          </a:p>
          <a:p>
            <a:pPr marL="457200" indent="-457200">
              <a:buFont typeface="+mj-lt"/>
              <a:buAutoNum type="arabicPeriod"/>
            </a:pPr>
            <a:r>
              <a:rPr lang="en-IN" sz="2000" b="1" dirty="0"/>
              <a:t>Floor brokers </a:t>
            </a:r>
            <a:r>
              <a:rPr lang="en-IN" sz="2000" dirty="0"/>
              <a:t>are NYSE members who execute customer buy and sell orders. </a:t>
            </a:r>
          </a:p>
          <a:p>
            <a:pPr marL="457200" indent="-457200">
              <a:buFont typeface="+mj-lt"/>
              <a:buAutoNum type="arabicPeriod"/>
            </a:pPr>
            <a:r>
              <a:rPr lang="en-IN" sz="2000" b="1" dirty="0"/>
              <a:t>Supplemental liquidity providers (S</a:t>
            </a:r>
            <a:r>
              <a:rPr lang="en-IN" sz="100" b="1" dirty="0"/>
              <a:t> </a:t>
            </a:r>
            <a:r>
              <a:rPr lang="en-IN" sz="2000" b="1" dirty="0"/>
              <a:t>L</a:t>
            </a:r>
            <a:r>
              <a:rPr lang="en-IN" sz="100" b="1" dirty="0"/>
              <a:t> </a:t>
            </a:r>
            <a:r>
              <a:rPr lang="en-IN" sz="2000" b="1" dirty="0"/>
              <a:t>P’s) </a:t>
            </a:r>
            <a:r>
              <a:rPr lang="en-IN" sz="2000" dirty="0"/>
              <a:t>are investment firms that are active participants in stocks assigned to them.</a:t>
            </a:r>
          </a:p>
        </p:txBody>
      </p:sp>
      <p:sp>
        <p:nvSpPr>
          <p:cNvPr id="6" name="Content Placeholder 5">
            <a:extLst>
              <a:ext uri="{FF2B5EF4-FFF2-40B4-BE49-F238E27FC236}">
                <a16:creationId xmlns:a16="http://schemas.microsoft.com/office/drawing/2014/main" id="{DE4C092E-CA49-90E4-B0EF-5AE44BE03FFF}"/>
              </a:ext>
            </a:extLst>
          </p:cNvPr>
          <p:cNvSpPr>
            <a:spLocks noGrp="1"/>
          </p:cNvSpPr>
          <p:nvPr>
            <p:ph sz="quarter" idx="16"/>
          </p:nvPr>
        </p:nvSpPr>
        <p:spPr>
          <a:xfrm>
            <a:off x="574431" y="5961425"/>
            <a:ext cx="11160369" cy="617305"/>
          </a:xfrm>
        </p:spPr>
        <p:txBody>
          <a:bodyPr>
            <a:normAutofit lnSpcReduction="10000"/>
          </a:bodyPr>
          <a:lstStyle/>
          <a:p>
            <a:pPr marL="292608" indent="-292608"/>
            <a:r>
              <a:rPr lang="en-IN" sz="2000" dirty="0"/>
              <a:t>Their job is to make a one-sided market (That is, offering to either buy or sell), and they trade purely for their own accounts.</a:t>
            </a:r>
          </a:p>
        </p:txBody>
      </p:sp>
      <p:sp>
        <p:nvSpPr>
          <p:cNvPr id="11" name="Slide Number Placeholder 10">
            <a:extLst>
              <a:ext uri="{FF2B5EF4-FFF2-40B4-BE49-F238E27FC236}">
                <a16:creationId xmlns:a16="http://schemas.microsoft.com/office/drawing/2014/main" id="{3278C8D9-B48C-CAE7-E4CD-6959F5A486AA}"/>
              </a:ext>
            </a:extLst>
          </p:cNvPr>
          <p:cNvSpPr>
            <a:spLocks noGrp="1"/>
          </p:cNvSpPr>
          <p:nvPr>
            <p:ph type="sldNum" sz="quarter" idx="10"/>
          </p:nvPr>
        </p:nvSpPr>
        <p:spPr/>
        <p:txBody>
          <a:bodyPr/>
          <a:lstStyle/>
          <a:p>
            <a:fld id="{68151E55-6873-49E2-B8D5-2F265E6F1973}" type="slidenum">
              <a:rPr lang="en-US" smtClean="0"/>
              <a:t>63</a:t>
            </a:fld>
            <a:endParaRPr lang="en-US" dirty="0"/>
          </a:p>
        </p:txBody>
      </p:sp>
    </p:spTree>
    <p:extLst>
      <p:ext uri="{BB962C8B-B14F-4D97-AF65-F5344CB8AC3E}">
        <p14:creationId xmlns:p14="http://schemas.microsoft.com/office/powerpoint/2010/main" val="1832300954"/>
      </p:ext>
    </p:extLst>
  </p:cSld>
  <p:clrMapOvr>
    <a:masterClrMapping/>
  </p:clrMapOvr>
</p:sld>
</file>

<file path=ppt/slides/slide6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23DF086-655C-215F-77CF-BAB953843991}"/>
              </a:ext>
            </a:extLst>
          </p:cNvPr>
          <p:cNvSpPr>
            <a:spLocks noGrp="1"/>
          </p:cNvSpPr>
          <p:nvPr>
            <p:ph type="title"/>
          </p:nvPr>
        </p:nvSpPr>
        <p:spPr>
          <a:xfrm>
            <a:off x="457200" y="192491"/>
            <a:ext cx="11277600" cy="642575"/>
          </a:xfrm>
          <a:ln>
            <a:solidFill>
              <a:schemeClr val="tx1"/>
            </a:solidFill>
          </a:ln>
        </p:spPr>
        <p:txBody>
          <a:bodyPr>
            <a:normAutofit fontScale="90000"/>
          </a:bodyPr>
          <a:lstStyle/>
          <a:p>
            <a:r>
              <a:rPr lang="en-IN" dirty="0"/>
              <a:t>Organization of the NYSE: Floor Activity</a:t>
            </a:r>
            <a:endParaRPr lang="en-US" dirty="0"/>
          </a:p>
        </p:txBody>
      </p:sp>
      <p:sp>
        <p:nvSpPr>
          <p:cNvPr id="3" name="Content Placeholder 2">
            <a:extLst>
              <a:ext uri="{FF2B5EF4-FFF2-40B4-BE49-F238E27FC236}">
                <a16:creationId xmlns:a16="http://schemas.microsoft.com/office/drawing/2014/main" id="{4AD57790-A531-CD1D-D464-DFA05E4D7AD2}"/>
              </a:ext>
            </a:extLst>
          </p:cNvPr>
          <p:cNvSpPr>
            <a:spLocks noGrp="1"/>
          </p:cNvSpPr>
          <p:nvPr>
            <p:ph sz="quarter" idx="11"/>
          </p:nvPr>
        </p:nvSpPr>
        <p:spPr>
          <a:xfrm>
            <a:off x="457200" y="1214074"/>
            <a:ext cx="11359662" cy="1825081"/>
          </a:xfrm>
        </p:spPr>
        <p:txBody>
          <a:bodyPr/>
          <a:lstStyle/>
          <a:p>
            <a:pPr marL="0" indent="0">
              <a:spcBef>
                <a:spcPts val="500"/>
              </a:spcBef>
              <a:buNone/>
            </a:pPr>
            <a:r>
              <a:rPr lang="en-IN" sz="2000" dirty="0"/>
              <a:t>How does trading take place?</a:t>
            </a:r>
          </a:p>
          <a:p>
            <a:pPr>
              <a:spcBef>
                <a:spcPts val="500"/>
              </a:spcBef>
            </a:pPr>
            <a:r>
              <a:rPr lang="en-IN" sz="2000" dirty="0"/>
              <a:t>D</a:t>
            </a:r>
            <a:r>
              <a:rPr lang="en-IN" sz="100" dirty="0"/>
              <a:t> </a:t>
            </a:r>
            <a:r>
              <a:rPr lang="en-IN" sz="2000" dirty="0"/>
              <a:t>D</a:t>
            </a:r>
            <a:r>
              <a:rPr lang="en-IN" sz="100" dirty="0"/>
              <a:t> </a:t>
            </a:r>
            <a:r>
              <a:rPr lang="en-IN" sz="2000" dirty="0"/>
              <a:t>M’s (Designated market makers</a:t>
            </a:r>
            <a:r>
              <a:rPr lang="en-IN" sz="2000" b="1" dirty="0"/>
              <a:t>)</a:t>
            </a:r>
            <a:r>
              <a:rPr lang="en-IN" sz="2000" dirty="0"/>
              <a:t> post is a fixed place on the exchange floor where the D</a:t>
            </a:r>
            <a:r>
              <a:rPr lang="en-IN" sz="100" dirty="0"/>
              <a:t> </a:t>
            </a:r>
            <a:r>
              <a:rPr lang="en-IN" sz="2000" dirty="0"/>
              <a:t>M</a:t>
            </a:r>
            <a:r>
              <a:rPr lang="en-IN" sz="100" dirty="0"/>
              <a:t> </a:t>
            </a:r>
            <a:r>
              <a:rPr lang="en-IN" sz="2000" dirty="0"/>
              <a:t>M operates.</a:t>
            </a:r>
          </a:p>
          <a:p>
            <a:pPr marL="0" lvl="1" indent="0">
              <a:buNone/>
            </a:pPr>
            <a:r>
              <a:rPr lang="en-IN" sz="2000" dirty="0"/>
              <a:t>    D</a:t>
            </a:r>
            <a:r>
              <a:rPr lang="en-IN" sz="100" dirty="0"/>
              <a:t> </a:t>
            </a:r>
            <a:r>
              <a:rPr lang="en-IN" sz="2000" dirty="0"/>
              <a:t>M</a:t>
            </a:r>
            <a:r>
              <a:rPr lang="en-IN" sz="100" dirty="0"/>
              <a:t> </a:t>
            </a:r>
            <a:r>
              <a:rPr lang="en-IN" sz="2000" dirty="0"/>
              <a:t>M’s normally operate in front of their posts to monitor and manage trading in the stocks assigned   to them.</a:t>
            </a:r>
          </a:p>
        </p:txBody>
      </p:sp>
      <p:sp>
        <p:nvSpPr>
          <p:cNvPr id="4" name="Content Placeholder 3">
            <a:extLst>
              <a:ext uri="{FF2B5EF4-FFF2-40B4-BE49-F238E27FC236}">
                <a16:creationId xmlns:a16="http://schemas.microsoft.com/office/drawing/2014/main" id="{2D3AE030-69D8-C225-C03E-FD7EA717A395}"/>
              </a:ext>
            </a:extLst>
          </p:cNvPr>
          <p:cNvSpPr>
            <a:spLocks noGrp="1"/>
          </p:cNvSpPr>
          <p:nvPr>
            <p:ph sz="quarter" idx="14"/>
          </p:nvPr>
        </p:nvSpPr>
        <p:spPr>
          <a:xfrm>
            <a:off x="457200" y="3102970"/>
            <a:ext cx="11359662" cy="1748667"/>
          </a:xfrm>
        </p:spPr>
        <p:txBody>
          <a:bodyPr/>
          <a:lstStyle/>
          <a:p>
            <a:pPr>
              <a:spcBef>
                <a:spcPts val="500"/>
              </a:spcBef>
            </a:pPr>
            <a:r>
              <a:rPr lang="en-IN" sz="2000" dirty="0"/>
              <a:t>Floor brokers move between the many workstations lining the walls of the exchange and the exchange floor.  </a:t>
            </a:r>
          </a:p>
          <a:p>
            <a:pPr marL="0" indent="0">
              <a:spcBef>
                <a:spcPts val="500"/>
              </a:spcBef>
              <a:buNone/>
            </a:pPr>
            <a:r>
              <a:rPr lang="en-IN" sz="2000" dirty="0"/>
              <a:t>    They are receiving customer orders, walking to D</a:t>
            </a:r>
            <a:r>
              <a:rPr lang="en-IN" sz="100" dirty="0"/>
              <a:t> </a:t>
            </a:r>
            <a:r>
              <a:rPr lang="en-IN" sz="2000" dirty="0"/>
              <a:t>M</a:t>
            </a:r>
            <a:r>
              <a:rPr lang="en-IN" sz="100" dirty="0"/>
              <a:t> </a:t>
            </a:r>
            <a:r>
              <a:rPr lang="en-IN" sz="2000" dirty="0"/>
              <a:t>M’s posts where the orders can be executed, and returning to confirm order executions and receive new customer orders.</a:t>
            </a:r>
          </a:p>
        </p:txBody>
      </p:sp>
      <p:sp>
        <p:nvSpPr>
          <p:cNvPr id="8" name="Content Placeholder 7">
            <a:extLst>
              <a:ext uri="{FF2B5EF4-FFF2-40B4-BE49-F238E27FC236}">
                <a16:creationId xmlns:a16="http://schemas.microsoft.com/office/drawing/2014/main" id="{25AF4CC6-80B7-64E9-2F40-58FC7DDB752F}"/>
              </a:ext>
            </a:extLst>
          </p:cNvPr>
          <p:cNvSpPr>
            <a:spLocks noGrp="1"/>
          </p:cNvSpPr>
          <p:nvPr>
            <p:ph sz="quarter" idx="15"/>
          </p:nvPr>
        </p:nvSpPr>
        <p:spPr>
          <a:xfrm>
            <a:off x="353237" y="4484875"/>
            <a:ext cx="11148646" cy="1644367"/>
          </a:xfrm>
        </p:spPr>
        <p:txBody>
          <a:bodyPr/>
          <a:lstStyle/>
          <a:p>
            <a:pPr>
              <a:lnSpc>
                <a:spcPct val="90000"/>
              </a:lnSpc>
            </a:pPr>
            <a:r>
              <a:rPr lang="en-IN" sz="2000" dirty="0"/>
              <a:t>For a very actively traded stock, there may be many buyers and sellers around the D</a:t>
            </a:r>
            <a:r>
              <a:rPr lang="en-IN" sz="100" dirty="0"/>
              <a:t> </a:t>
            </a:r>
            <a:r>
              <a:rPr lang="en-IN" sz="2000" dirty="0"/>
              <a:t>M</a:t>
            </a:r>
            <a:r>
              <a:rPr lang="en-IN" sz="100" dirty="0"/>
              <a:t> </a:t>
            </a:r>
            <a:r>
              <a:rPr lang="en-IN" sz="2000" dirty="0"/>
              <a:t>M’s post, and most of the trading will be done directly between brokers (i.e., trading in the “crowd”).</a:t>
            </a:r>
          </a:p>
          <a:p>
            <a:pPr marL="292608" indent="-292608"/>
            <a:r>
              <a:rPr lang="en-IN" sz="2000" dirty="0"/>
              <a:t>D</a:t>
            </a:r>
            <a:r>
              <a:rPr lang="en-IN" sz="100" dirty="0"/>
              <a:t> </a:t>
            </a:r>
            <a:r>
              <a:rPr lang="en-IN" sz="2000" dirty="0"/>
              <a:t>M</a:t>
            </a:r>
            <a:r>
              <a:rPr lang="en-IN" sz="100" dirty="0"/>
              <a:t> </a:t>
            </a:r>
            <a:r>
              <a:rPr lang="en-IN" sz="2000" dirty="0"/>
              <a:t>M’s responsibility is to maintain order and to make sure that all buyers and sellers receive a fair price.</a:t>
            </a:r>
          </a:p>
        </p:txBody>
      </p:sp>
      <p:sp>
        <p:nvSpPr>
          <p:cNvPr id="7" name="Slide Number Placeholder 6">
            <a:extLst>
              <a:ext uri="{FF2B5EF4-FFF2-40B4-BE49-F238E27FC236}">
                <a16:creationId xmlns:a16="http://schemas.microsoft.com/office/drawing/2014/main" id="{87193F76-335A-0C18-F9C8-A6DC36F085D8}"/>
              </a:ext>
            </a:extLst>
          </p:cNvPr>
          <p:cNvSpPr>
            <a:spLocks noGrp="1"/>
          </p:cNvSpPr>
          <p:nvPr>
            <p:ph type="sldNum" sz="quarter" idx="10"/>
          </p:nvPr>
        </p:nvSpPr>
        <p:spPr/>
        <p:txBody>
          <a:bodyPr/>
          <a:lstStyle/>
          <a:p>
            <a:fld id="{68151E55-6873-49E2-B8D5-2F265E6F1973}" type="slidenum">
              <a:rPr lang="en-US" smtClean="0"/>
              <a:t>64</a:t>
            </a:fld>
            <a:endParaRPr lang="en-US"/>
          </a:p>
        </p:txBody>
      </p:sp>
    </p:spTree>
    <p:extLst>
      <p:ext uri="{BB962C8B-B14F-4D97-AF65-F5344CB8AC3E}">
        <p14:creationId xmlns:p14="http://schemas.microsoft.com/office/powerpoint/2010/main" val="854654943"/>
      </p:ext>
    </p:extLst>
  </p:cSld>
  <p:clrMapOvr>
    <a:masterClrMapping/>
  </p:clrMapOvr>
</p:sld>
</file>

<file path=ppt/slides/slide6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9FED5B6-8CDC-CAA2-C258-69BF611BF80A}"/>
              </a:ext>
            </a:extLst>
          </p:cNvPr>
          <p:cNvSpPr>
            <a:spLocks noGrp="1"/>
          </p:cNvSpPr>
          <p:nvPr>
            <p:ph type="title"/>
          </p:nvPr>
        </p:nvSpPr>
        <p:spPr>
          <a:xfrm>
            <a:off x="457200" y="192492"/>
            <a:ext cx="11277600" cy="862586"/>
          </a:xfrm>
          <a:ln>
            <a:solidFill>
              <a:schemeClr val="tx1"/>
            </a:solidFill>
          </a:ln>
        </p:spPr>
        <p:txBody>
          <a:bodyPr>
            <a:normAutofit/>
          </a:bodyPr>
          <a:lstStyle/>
          <a:p>
            <a:r>
              <a:rPr lang="en-IN" sz="3600" dirty="0"/>
              <a:t>Nasdaq Operations   </a:t>
            </a:r>
            <a:r>
              <a:rPr lang="en-IN" sz="1600" dirty="0">
                <a:solidFill>
                  <a:srgbClr val="4D5156"/>
                </a:solidFill>
                <a:latin typeface="Roboto" panose="02000000000000000000" pitchFamily="2" charset="0"/>
              </a:rPr>
              <a:t>(</a:t>
            </a:r>
            <a:r>
              <a:rPr lang="en-US" sz="1600" dirty="0">
                <a:solidFill>
                  <a:srgbClr val="4D5156"/>
                </a:solidFill>
                <a:latin typeface="Roboto" panose="02000000000000000000" pitchFamily="2" charset="0"/>
              </a:rPr>
              <a:t>National </a:t>
            </a:r>
            <a:r>
              <a:rPr lang="en-US" sz="1600" b="0" i="0" dirty="0">
                <a:solidFill>
                  <a:srgbClr val="4D5156"/>
                </a:solidFill>
                <a:effectLst/>
                <a:latin typeface="Roboto" panose="02000000000000000000" pitchFamily="2" charset="0"/>
              </a:rPr>
              <a:t>Association of Securities Dealers Automated Quotations)</a:t>
            </a:r>
            <a:r>
              <a:rPr lang="en-IN" sz="3600" dirty="0"/>
              <a:t> </a:t>
            </a:r>
            <a:endParaRPr lang="en-US" sz="1000" dirty="0"/>
          </a:p>
        </p:txBody>
      </p:sp>
      <p:sp>
        <p:nvSpPr>
          <p:cNvPr id="3" name="Content Placeholder 2">
            <a:extLst>
              <a:ext uri="{FF2B5EF4-FFF2-40B4-BE49-F238E27FC236}">
                <a16:creationId xmlns:a16="http://schemas.microsoft.com/office/drawing/2014/main" id="{27988CE4-4172-320D-9D59-F541DA5CFAEF}"/>
              </a:ext>
            </a:extLst>
          </p:cNvPr>
          <p:cNvSpPr>
            <a:spLocks noGrp="1"/>
          </p:cNvSpPr>
          <p:nvPr>
            <p:ph sz="quarter" idx="11"/>
          </p:nvPr>
        </p:nvSpPr>
        <p:spPr>
          <a:xfrm>
            <a:off x="457199" y="1276710"/>
            <a:ext cx="11277599" cy="3202379"/>
          </a:xfrm>
        </p:spPr>
        <p:txBody>
          <a:bodyPr/>
          <a:lstStyle/>
          <a:p>
            <a:pPr>
              <a:lnSpc>
                <a:spcPct val="90000"/>
              </a:lnSpc>
            </a:pPr>
            <a:r>
              <a:rPr lang="en-IN" sz="2200" dirty="0"/>
              <a:t>Introduced in 1971, the Nasdaq market is a computer network of securities dealers and others that disseminates timely security price quotes to computer screens worldwide (Over the counter)</a:t>
            </a:r>
          </a:p>
          <a:p>
            <a:pPr marL="292608" indent="-292608"/>
            <a:r>
              <a:rPr lang="en-IN" sz="2000" dirty="0"/>
              <a:t>Second largest stock market in the U.S.</a:t>
            </a:r>
          </a:p>
          <a:p>
            <a:pPr marL="292608" indent="-292608"/>
            <a:r>
              <a:rPr lang="en-IN" sz="2000" dirty="0"/>
              <a:t>Nasdaq dealers act as market makers for securities listed on Nasdaq, posting bid and ask prices at which they accept sell and buy orders.</a:t>
            </a:r>
          </a:p>
          <a:p>
            <a:pPr marL="292608" indent="-292608"/>
            <a:r>
              <a:rPr lang="en-IN" sz="2000" dirty="0"/>
              <a:t>Nasdaq market makers trade on an inventory basis, using their inventory as a buffer to absorb buy and sell order imbalances.</a:t>
            </a:r>
          </a:p>
          <a:p>
            <a:pPr marL="292608" indent="-292608"/>
            <a:r>
              <a:rPr lang="en-IN" sz="2000" dirty="0"/>
              <a:t>Nasdaq features multiple market makers for actively traded stocks.</a:t>
            </a:r>
          </a:p>
        </p:txBody>
      </p:sp>
      <p:sp>
        <p:nvSpPr>
          <p:cNvPr id="8" name="Content Placeholder 7">
            <a:extLst>
              <a:ext uri="{FF2B5EF4-FFF2-40B4-BE49-F238E27FC236}">
                <a16:creationId xmlns:a16="http://schemas.microsoft.com/office/drawing/2014/main" id="{E73442F8-BB93-BF3E-9577-25472E46D615}"/>
              </a:ext>
            </a:extLst>
          </p:cNvPr>
          <p:cNvSpPr>
            <a:spLocks noGrp="1"/>
          </p:cNvSpPr>
          <p:nvPr>
            <p:ph sz="quarter" idx="15"/>
          </p:nvPr>
        </p:nvSpPr>
        <p:spPr>
          <a:xfrm>
            <a:off x="457199" y="4552030"/>
            <a:ext cx="9862909" cy="460001"/>
          </a:xfrm>
        </p:spPr>
        <p:txBody>
          <a:bodyPr/>
          <a:lstStyle/>
          <a:p>
            <a:r>
              <a:rPr lang="en-IN" sz="2200" dirty="0"/>
              <a:t>Two key differences between the NYSE and Nasdaq:</a:t>
            </a:r>
          </a:p>
        </p:txBody>
      </p:sp>
      <p:sp>
        <p:nvSpPr>
          <p:cNvPr id="9" name="Content Placeholder 7">
            <a:extLst>
              <a:ext uri="{FF2B5EF4-FFF2-40B4-BE49-F238E27FC236}">
                <a16:creationId xmlns:a16="http://schemas.microsoft.com/office/drawing/2014/main" id="{4135FEE8-8CE3-8A2A-16BE-5A1AD34A95AF}"/>
              </a:ext>
            </a:extLst>
          </p:cNvPr>
          <p:cNvSpPr>
            <a:spLocks noGrp="1"/>
          </p:cNvSpPr>
          <p:nvPr>
            <p:ph sz="quarter" idx="14"/>
          </p:nvPr>
        </p:nvSpPr>
        <p:spPr>
          <a:xfrm>
            <a:off x="457199" y="5093068"/>
            <a:ext cx="11277599" cy="1426485"/>
          </a:xfrm>
        </p:spPr>
        <p:txBody>
          <a:bodyPr/>
          <a:lstStyle/>
          <a:p>
            <a:pPr marL="457200" indent="-457200">
              <a:buFont typeface="+mj-lt"/>
              <a:buAutoNum type="arabicPeriod"/>
            </a:pPr>
            <a:r>
              <a:rPr lang="en-IN" sz="2000" dirty="0"/>
              <a:t>Nasdaq is a computer network and has no physical location where trading takes place.</a:t>
            </a:r>
          </a:p>
          <a:p>
            <a:pPr marL="457200" indent="-457200">
              <a:buFont typeface="+mj-lt"/>
              <a:buAutoNum type="arabicPeriod"/>
            </a:pPr>
            <a:r>
              <a:rPr lang="en-IN" sz="2000" dirty="0"/>
              <a:t>Nasdaq has a multiple market maker system rather than a D</a:t>
            </a:r>
            <a:r>
              <a:rPr lang="en-IN" sz="100" dirty="0"/>
              <a:t> </a:t>
            </a:r>
            <a:r>
              <a:rPr lang="en-IN" sz="2000" dirty="0"/>
              <a:t>M</a:t>
            </a:r>
            <a:r>
              <a:rPr lang="en-IN" sz="100" dirty="0"/>
              <a:t> </a:t>
            </a:r>
            <a:r>
              <a:rPr lang="en-IN" sz="2000" dirty="0" err="1"/>
              <a:t>M</a:t>
            </a:r>
            <a:r>
              <a:rPr lang="en-IN" sz="2000" dirty="0"/>
              <a:t> system.</a:t>
            </a:r>
          </a:p>
        </p:txBody>
      </p:sp>
      <p:sp>
        <p:nvSpPr>
          <p:cNvPr id="7" name="Slide Number Placeholder 6">
            <a:extLst>
              <a:ext uri="{FF2B5EF4-FFF2-40B4-BE49-F238E27FC236}">
                <a16:creationId xmlns:a16="http://schemas.microsoft.com/office/drawing/2014/main" id="{C16287E1-6D68-FE5C-E0F3-2C1D14CC5917}"/>
              </a:ext>
            </a:extLst>
          </p:cNvPr>
          <p:cNvSpPr>
            <a:spLocks noGrp="1"/>
          </p:cNvSpPr>
          <p:nvPr>
            <p:ph type="sldNum" sz="quarter" idx="10"/>
          </p:nvPr>
        </p:nvSpPr>
        <p:spPr/>
        <p:txBody>
          <a:bodyPr/>
          <a:lstStyle/>
          <a:p>
            <a:fld id="{68151E55-6873-49E2-B8D5-2F265E6F1973}" type="slidenum">
              <a:rPr lang="en-US" smtClean="0"/>
              <a:t>65</a:t>
            </a:fld>
            <a:endParaRPr lang="en-US"/>
          </a:p>
        </p:txBody>
      </p:sp>
    </p:spTree>
    <p:extLst>
      <p:ext uri="{BB962C8B-B14F-4D97-AF65-F5344CB8AC3E}">
        <p14:creationId xmlns:p14="http://schemas.microsoft.com/office/powerpoint/2010/main" val="3641959064"/>
      </p:ext>
    </p:extLst>
  </p:cSld>
  <p:clrMapOvr>
    <a:masterClrMapping/>
  </p:clrMapOvr>
</p:sld>
</file>

<file path=ppt/slides/slide6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65159AA-9B30-0CCD-F7ED-BFE98C851D96}"/>
              </a:ext>
            </a:extLst>
          </p:cNvPr>
          <p:cNvSpPr>
            <a:spLocks noGrp="1"/>
          </p:cNvSpPr>
          <p:nvPr>
            <p:ph type="title"/>
          </p:nvPr>
        </p:nvSpPr>
        <p:spPr>
          <a:ln>
            <a:solidFill>
              <a:schemeClr val="tx1"/>
            </a:solidFill>
          </a:ln>
        </p:spPr>
        <p:txBody>
          <a:bodyPr/>
          <a:lstStyle/>
          <a:p>
            <a:r>
              <a:rPr lang="en-IN" dirty="0"/>
              <a:t>Nasdaq Operations </a:t>
            </a:r>
            <a:endParaRPr lang="en-US" dirty="0"/>
          </a:p>
        </p:txBody>
      </p:sp>
      <p:sp>
        <p:nvSpPr>
          <p:cNvPr id="3" name="Content Placeholder 2">
            <a:extLst>
              <a:ext uri="{FF2B5EF4-FFF2-40B4-BE49-F238E27FC236}">
                <a16:creationId xmlns:a16="http://schemas.microsoft.com/office/drawing/2014/main" id="{8DE850C0-F4FB-6633-02ED-0A1223D89F68}"/>
              </a:ext>
            </a:extLst>
          </p:cNvPr>
          <p:cNvSpPr>
            <a:spLocks noGrp="1"/>
          </p:cNvSpPr>
          <p:nvPr>
            <p:ph sz="quarter" idx="11"/>
          </p:nvPr>
        </p:nvSpPr>
        <p:spPr>
          <a:xfrm>
            <a:off x="457200" y="1276710"/>
            <a:ext cx="11277600" cy="1597120"/>
          </a:xfrm>
        </p:spPr>
        <p:txBody>
          <a:bodyPr/>
          <a:lstStyle/>
          <a:p>
            <a:pPr>
              <a:lnSpc>
                <a:spcPct val="90000"/>
              </a:lnSpc>
            </a:pPr>
            <a:r>
              <a:rPr lang="en-IN" sz="2000" dirty="0"/>
              <a:t>Nasdaq is often referred to as an O</a:t>
            </a:r>
            <a:r>
              <a:rPr lang="en-IN" sz="100" dirty="0"/>
              <a:t> </a:t>
            </a:r>
            <a:r>
              <a:rPr lang="en-IN" sz="2000" dirty="0"/>
              <a:t>T</a:t>
            </a:r>
            <a:r>
              <a:rPr lang="en-IN" sz="100" dirty="0"/>
              <a:t> </a:t>
            </a:r>
            <a:r>
              <a:rPr lang="en-IN" sz="2000" dirty="0"/>
              <a:t>C market, but Nasdaq officials prefer the term O</a:t>
            </a:r>
            <a:r>
              <a:rPr lang="en-IN" sz="100" dirty="0"/>
              <a:t> </a:t>
            </a:r>
            <a:r>
              <a:rPr lang="en-IN" sz="2000" dirty="0"/>
              <a:t>T</a:t>
            </a:r>
            <a:r>
              <a:rPr lang="en-IN" sz="100" dirty="0"/>
              <a:t> </a:t>
            </a:r>
            <a:r>
              <a:rPr lang="en-IN" sz="2000" dirty="0"/>
              <a:t>C not be used when referring to Nasdaq market.</a:t>
            </a:r>
          </a:p>
          <a:p>
            <a:pPr marL="292608" indent="-292608"/>
            <a:r>
              <a:rPr lang="en-IN" sz="2000" b="1" dirty="0"/>
              <a:t>Over-the-counter (O</a:t>
            </a:r>
            <a:r>
              <a:rPr lang="en-IN" sz="100" b="1" dirty="0"/>
              <a:t> </a:t>
            </a:r>
            <a:r>
              <a:rPr lang="en-IN" sz="2000" b="1" dirty="0"/>
              <a:t>T</a:t>
            </a:r>
            <a:r>
              <a:rPr lang="en-IN" sz="100" b="1" dirty="0"/>
              <a:t> </a:t>
            </a:r>
            <a:r>
              <a:rPr lang="en-IN" sz="2000" b="1" dirty="0"/>
              <a:t>C) market </a:t>
            </a:r>
            <a:r>
              <a:rPr lang="en-IN" sz="2000" dirty="0"/>
              <a:t>is a securities market in which trading is almost exclusively done through dealers who buy and sell for their own inventories.</a:t>
            </a:r>
          </a:p>
        </p:txBody>
      </p:sp>
      <p:sp>
        <p:nvSpPr>
          <p:cNvPr id="4" name="Content Placeholder 3">
            <a:extLst>
              <a:ext uri="{FF2B5EF4-FFF2-40B4-BE49-F238E27FC236}">
                <a16:creationId xmlns:a16="http://schemas.microsoft.com/office/drawing/2014/main" id="{BFD7531F-899A-7C5E-3D1A-0CB8A16F177C}"/>
              </a:ext>
            </a:extLst>
          </p:cNvPr>
          <p:cNvSpPr>
            <a:spLocks noGrp="1"/>
          </p:cNvSpPr>
          <p:nvPr>
            <p:ph sz="quarter" idx="14"/>
          </p:nvPr>
        </p:nvSpPr>
        <p:spPr>
          <a:xfrm>
            <a:off x="457199" y="3004058"/>
            <a:ext cx="11160369" cy="2643849"/>
          </a:xfrm>
        </p:spPr>
        <p:txBody>
          <a:bodyPr/>
          <a:lstStyle/>
          <a:p>
            <a:pPr marL="0" indent="0">
              <a:buNone/>
            </a:pPr>
            <a:r>
              <a:rPr lang="en-IN" sz="2000" dirty="0"/>
              <a:t>Nasdaq network operates with three levels of information access:</a:t>
            </a:r>
          </a:p>
          <a:p>
            <a:r>
              <a:rPr lang="en-IN" sz="2000" dirty="0"/>
              <a:t>Level 1 is designed to provide a timely, accurate source of price quotations, with prices freely available over the internet.</a:t>
            </a:r>
          </a:p>
          <a:p>
            <a:r>
              <a:rPr lang="en-IN" sz="2000" dirty="0"/>
              <a:t>Level 2 allows users to view price quotes from all Nasdaq market makers and is not available on the web (sometimes for a small fee).</a:t>
            </a:r>
          </a:p>
          <a:p>
            <a:pPr lvl="1"/>
            <a:r>
              <a:rPr lang="en-IN" sz="2000" dirty="0"/>
              <a:t>Allows access to </a:t>
            </a:r>
            <a:r>
              <a:rPr lang="en-IN" sz="2000" b="1" dirty="0"/>
              <a:t>inside quotes</a:t>
            </a:r>
            <a:r>
              <a:rPr lang="en-IN" sz="2000" dirty="0"/>
              <a:t>, the highest bid quotes and the lowest ask quotes for a security.</a:t>
            </a:r>
          </a:p>
        </p:txBody>
      </p:sp>
      <p:sp>
        <p:nvSpPr>
          <p:cNvPr id="8" name="Content Placeholder 7">
            <a:extLst>
              <a:ext uri="{FF2B5EF4-FFF2-40B4-BE49-F238E27FC236}">
                <a16:creationId xmlns:a16="http://schemas.microsoft.com/office/drawing/2014/main" id="{EFCA3173-E935-C315-4A71-A67B30CB62C2}"/>
              </a:ext>
            </a:extLst>
          </p:cNvPr>
          <p:cNvSpPr>
            <a:spLocks noGrp="1"/>
          </p:cNvSpPr>
          <p:nvPr>
            <p:ph sz="quarter" idx="15"/>
          </p:nvPr>
        </p:nvSpPr>
        <p:spPr>
          <a:xfrm>
            <a:off x="457199" y="5762999"/>
            <a:ext cx="11160369" cy="737636"/>
          </a:xfrm>
        </p:spPr>
        <p:txBody>
          <a:bodyPr/>
          <a:lstStyle/>
          <a:p>
            <a:pPr>
              <a:lnSpc>
                <a:spcPct val="90000"/>
              </a:lnSpc>
            </a:pPr>
            <a:r>
              <a:rPr lang="en-IN" sz="2000" dirty="0"/>
              <a:t>Level 3 is for the use of market makers only, as it allows Nasdaq dealers to enter or change their price quote information.</a:t>
            </a:r>
          </a:p>
        </p:txBody>
      </p:sp>
      <p:sp>
        <p:nvSpPr>
          <p:cNvPr id="7" name="Slide Number Placeholder 6">
            <a:extLst>
              <a:ext uri="{FF2B5EF4-FFF2-40B4-BE49-F238E27FC236}">
                <a16:creationId xmlns:a16="http://schemas.microsoft.com/office/drawing/2014/main" id="{CCF3C16C-FB0F-BDFB-275E-4F3405A45447}"/>
              </a:ext>
            </a:extLst>
          </p:cNvPr>
          <p:cNvSpPr>
            <a:spLocks noGrp="1"/>
          </p:cNvSpPr>
          <p:nvPr>
            <p:ph type="sldNum" sz="quarter" idx="10"/>
          </p:nvPr>
        </p:nvSpPr>
        <p:spPr/>
        <p:txBody>
          <a:bodyPr/>
          <a:lstStyle/>
          <a:p>
            <a:fld id="{68151E55-6873-49E2-B8D5-2F265E6F1973}" type="slidenum">
              <a:rPr lang="en-US" smtClean="0"/>
              <a:t>66</a:t>
            </a:fld>
            <a:endParaRPr lang="en-US"/>
          </a:p>
        </p:txBody>
      </p:sp>
    </p:spTree>
    <p:extLst>
      <p:ext uri="{BB962C8B-B14F-4D97-AF65-F5344CB8AC3E}">
        <p14:creationId xmlns:p14="http://schemas.microsoft.com/office/powerpoint/2010/main" val="2645243528"/>
      </p:ext>
    </p:extLst>
  </p:cSld>
  <p:clrMapOvr>
    <a:masterClrMapping/>
  </p:clrMapOvr>
</p:sld>
</file>

<file path=ppt/slides/slide6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65159AA-9B30-0CCD-F7ED-BFE98C851D96}"/>
              </a:ext>
            </a:extLst>
          </p:cNvPr>
          <p:cNvSpPr>
            <a:spLocks noGrp="1"/>
          </p:cNvSpPr>
          <p:nvPr>
            <p:ph type="title"/>
          </p:nvPr>
        </p:nvSpPr>
        <p:spPr>
          <a:ln>
            <a:solidFill>
              <a:schemeClr val="tx1"/>
            </a:solidFill>
          </a:ln>
        </p:spPr>
        <p:txBody>
          <a:bodyPr>
            <a:normAutofit/>
          </a:bodyPr>
          <a:lstStyle/>
          <a:p>
            <a:r>
              <a:rPr lang="en-IN" dirty="0"/>
              <a:t>Nasdaq Operations (Concluded)</a:t>
            </a:r>
            <a:endParaRPr lang="en-US" dirty="0"/>
          </a:p>
        </p:txBody>
      </p:sp>
      <p:sp>
        <p:nvSpPr>
          <p:cNvPr id="3" name="Content Placeholder 2">
            <a:extLst>
              <a:ext uri="{FF2B5EF4-FFF2-40B4-BE49-F238E27FC236}">
                <a16:creationId xmlns:a16="http://schemas.microsoft.com/office/drawing/2014/main" id="{8DE850C0-F4FB-6633-02ED-0A1223D89F68}"/>
              </a:ext>
            </a:extLst>
          </p:cNvPr>
          <p:cNvSpPr>
            <a:spLocks noGrp="1"/>
          </p:cNvSpPr>
          <p:nvPr>
            <p:ph sz="quarter" idx="11"/>
          </p:nvPr>
        </p:nvSpPr>
        <p:spPr>
          <a:xfrm>
            <a:off x="597877" y="1196373"/>
            <a:ext cx="9727223" cy="397711"/>
          </a:xfrm>
        </p:spPr>
        <p:txBody>
          <a:bodyPr/>
          <a:lstStyle/>
          <a:p>
            <a:r>
              <a:rPr lang="en-IN" sz="2200" dirty="0"/>
              <a:t>Nasdaq is made up of three separate markets:</a:t>
            </a:r>
          </a:p>
        </p:txBody>
      </p:sp>
      <p:sp>
        <p:nvSpPr>
          <p:cNvPr id="9" name="Content Placeholder 6">
            <a:extLst>
              <a:ext uri="{FF2B5EF4-FFF2-40B4-BE49-F238E27FC236}">
                <a16:creationId xmlns:a16="http://schemas.microsoft.com/office/drawing/2014/main" id="{C39940EC-44C4-6691-0A26-37621701071C}"/>
              </a:ext>
            </a:extLst>
          </p:cNvPr>
          <p:cNvSpPr>
            <a:spLocks noGrp="1"/>
          </p:cNvSpPr>
          <p:nvPr>
            <p:ph sz="quarter" idx="14"/>
          </p:nvPr>
        </p:nvSpPr>
        <p:spPr>
          <a:xfrm>
            <a:off x="597877" y="1697771"/>
            <a:ext cx="10904006" cy="2559025"/>
          </a:xfrm>
        </p:spPr>
        <p:txBody>
          <a:bodyPr/>
          <a:lstStyle/>
          <a:p>
            <a:pPr marL="402336" indent="-402336">
              <a:spcBef>
                <a:spcPts val="500"/>
              </a:spcBef>
              <a:buFont typeface="+mj-lt"/>
              <a:buAutoNum type="arabicPeriod"/>
            </a:pPr>
            <a:r>
              <a:rPr lang="en-IN" sz="2200" i="1" dirty="0"/>
              <a:t>Nasdaq Global Select Market </a:t>
            </a:r>
            <a:r>
              <a:rPr lang="en-IN" sz="2200" dirty="0"/>
              <a:t>is the market for Nasdaq’s larger and more actively traded securities, listing about 1,700 companies (for example, Microsoft and Intel).</a:t>
            </a:r>
          </a:p>
          <a:p>
            <a:pPr marL="402336" indent="-402336">
              <a:spcBef>
                <a:spcPts val="500"/>
              </a:spcBef>
              <a:buFont typeface="+mj-lt"/>
              <a:buAutoNum type="arabicPeriod"/>
            </a:pPr>
            <a:r>
              <a:rPr lang="en-IN" sz="2200" i="1" dirty="0"/>
              <a:t>Nasdaq Global Market </a:t>
            </a:r>
            <a:r>
              <a:rPr lang="en-IN" sz="2200" dirty="0"/>
              <a:t>companies are somewhat smaller in size; Nasdaq lists about 1,130 of these.</a:t>
            </a:r>
          </a:p>
          <a:p>
            <a:pPr marL="402336" indent="-402336">
              <a:spcBef>
                <a:spcPts val="500"/>
              </a:spcBef>
              <a:buFont typeface="+mj-lt"/>
              <a:buAutoNum type="arabicPeriod"/>
            </a:pPr>
            <a:r>
              <a:rPr lang="en-IN" sz="2200" i="1" dirty="0"/>
              <a:t>Nasdaq Capital Market </a:t>
            </a:r>
            <a:r>
              <a:rPr lang="en-IN" sz="2200" dirty="0"/>
              <a:t>contains the smallest companies listed on Nasdaq, of which there are about 1,800 currently listed.</a:t>
            </a:r>
          </a:p>
        </p:txBody>
      </p:sp>
      <p:sp>
        <p:nvSpPr>
          <p:cNvPr id="8" name="Content Placeholder 7">
            <a:extLst>
              <a:ext uri="{FF2B5EF4-FFF2-40B4-BE49-F238E27FC236}">
                <a16:creationId xmlns:a16="http://schemas.microsoft.com/office/drawing/2014/main" id="{EFCA3173-E935-C315-4A71-A67B30CB62C2}"/>
              </a:ext>
            </a:extLst>
          </p:cNvPr>
          <p:cNvSpPr>
            <a:spLocks noGrp="1"/>
          </p:cNvSpPr>
          <p:nvPr>
            <p:ph sz="quarter" idx="15"/>
          </p:nvPr>
        </p:nvSpPr>
        <p:spPr>
          <a:xfrm>
            <a:off x="457199" y="4375147"/>
            <a:ext cx="11044683" cy="2085030"/>
          </a:xfrm>
        </p:spPr>
        <p:txBody>
          <a:bodyPr/>
          <a:lstStyle/>
          <a:p>
            <a:pPr marL="0" indent="0">
              <a:buNone/>
            </a:pPr>
            <a:r>
              <a:rPr lang="en-IN" sz="2200" dirty="0"/>
              <a:t>In the late 1990’s, the Nasdaq system was opened to </a:t>
            </a:r>
            <a:r>
              <a:rPr lang="en-IN" sz="2200" b="1" dirty="0"/>
              <a:t>electronic communication networks (E</a:t>
            </a:r>
            <a:r>
              <a:rPr lang="en-IN" sz="100" b="1" dirty="0"/>
              <a:t> </a:t>
            </a:r>
            <a:r>
              <a:rPr lang="en-IN" sz="2200" b="1" dirty="0"/>
              <a:t>C</a:t>
            </a:r>
            <a:r>
              <a:rPr lang="en-IN" sz="100" b="1" dirty="0"/>
              <a:t> </a:t>
            </a:r>
            <a:r>
              <a:rPr lang="en-IN" sz="2200" b="1" dirty="0"/>
              <a:t>N’s), </a:t>
            </a:r>
            <a:r>
              <a:rPr lang="en-IN" sz="2200" dirty="0"/>
              <a:t>websites that allow investors to trade directly with each other.</a:t>
            </a:r>
          </a:p>
          <a:p>
            <a:pPr marL="292608" indent="-292608"/>
            <a:r>
              <a:rPr lang="en-IN" sz="2200" dirty="0"/>
              <a:t>E</a:t>
            </a:r>
            <a:r>
              <a:rPr lang="en-IN" sz="100" dirty="0"/>
              <a:t> </a:t>
            </a:r>
            <a:r>
              <a:rPr lang="en-IN" sz="2200" dirty="0"/>
              <a:t>C</a:t>
            </a:r>
            <a:r>
              <a:rPr lang="en-IN" sz="100" dirty="0"/>
              <a:t> </a:t>
            </a:r>
            <a:r>
              <a:rPr lang="en-IN" sz="2200" dirty="0"/>
              <a:t>N’s act to increase liquidity and competition by essentially allowing individual investors, not just market makers, to enter orders.</a:t>
            </a:r>
          </a:p>
        </p:txBody>
      </p:sp>
      <p:sp>
        <p:nvSpPr>
          <p:cNvPr id="7" name="Slide Number Placeholder 6">
            <a:extLst>
              <a:ext uri="{FF2B5EF4-FFF2-40B4-BE49-F238E27FC236}">
                <a16:creationId xmlns:a16="http://schemas.microsoft.com/office/drawing/2014/main" id="{CCF3C16C-FB0F-BDFB-275E-4F3405A45447}"/>
              </a:ext>
            </a:extLst>
          </p:cNvPr>
          <p:cNvSpPr>
            <a:spLocks noGrp="1"/>
          </p:cNvSpPr>
          <p:nvPr>
            <p:ph type="sldNum" sz="quarter" idx="10"/>
          </p:nvPr>
        </p:nvSpPr>
        <p:spPr/>
        <p:txBody>
          <a:bodyPr/>
          <a:lstStyle/>
          <a:p>
            <a:fld id="{68151E55-6873-49E2-B8D5-2F265E6F1973}" type="slidenum">
              <a:rPr lang="en-US" smtClean="0"/>
              <a:t>67</a:t>
            </a:fld>
            <a:endParaRPr lang="en-US"/>
          </a:p>
        </p:txBody>
      </p:sp>
    </p:spTree>
    <p:extLst>
      <p:ext uri="{BB962C8B-B14F-4D97-AF65-F5344CB8AC3E}">
        <p14:creationId xmlns:p14="http://schemas.microsoft.com/office/powerpoint/2010/main" val="1521179483"/>
      </p:ext>
    </p:extLst>
  </p:cSld>
  <p:clrMapOvr>
    <a:masterClrMapping/>
  </p:clrMapOvr>
</p:sld>
</file>

<file path=ppt/slides/slide6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2E6A0A5-09AC-5E8E-1D42-66B2ABB73A51}"/>
              </a:ext>
            </a:extLst>
          </p:cNvPr>
          <p:cNvSpPr>
            <a:spLocks noGrp="1"/>
          </p:cNvSpPr>
          <p:nvPr>
            <p:ph type="title"/>
          </p:nvPr>
        </p:nvSpPr>
        <p:spPr>
          <a:ln>
            <a:solidFill>
              <a:schemeClr val="tx1"/>
            </a:solidFill>
          </a:ln>
        </p:spPr>
        <p:txBody>
          <a:bodyPr>
            <a:normAutofit/>
          </a:bodyPr>
          <a:lstStyle/>
          <a:p>
            <a:r>
              <a:rPr lang="en-IN" dirty="0"/>
              <a:t>Stock Market Reporting: Costco</a:t>
            </a:r>
            <a:endParaRPr lang="en-US" dirty="0"/>
          </a:p>
        </p:txBody>
      </p:sp>
      <p:sp>
        <p:nvSpPr>
          <p:cNvPr id="3" name="Content Placeholder 2">
            <a:extLst>
              <a:ext uri="{FF2B5EF4-FFF2-40B4-BE49-F238E27FC236}">
                <a16:creationId xmlns:a16="http://schemas.microsoft.com/office/drawing/2014/main" id="{3B2DC04C-7BD6-0ED5-D030-020B7114989D}"/>
              </a:ext>
            </a:extLst>
          </p:cNvPr>
          <p:cNvSpPr>
            <a:spLocks noGrp="1"/>
          </p:cNvSpPr>
          <p:nvPr>
            <p:ph sz="quarter" idx="11"/>
          </p:nvPr>
        </p:nvSpPr>
        <p:spPr>
          <a:xfrm>
            <a:off x="457201" y="1342964"/>
            <a:ext cx="5532988" cy="5117723"/>
          </a:xfrm>
        </p:spPr>
        <p:txBody>
          <a:bodyPr/>
          <a:lstStyle/>
          <a:p>
            <a:pPr marL="292608" indent="-292608"/>
            <a:r>
              <a:rPr lang="en-IN" sz="1900" dirty="0"/>
              <a:t>Price $503.69 is the real-time price of the last trade.</a:t>
            </a:r>
          </a:p>
          <a:p>
            <a:pPr marL="292608" indent="-292608"/>
            <a:r>
              <a:rPr lang="en-IN" sz="1900" dirty="0"/>
              <a:t>Reported change is from previous day’s closing price.</a:t>
            </a:r>
          </a:p>
          <a:p>
            <a:pPr marL="292608" indent="-292608"/>
            <a:r>
              <a:rPr lang="en-IN" sz="1900" dirty="0"/>
              <a:t>Opening price is first trade of day.</a:t>
            </a:r>
          </a:p>
          <a:p>
            <a:pPr marL="292608" indent="-292608"/>
            <a:r>
              <a:rPr lang="en-IN" sz="1900" dirty="0"/>
              <a:t>Bid and ask prices of $502.64 and $503.00, respectively.</a:t>
            </a:r>
          </a:p>
          <a:p>
            <a:pPr marL="292608" indent="-292608"/>
            <a:r>
              <a:rPr lang="en-IN" sz="1900" dirty="0"/>
              <a:t>Market “depth,” is number of shares sought at bid price and offered at ask price. </a:t>
            </a:r>
          </a:p>
          <a:p>
            <a:pPr marL="292608" indent="-292608"/>
            <a:r>
              <a:rPr lang="en-IN" sz="1900" dirty="0"/>
              <a:t>Volume is number of shares traded today.</a:t>
            </a:r>
          </a:p>
          <a:p>
            <a:pPr marL="292608" indent="-292608"/>
            <a:r>
              <a:rPr lang="en-IN" sz="1900" dirty="0"/>
              <a:t>Market Cap is number of shares outstanding multiplied by current price per share.</a:t>
            </a:r>
          </a:p>
          <a:p>
            <a:pPr marL="292608" indent="-292608"/>
            <a:r>
              <a:rPr lang="en-IN" sz="1900" dirty="0"/>
              <a:t>Yield is reported dividend divided by the previous stock price: $3.60 ÷ $503.69 = 0.71%.</a:t>
            </a:r>
          </a:p>
        </p:txBody>
      </p:sp>
      <p:pic>
        <p:nvPicPr>
          <p:cNvPr id="8" name="Picture 7" descr="Screenshot of stock quote for Costco Wholesale Corporation (COST)">
            <a:extLst>
              <a:ext uri="{FF2B5EF4-FFF2-40B4-BE49-F238E27FC236}">
                <a16:creationId xmlns:a16="http://schemas.microsoft.com/office/drawing/2014/main" id="{1541B3A0-D3C7-9290-B5F8-F8EE64377B79}"/>
              </a:ext>
            </a:extLst>
          </p:cNvPr>
          <p:cNvPicPr>
            <a:picLocks noChangeAspect="1"/>
          </p:cNvPicPr>
          <p:nvPr/>
        </p:nvPicPr>
        <p:blipFill>
          <a:blip r:embed="rId3"/>
          <a:stretch>
            <a:fillRect/>
          </a:stretch>
        </p:blipFill>
        <p:spPr>
          <a:xfrm>
            <a:off x="7062897" y="2557715"/>
            <a:ext cx="3417409" cy="1742571"/>
          </a:xfrm>
          <a:prstGeom prst="rect">
            <a:avLst/>
          </a:prstGeom>
        </p:spPr>
      </p:pic>
      <p:sp>
        <p:nvSpPr>
          <p:cNvPr id="6" name="Slide Number Placeholder 5">
            <a:extLst>
              <a:ext uri="{FF2B5EF4-FFF2-40B4-BE49-F238E27FC236}">
                <a16:creationId xmlns:a16="http://schemas.microsoft.com/office/drawing/2014/main" id="{5516D8B7-A0A8-877D-B16E-EADDAB2A423B}"/>
              </a:ext>
            </a:extLst>
          </p:cNvPr>
          <p:cNvSpPr>
            <a:spLocks noGrp="1"/>
          </p:cNvSpPr>
          <p:nvPr>
            <p:ph type="sldNum" sz="quarter" idx="4"/>
          </p:nvPr>
        </p:nvSpPr>
        <p:spPr/>
        <p:txBody>
          <a:bodyPr/>
          <a:lstStyle/>
          <a:p>
            <a:fld id="{68151E55-6873-49E2-B8D5-2F265E6F1973}" type="slidenum">
              <a:rPr lang="en-US" smtClean="0"/>
              <a:pPr/>
              <a:t>68</a:t>
            </a:fld>
            <a:endParaRPr lang="en-US" dirty="0"/>
          </a:p>
        </p:txBody>
      </p:sp>
    </p:spTree>
    <p:extLst>
      <p:ext uri="{BB962C8B-B14F-4D97-AF65-F5344CB8AC3E}">
        <p14:creationId xmlns:p14="http://schemas.microsoft.com/office/powerpoint/2010/main" val="2001394974"/>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emplate/>
  <TotalTime>2748</TotalTime>
  <Words>6909</Words>
  <Application>Microsoft Office PowerPoint</Application>
  <PresentationFormat>Widescreen</PresentationFormat>
  <Paragraphs>851</Paragraphs>
  <Slides>68</Slides>
  <Notes>46</Notes>
  <HiddenSlides>0</HiddenSlides>
  <MMClips>0</MMClips>
  <ScaleCrop>false</ScaleCrop>
  <HeadingPairs>
    <vt:vector size="8" baseType="variant">
      <vt:variant>
        <vt:lpstr>Fonts Used</vt:lpstr>
      </vt:variant>
      <vt:variant>
        <vt:i4>12</vt:i4>
      </vt:variant>
      <vt:variant>
        <vt:lpstr>Theme</vt:lpstr>
      </vt:variant>
      <vt:variant>
        <vt:i4>1</vt:i4>
      </vt:variant>
      <vt:variant>
        <vt:lpstr>Embedded OLE Servers</vt:lpstr>
      </vt:variant>
      <vt:variant>
        <vt:i4>2</vt:i4>
      </vt:variant>
      <vt:variant>
        <vt:lpstr>Slide Titles</vt:lpstr>
      </vt:variant>
      <vt:variant>
        <vt:i4>68</vt:i4>
      </vt:variant>
    </vt:vector>
  </HeadingPairs>
  <TitlesOfParts>
    <vt:vector size="83" baseType="lpstr">
      <vt:lpstr>Aptos</vt:lpstr>
      <vt:lpstr>Aptos Display</vt:lpstr>
      <vt:lpstr>Aptos Narrow</vt:lpstr>
      <vt:lpstr>Arial</vt:lpstr>
      <vt:lpstr>Book Antiqua</vt:lpstr>
      <vt:lpstr>Calibri</vt:lpstr>
      <vt:lpstr>Cambria Math</vt:lpstr>
      <vt:lpstr>Roboto</vt:lpstr>
      <vt:lpstr>STIX MathJax Main</vt:lpstr>
      <vt:lpstr>Symbol</vt:lpstr>
      <vt:lpstr>Times New Roman</vt:lpstr>
      <vt:lpstr>Wingdings</vt:lpstr>
      <vt:lpstr>Office Theme</vt:lpstr>
      <vt:lpstr>Equation</vt:lpstr>
      <vt:lpstr>Worksheet</vt:lpstr>
      <vt:lpstr>Common Stock Valuation – Chapter 8</vt:lpstr>
      <vt:lpstr>Outline</vt:lpstr>
      <vt:lpstr>Notations</vt:lpstr>
      <vt:lpstr>Cash Flows </vt:lpstr>
      <vt:lpstr>PowerPoint Presentation</vt:lpstr>
      <vt:lpstr>Growth Stocks </vt:lpstr>
      <vt:lpstr>Patterns of dividends we will consider (three cases)</vt:lpstr>
      <vt:lpstr>1.   Zero Growth</vt:lpstr>
      <vt:lpstr>Example:  Zero Growth – Preferred Stock Valuation</vt:lpstr>
      <vt:lpstr>Example – Zero Growth Case</vt:lpstr>
      <vt:lpstr>Practice:  Zero Growth Case</vt:lpstr>
      <vt:lpstr>Case 2: Constant Growth (in dividends)</vt:lpstr>
      <vt:lpstr>Constant Growth </vt:lpstr>
      <vt:lpstr>Example:  Constant Growth</vt:lpstr>
      <vt:lpstr>Example - Constant growth</vt:lpstr>
      <vt:lpstr>Example – Negative Constant Growth</vt:lpstr>
      <vt:lpstr>Practice:  Constant Growth</vt:lpstr>
      <vt:lpstr>Example – Delayed constant growth dividends</vt:lpstr>
      <vt:lpstr>PowerPoint Presentation</vt:lpstr>
      <vt:lpstr>How to value Differential Growth Stock</vt:lpstr>
      <vt:lpstr>Example: Non-Constant Growth</vt:lpstr>
      <vt:lpstr>PowerPoint Presentation</vt:lpstr>
      <vt:lpstr>Timeline</vt:lpstr>
      <vt:lpstr>Using financial calculator to find price in year 0 – Using cash flow function</vt:lpstr>
      <vt:lpstr>Example 2: None constant growth</vt:lpstr>
      <vt:lpstr>PowerPoint Presentation</vt:lpstr>
      <vt:lpstr>Solution - continued</vt:lpstr>
      <vt:lpstr>Using financial calculator to find price in year 0 – Using cash flow function</vt:lpstr>
      <vt:lpstr>Example 3 – Nonconstant growth</vt:lpstr>
      <vt:lpstr>PowerPoint Presentation</vt:lpstr>
      <vt:lpstr>Discounting all future cash flows for the timeline on previous slide</vt:lpstr>
      <vt:lpstr>Using financial calculator to find price in year 0 – Using cash flow function</vt:lpstr>
      <vt:lpstr>Practice: Variable growth</vt:lpstr>
      <vt:lpstr>Special cases</vt:lpstr>
      <vt:lpstr>Example:  Annuity</vt:lpstr>
      <vt:lpstr>PowerPoint Presentation</vt:lpstr>
      <vt:lpstr>Example: Delayed Annuity</vt:lpstr>
      <vt:lpstr>Example – Delayed Dividends (delayed annuity)</vt:lpstr>
      <vt:lpstr>PowerPoint Presentation</vt:lpstr>
      <vt:lpstr>Example: Uneven dividends</vt:lpstr>
      <vt:lpstr>Using financial calculator to find price in year 0 – Using cash flow function</vt:lpstr>
      <vt:lpstr>Practice: Special Cases</vt:lpstr>
      <vt:lpstr>The Required Return and its Components</vt:lpstr>
      <vt:lpstr>PowerPoint Presentation</vt:lpstr>
      <vt:lpstr>PowerPoint Presentation</vt:lpstr>
      <vt:lpstr>Example – Finding R (Rate of Return)</vt:lpstr>
      <vt:lpstr>Solution</vt:lpstr>
      <vt:lpstr>Finding D and g</vt:lpstr>
      <vt:lpstr>Practice: Finding the rate of return, Dividend growth rate  &amp; Dividend </vt:lpstr>
      <vt:lpstr>Price Earning (PE) Multiples approach</vt:lpstr>
      <vt:lpstr>P E, P S, and E V/EBITDA Ratios for Various Industries</vt:lpstr>
      <vt:lpstr>Summary of Stock Valuation 1</vt:lpstr>
      <vt:lpstr>Summary of Stock Valuation </vt:lpstr>
      <vt:lpstr>Summary of Stock Valuation </vt:lpstr>
      <vt:lpstr>Common Stock Features: Shareholder Rights</vt:lpstr>
      <vt:lpstr>Common Stock Features: Proxy Voting and Stock Classes</vt:lpstr>
      <vt:lpstr>Common Stock Features: Other Rights</vt:lpstr>
      <vt:lpstr>Common Stock Features: Dividends</vt:lpstr>
      <vt:lpstr>Preferred Stock Features: Stated Value and Dividends</vt:lpstr>
      <vt:lpstr>Preferred Stock Features: Is Preferred Stock Really Debt?</vt:lpstr>
      <vt:lpstr>The Stock Markets: Dealers and Brokers</vt:lpstr>
      <vt:lpstr>Organization of the NYSE: Members </vt:lpstr>
      <vt:lpstr>Organization of the NYSE: Members </vt:lpstr>
      <vt:lpstr>Organization of the NYSE: Floor Activity</vt:lpstr>
      <vt:lpstr>Nasdaq Operations   (National Association of Securities Dealers Automated Quotations) </vt:lpstr>
      <vt:lpstr>Nasdaq Operations </vt:lpstr>
      <vt:lpstr>Nasdaq Operations (Concluded)</vt:lpstr>
      <vt:lpstr>Stock Market Reporting: Costco</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El-Ashmawi, Amal</dc:creator>
  <cp:lastModifiedBy>El-Ashmawi, Amal</cp:lastModifiedBy>
  <cp:revision>27</cp:revision>
  <dcterms:created xsi:type="dcterms:W3CDTF">2024-10-01T00:14:50Z</dcterms:created>
  <dcterms:modified xsi:type="dcterms:W3CDTF">2024-10-02T22:03:24Z</dcterms:modified>
</cp:coreProperties>
</file>