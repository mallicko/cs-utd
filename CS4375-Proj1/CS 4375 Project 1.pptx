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17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D1BA98-03FC-4139-A9E8-B2316B2F18F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F3C8231-A7A1-4D9D-9702-6DDDAD387695}">
      <dgm:prSet/>
      <dgm:spPr/>
      <dgm:t>
        <a:bodyPr/>
        <a:lstStyle/>
        <a:p>
          <a:r>
            <a:rPr lang="en-US" b="0" i="0" baseline="0"/>
            <a:t>1. Drinks Consumption Modeling</a:t>
          </a:r>
          <a:endParaRPr lang="en-US"/>
        </a:p>
      </dgm:t>
    </dgm:pt>
    <dgm:pt modelId="{162C630B-CB41-4269-AD79-7988076B39EB}" type="parTrans" cxnId="{5873F58C-0C5B-46F2-9DB3-0D007D651D92}">
      <dgm:prSet/>
      <dgm:spPr/>
      <dgm:t>
        <a:bodyPr/>
        <a:lstStyle/>
        <a:p>
          <a:endParaRPr lang="en-US"/>
        </a:p>
      </dgm:t>
    </dgm:pt>
    <dgm:pt modelId="{58917528-E87A-483A-B254-260A1324CF34}" type="sibTrans" cxnId="{5873F58C-0C5B-46F2-9DB3-0D007D651D92}">
      <dgm:prSet/>
      <dgm:spPr/>
      <dgm:t>
        <a:bodyPr/>
        <a:lstStyle/>
        <a:p>
          <a:endParaRPr lang="en-US"/>
        </a:p>
      </dgm:t>
    </dgm:pt>
    <dgm:pt modelId="{AE89337B-A93A-462E-A3D0-B2E3F9D185DC}">
      <dgm:prSet/>
      <dgm:spPr/>
      <dgm:t>
        <a:bodyPr/>
        <a:lstStyle/>
        <a:p>
          <a:r>
            <a:rPr lang="en-US" b="0" i="0" baseline="0"/>
            <a:t>2. Smoking Signals Classification</a:t>
          </a:r>
          <a:endParaRPr lang="en-US"/>
        </a:p>
      </dgm:t>
    </dgm:pt>
    <dgm:pt modelId="{75386F9D-1558-4F5B-AECC-2B9B0CB2437F}" type="parTrans" cxnId="{B7F1BC56-49DF-4D4C-AD24-4644F8BF448E}">
      <dgm:prSet/>
      <dgm:spPr/>
      <dgm:t>
        <a:bodyPr/>
        <a:lstStyle/>
        <a:p>
          <a:endParaRPr lang="en-US"/>
        </a:p>
      </dgm:t>
    </dgm:pt>
    <dgm:pt modelId="{5C6ABA61-22CA-4117-978B-0E5D8BA13D42}" type="sibTrans" cxnId="{B7F1BC56-49DF-4D4C-AD24-4644F8BF448E}">
      <dgm:prSet/>
      <dgm:spPr/>
      <dgm:t>
        <a:bodyPr/>
        <a:lstStyle/>
        <a:p>
          <a:endParaRPr lang="en-US"/>
        </a:p>
      </dgm:t>
    </dgm:pt>
    <dgm:pt modelId="{69203EA6-F63D-465C-ACA3-DA5CE454E1F2}">
      <dgm:prSet/>
      <dgm:spPr/>
      <dgm:t>
        <a:bodyPr/>
        <a:lstStyle/>
        <a:p>
          <a:r>
            <a:rPr lang="en-US" b="0" i="0" baseline="0"/>
            <a:t>3. Heart Disease Prediction</a:t>
          </a:r>
          <a:endParaRPr lang="en-US"/>
        </a:p>
      </dgm:t>
    </dgm:pt>
    <dgm:pt modelId="{0CA97054-1D66-4F7E-9DB5-C5B48BB6B3DF}" type="parTrans" cxnId="{56BD7AA2-BEAD-41A7-B882-D86926A6CA26}">
      <dgm:prSet/>
      <dgm:spPr/>
      <dgm:t>
        <a:bodyPr/>
        <a:lstStyle/>
        <a:p>
          <a:endParaRPr lang="en-US"/>
        </a:p>
      </dgm:t>
    </dgm:pt>
    <dgm:pt modelId="{135AAA9C-CBBC-46C4-94BE-B85F283FC3F9}" type="sibTrans" cxnId="{56BD7AA2-BEAD-41A7-B882-D86926A6CA26}">
      <dgm:prSet/>
      <dgm:spPr/>
      <dgm:t>
        <a:bodyPr/>
        <a:lstStyle/>
        <a:p>
          <a:endParaRPr lang="en-US"/>
        </a:p>
      </dgm:t>
    </dgm:pt>
    <dgm:pt modelId="{D0008C27-1F5D-4B29-A5FF-AA090D80983D}">
      <dgm:prSet/>
      <dgm:spPr/>
      <dgm:t>
        <a:bodyPr/>
        <a:lstStyle/>
        <a:p>
          <a:r>
            <a:rPr lang="en-US" b="0" i="0" baseline="0"/>
            <a:t>4. Student Performance Modeling</a:t>
          </a:r>
          <a:endParaRPr lang="en-US"/>
        </a:p>
      </dgm:t>
    </dgm:pt>
    <dgm:pt modelId="{B4204688-3E4A-41EC-8E70-4E7AD5454111}" type="parTrans" cxnId="{11204E62-395D-4EEA-A6BB-9C389DF6E6F3}">
      <dgm:prSet/>
      <dgm:spPr/>
      <dgm:t>
        <a:bodyPr/>
        <a:lstStyle/>
        <a:p>
          <a:endParaRPr lang="en-US"/>
        </a:p>
      </dgm:t>
    </dgm:pt>
    <dgm:pt modelId="{925BF1AE-AEB7-4569-9B69-8ED3BF0857D1}" type="sibTrans" cxnId="{11204E62-395D-4EEA-A6BB-9C389DF6E6F3}">
      <dgm:prSet/>
      <dgm:spPr/>
      <dgm:t>
        <a:bodyPr/>
        <a:lstStyle/>
        <a:p>
          <a:endParaRPr lang="en-US"/>
        </a:p>
      </dgm:t>
    </dgm:pt>
    <dgm:pt modelId="{7EB8B9B9-EFB5-4C3B-B074-278DCDE5EF3D}">
      <dgm:prSet/>
      <dgm:spPr/>
      <dgm:t>
        <a:bodyPr/>
        <a:lstStyle/>
        <a:p>
          <a:r>
            <a:rPr lang="en-US" b="0" i="0" baseline="0"/>
            <a:t>5. Titanic Survival Prediction</a:t>
          </a:r>
          <a:endParaRPr lang="en-US"/>
        </a:p>
      </dgm:t>
    </dgm:pt>
    <dgm:pt modelId="{BC641848-5822-4B78-92C9-D9C357FC0F62}" type="parTrans" cxnId="{B83ECCC4-9BFB-4AC5-9C97-4FAAB1526CCD}">
      <dgm:prSet/>
      <dgm:spPr/>
      <dgm:t>
        <a:bodyPr/>
        <a:lstStyle/>
        <a:p>
          <a:endParaRPr lang="en-US"/>
        </a:p>
      </dgm:t>
    </dgm:pt>
    <dgm:pt modelId="{0C447957-6C90-4476-9D74-4D30117B612A}" type="sibTrans" cxnId="{B83ECCC4-9BFB-4AC5-9C97-4FAAB1526CCD}">
      <dgm:prSet/>
      <dgm:spPr/>
      <dgm:t>
        <a:bodyPr/>
        <a:lstStyle/>
        <a:p>
          <a:endParaRPr lang="en-US"/>
        </a:p>
      </dgm:t>
    </dgm:pt>
    <dgm:pt modelId="{E11D06C5-DB8D-4CE8-8ABC-50C2A7CD99AB}">
      <dgm:prSet/>
      <dgm:spPr/>
      <dgm:t>
        <a:bodyPr/>
        <a:lstStyle/>
        <a:p>
          <a:r>
            <a:rPr lang="en-US" b="0" i="0" baseline="0"/>
            <a:t>6. Cross‐Dataset Comparison</a:t>
          </a:r>
          <a:endParaRPr lang="en-US"/>
        </a:p>
      </dgm:t>
    </dgm:pt>
    <dgm:pt modelId="{7F1AEF32-A3DC-4877-B8DC-0394AECD6E3B}" type="parTrans" cxnId="{BA441EEA-1A1F-48EF-81D4-D63F2058BA28}">
      <dgm:prSet/>
      <dgm:spPr/>
      <dgm:t>
        <a:bodyPr/>
        <a:lstStyle/>
        <a:p>
          <a:endParaRPr lang="en-US"/>
        </a:p>
      </dgm:t>
    </dgm:pt>
    <dgm:pt modelId="{60A93C38-2713-447C-9090-997541DEBFF1}" type="sibTrans" cxnId="{BA441EEA-1A1F-48EF-81D4-D63F2058BA28}">
      <dgm:prSet/>
      <dgm:spPr/>
      <dgm:t>
        <a:bodyPr/>
        <a:lstStyle/>
        <a:p>
          <a:endParaRPr lang="en-US"/>
        </a:p>
      </dgm:t>
    </dgm:pt>
    <dgm:pt modelId="{8AF296F9-1BA0-45EF-B018-21229543C0B3}">
      <dgm:prSet/>
      <dgm:spPr/>
      <dgm:t>
        <a:bodyPr/>
        <a:lstStyle/>
        <a:p>
          <a:r>
            <a:rPr lang="en-US" b="0" i="0" baseline="0"/>
            <a:t>7. Conclusions</a:t>
          </a:r>
          <a:endParaRPr lang="en-US"/>
        </a:p>
      </dgm:t>
    </dgm:pt>
    <dgm:pt modelId="{DEF63F6A-F0F2-4A9D-8ABC-10ED87C6A244}" type="parTrans" cxnId="{355CE89F-1131-4C93-96D6-3A3BE58DDBCB}">
      <dgm:prSet/>
      <dgm:spPr/>
      <dgm:t>
        <a:bodyPr/>
        <a:lstStyle/>
        <a:p>
          <a:endParaRPr lang="en-US"/>
        </a:p>
      </dgm:t>
    </dgm:pt>
    <dgm:pt modelId="{8B9873ED-72EB-4976-9983-94A0FD1225D0}" type="sibTrans" cxnId="{355CE89F-1131-4C93-96D6-3A3BE58DDBCB}">
      <dgm:prSet/>
      <dgm:spPr/>
      <dgm:t>
        <a:bodyPr/>
        <a:lstStyle/>
        <a:p>
          <a:endParaRPr lang="en-US"/>
        </a:p>
      </dgm:t>
    </dgm:pt>
    <dgm:pt modelId="{A76F73CA-3F68-4C29-A6FB-15E43B8B8018}" type="pres">
      <dgm:prSet presAssocID="{26D1BA98-03FC-4139-A9E8-B2316B2F18F0}" presName="vert0" presStyleCnt="0">
        <dgm:presLayoutVars>
          <dgm:dir/>
          <dgm:animOne val="branch"/>
          <dgm:animLvl val="lvl"/>
        </dgm:presLayoutVars>
      </dgm:prSet>
      <dgm:spPr/>
    </dgm:pt>
    <dgm:pt modelId="{3BE85B38-76D6-4016-92E6-D9DBE08C2D1D}" type="pres">
      <dgm:prSet presAssocID="{5F3C8231-A7A1-4D9D-9702-6DDDAD387695}" presName="thickLine" presStyleLbl="alignNode1" presStyleIdx="0" presStyleCnt="7"/>
      <dgm:spPr/>
    </dgm:pt>
    <dgm:pt modelId="{EE33B44B-206D-4951-860B-7CA5A76BA428}" type="pres">
      <dgm:prSet presAssocID="{5F3C8231-A7A1-4D9D-9702-6DDDAD387695}" presName="horz1" presStyleCnt="0"/>
      <dgm:spPr/>
    </dgm:pt>
    <dgm:pt modelId="{457FEC65-8218-4DBD-BA86-49FBE56CAFE7}" type="pres">
      <dgm:prSet presAssocID="{5F3C8231-A7A1-4D9D-9702-6DDDAD387695}" presName="tx1" presStyleLbl="revTx" presStyleIdx="0" presStyleCnt="7"/>
      <dgm:spPr/>
    </dgm:pt>
    <dgm:pt modelId="{1C5F0591-0DB2-4584-A71E-B0EF014A461C}" type="pres">
      <dgm:prSet presAssocID="{5F3C8231-A7A1-4D9D-9702-6DDDAD387695}" presName="vert1" presStyleCnt="0"/>
      <dgm:spPr/>
    </dgm:pt>
    <dgm:pt modelId="{2E2ADACF-9A8F-43EB-867F-004728DD5E10}" type="pres">
      <dgm:prSet presAssocID="{AE89337B-A93A-462E-A3D0-B2E3F9D185DC}" presName="thickLine" presStyleLbl="alignNode1" presStyleIdx="1" presStyleCnt="7"/>
      <dgm:spPr/>
    </dgm:pt>
    <dgm:pt modelId="{EFC5B731-9DF9-4DD6-84B1-334BF0B7ECAC}" type="pres">
      <dgm:prSet presAssocID="{AE89337B-A93A-462E-A3D0-B2E3F9D185DC}" presName="horz1" presStyleCnt="0"/>
      <dgm:spPr/>
    </dgm:pt>
    <dgm:pt modelId="{92AE55E7-9A24-409B-90C8-847F60C5301C}" type="pres">
      <dgm:prSet presAssocID="{AE89337B-A93A-462E-A3D0-B2E3F9D185DC}" presName="tx1" presStyleLbl="revTx" presStyleIdx="1" presStyleCnt="7"/>
      <dgm:spPr/>
    </dgm:pt>
    <dgm:pt modelId="{DF3CE430-5096-4EF3-A03B-ABFB0DBB96DF}" type="pres">
      <dgm:prSet presAssocID="{AE89337B-A93A-462E-A3D0-B2E3F9D185DC}" presName="vert1" presStyleCnt="0"/>
      <dgm:spPr/>
    </dgm:pt>
    <dgm:pt modelId="{8EACE392-62E2-4D19-AB0A-949167886BBA}" type="pres">
      <dgm:prSet presAssocID="{69203EA6-F63D-465C-ACA3-DA5CE454E1F2}" presName="thickLine" presStyleLbl="alignNode1" presStyleIdx="2" presStyleCnt="7"/>
      <dgm:spPr/>
    </dgm:pt>
    <dgm:pt modelId="{61499C78-A603-4077-AC04-BF109B907D72}" type="pres">
      <dgm:prSet presAssocID="{69203EA6-F63D-465C-ACA3-DA5CE454E1F2}" presName="horz1" presStyleCnt="0"/>
      <dgm:spPr/>
    </dgm:pt>
    <dgm:pt modelId="{421DD9FE-D752-455B-9AFD-167F4D452322}" type="pres">
      <dgm:prSet presAssocID="{69203EA6-F63D-465C-ACA3-DA5CE454E1F2}" presName="tx1" presStyleLbl="revTx" presStyleIdx="2" presStyleCnt="7"/>
      <dgm:spPr/>
    </dgm:pt>
    <dgm:pt modelId="{B86D2705-974C-4BA4-848A-1E196D4F63F3}" type="pres">
      <dgm:prSet presAssocID="{69203EA6-F63D-465C-ACA3-DA5CE454E1F2}" presName="vert1" presStyleCnt="0"/>
      <dgm:spPr/>
    </dgm:pt>
    <dgm:pt modelId="{F62E0F80-4690-44DD-847B-7F6A3F824A90}" type="pres">
      <dgm:prSet presAssocID="{D0008C27-1F5D-4B29-A5FF-AA090D80983D}" presName="thickLine" presStyleLbl="alignNode1" presStyleIdx="3" presStyleCnt="7"/>
      <dgm:spPr/>
    </dgm:pt>
    <dgm:pt modelId="{DFAA2F02-3D41-41F5-9D47-0F2DC1116D8B}" type="pres">
      <dgm:prSet presAssocID="{D0008C27-1F5D-4B29-A5FF-AA090D80983D}" presName="horz1" presStyleCnt="0"/>
      <dgm:spPr/>
    </dgm:pt>
    <dgm:pt modelId="{0421B00E-4434-449E-A6D1-C16DFD10B6EF}" type="pres">
      <dgm:prSet presAssocID="{D0008C27-1F5D-4B29-A5FF-AA090D80983D}" presName="tx1" presStyleLbl="revTx" presStyleIdx="3" presStyleCnt="7"/>
      <dgm:spPr/>
    </dgm:pt>
    <dgm:pt modelId="{6439D93B-8A07-44D5-BAED-72C99866E3A6}" type="pres">
      <dgm:prSet presAssocID="{D0008C27-1F5D-4B29-A5FF-AA090D80983D}" presName="vert1" presStyleCnt="0"/>
      <dgm:spPr/>
    </dgm:pt>
    <dgm:pt modelId="{DE6BA414-F804-4EF4-8794-F116FAEDD598}" type="pres">
      <dgm:prSet presAssocID="{7EB8B9B9-EFB5-4C3B-B074-278DCDE5EF3D}" presName="thickLine" presStyleLbl="alignNode1" presStyleIdx="4" presStyleCnt="7"/>
      <dgm:spPr/>
    </dgm:pt>
    <dgm:pt modelId="{1E09EEC9-F0E5-4494-9E69-E0F9FF88F18D}" type="pres">
      <dgm:prSet presAssocID="{7EB8B9B9-EFB5-4C3B-B074-278DCDE5EF3D}" presName="horz1" presStyleCnt="0"/>
      <dgm:spPr/>
    </dgm:pt>
    <dgm:pt modelId="{741618E2-8283-4C99-93D2-5352DE3B70A5}" type="pres">
      <dgm:prSet presAssocID="{7EB8B9B9-EFB5-4C3B-B074-278DCDE5EF3D}" presName="tx1" presStyleLbl="revTx" presStyleIdx="4" presStyleCnt="7"/>
      <dgm:spPr/>
    </dgm:pt>
    <dgm:pt modelId="{7CF0A1F8-1273-4D7B-B809-B538DE8B945D}" type="pres">
      <dgm:prSet presAssocID="{7EB8B9B9-EFB5-4C3B-B074-278DCDE5EF3D}" presName="vert1" presStyleCnt="0"/>
      <dgm:spPr/>
    </dgm:pt>
    <dgm:pt modelId="{39A0816D-DC1B-4A7D-B196-15F0CC3357A7}" type="pres">
      <dgm:prSet presAssocID="{E11D06C5-DB8D-4CE8-8ABC-50C2A7CD99AB}" presName="thickLine" presStyleLbl="alignNode1" presStyleIdx="5" presStyleCnt="7"/>
      <dgm:spPr/>
    </dgm:pt>
    <dgm:pt modelId="{F7CDBA73-466B-4AE9-991D-835381B130DE}" type="pres">
      <dgm:prSet presAssocID="{E11D06C5-DB8D-4CE8-8ABC-50C2A7CD99AB}" presName="horz1" presStyleCnt="0"/>
      <dgm:spPr/>
    </dgm:pt>
    <dgm:pt modelId="{530DF911-4446-4A28-9F02-C9F6EC23A7E7}" type="pres">
      <dgm:prSet presAssocID="{E11D06C5-DB8D-4CE8-8ABC-50C2A7CD99AB}" presName="tx1" presStyleLbl="revTx" presStyleIdx="5" presStyleCnt="7"/>
      <dgm:spPr/>
    </dgm:pt>
    <dgm:pt modelId="{1BE4C299-7560-48BF-AD12-DE4DA1C04B63}" type="pres">
      <dgm:prSet presAssocID="{E11D06C5-DB8D-4CE8-8ABC-50C2A7CD99AB}" presName="vert1" presStyleCnt="0"/>
      <dgm:spPr/>
    </dgm:pt>
    <dgm:pt modelId="{206C6913-5861-46EF-ABC1-DCBDBFDC6A47}" type="pres">
      <dgm:prSet presAssocID="{8AF296F9-1BA0-45EF-B018-21229543C0B3}" presName="thickLine" presStyleLbl="alignNode1" presStyleIdx="6" presStyleCnt="7"/>
      <dgm:spPr/>
    </dgm:pt>
    <dgm:pt modelId="{D3EED7B8-6EA4-403E-9C89-D1DDB0EC4A1A}" type="pres">
      <dgm:prSet presAssocID="{8AF296F9-1BA0-45EF-B018-21229543C0B3}" presName="horz1" presStyleCnt="0"/>
      <dgm:spPr/>
    </dgm:pt>
    <dgm:pt modelId="{29C9FAA6-9CBD-43D0-ADFD-41901DA4EFA5}" type="pres">
      <dgm:prSet presAssocID="{8AF296F9-1BA0-45EF-B018-21229543C0B3}" presName="tx1" presStyleLbl="revTx" presStyleIdx="6" presStyleCnt="7"/>
      <dgm:spPr/>
    </dgm:pt>
    <dgm:pt modelId="{7273AA82-41B0-466E-B57D-F343C32028A5}" type="pres">
      <dgm:prSet presAssocID="{8AF296F9-1BA0-45EF-B018-21229543C0B3}" presName="vert1" presStyleCnt="0"/>
      <dgm:spPr/>
    </dgm:pt>
  </dgm:ptLst>
  <dgm:cxnLst>
    <dgm:cxn modelId="{C69A035F-32C9-480F-B9AB-054D02203222}" type="presOf" srcId="{E11D06C5-DB8D-4CE8-8ABC-50C2A7CD99AB}" destId="{530DF911-4446-4A28-9F02-C9F6EC23A7E7}" srcOrd="0" destOrd="0" presId="urn:microsoft.com/office/officeart/2008/layout/LinedList"/>
    <dgm:cxn modelId="{11204E62-395D-4EEA-A6BB-9C389DF6E6F3}" srcId="{26D1BA98-03FC-4139-A9E8-B2316B2F18F0}" destId="{D0008C27-1F5D-4B29-A5FF-AA090D80983D}" srcOrd="3" destOrd="0" parTransId="{B4204688-3E4A-41EC-8E70-4E7AD5454111}" sibTransId="{925BF1AE-AEB7-4569-9B69-8ED3BF0857D1}"/>
    <dgm:cxn modelId="{2111C86D-259D-4BB5-88E1-73640B8D8EFF}" type="presOf" srcId="{7EB8B9B9-EFB5-4C3B-B074-278DCDE5EF3D}" destId="{741618E2-8283-4C99-93D2-5352DE3B70A5}" srcOrd="0" destOrd="0" presId="urn:microsoft.com/office/officeart/2008/layout/LinedList"/>
    <dgm:cxn modelId="{B7F1BC56-49DF-4D4C-AD24-4644F8BF448E}" srcId="{26D1BA98-03FC-4139-A9E8-B2316B2F18F0}" destId="{AE89337B-A93A-462E-A3D0-B2E3F9D185DC}" srcOrd="1" destOrd="0" parTransId="{75386F9D-1558-4F5B-AECC-2B9B0CB2437F}" sibTransId="{5C6ABA61-22CA-4117-978B-0E5D8BA13D42}"/>
    <dgm:cxn modelId="{4CD18957-0051-4FF3-BB3C-54816DF968D8}" type="presOf" srcId="{D0008C27-1F5D-4B29-A5FF-AA090D80983D}" destId="{0421B00E-4434-449E-A6D1-C16DFD10B6EF}" srcOrd="0" destOrd="0" presId="urn:microsoft.com/office/officeart/2008/layout/LinedList"/>
    <dgm:cxn modelId="{AFD21F87-C398-4636-A7D8-FBB43CE02CAC}" type="presOf" srcId="{26D1BA98-03FC-4139-A9E8-B2316B2F18F0}" destId="{A76F73CA-3F68-4C29-A6FB-15E43B8B8018}" srcOrd="0" destOrd="0" presId="urn:microsoft.com/office/officeart/2008/layout/LinedList"/>
    <dgm:cxn modelId="{5873F58C-0C5B-46F2-9DB3-0D007D651D92}" srcId="{26D1BA98-03FC-4139-A9E8-B2316B2F18F0}" destId="{5F3C8231-A7A1-4D9D-9702-6DDDAD387695}" srcOrd="0" destOrd="0" parTransId="{162C630B-CB41-4269-AD79-7988076B39EB}" sibTransId="{58917528-E87A-483A-B254-260A1324CF34}"/>
    <dgm:cxn modelId="{355CE89F-1131-4C93-96D6-3A3BE58DDBCB}" srcId="{26D1BA98-03FC-4139-A9E8-B2316B2F18F0}" destId="{8AF296F9-1BA0-45EF-B018-21229543C0B3}" srcOrd="6" destOrd="0" parTransId="{DEF63F6A-F0F2-4A9D-8ABC-10ED87C6A244}" sibTransId="{8B9873ED-72EB-4976-9983-94A0FD1225D0}"/>
    <dgm:cxn modelId="{56BD7AA2-BEAD-41A7-B882-D86926A6CA26}" srcId="{26D1BA98-03FC-4139-A9E8-B2316B2F18F0}" destId="{69203EA6-F63D-465C-ACA3-DA5CE454E1F2}" srcOrd="2" destOrd="0" parTransId="{0CA97054-1D66-4F7E-9DB5-C5B48BB6B3DF}" sibTransId="{135AAA9C-CBBC-46C4-94BE-B85F283FC3F9}"/>
    <dgm:cxn modelId="{1DFDD5AC-0A25-4E1B-902E-36CB45BFF208}" type="presOf" srcId="{69203EA6-F63D-465C-ACA3-DA5CE454E1F2}" destId="{421DD9FE-D752-455B-9AFD-167F4D452322}" srcOrd="0" destOrd="0" presId="urn:microsoft.com/office/officeart/2008/layout/LinedList"/>
    <dgm:cxn modelId="{927685AE-CF73-4652-9A15-732D7D21CCA0}" type="presOf" srcId="{5F3C8231-A7A1-4D9D-9702-6DDDAD387695}" destId="{457FEC65-8218-4DBD-BA86-49FBE56CAFE7}" srcOrd="0" destOrd="0" presId="urn:microsoft.com/office/officeart/2008/layout/LinedList"/>
    <dgm:cxn modelId="{EA301FB6-AC51-4323-9768-8ADA4437A4FE}" type="presOf" srcId="{AE89337B-A93A-462E-A3D0-B2E3F9D185DC}" destId="{92AE55E7-9A24-409B-90C8-847F60C5301C}" srcOrd="0" destOrd="0" presId="urn:microsoft.com/office/officeart/2008/layout/LinedList"/>
    <dgm:cxn modelId="{B83ECCC4-9BFB-4AC5-9C97-4FAAB1526CCD}" srcId="{26D1BA98-03FC-4139-A9E8-B2316B2F18F0}" destId="{7EB8B9B9-EFB5-4C3B-B074-278DCDE5EF3D}" srcOrd="4" destOrd="0" parTransId="{BC641848-5822-4B78-92C9-D9C357FC0F62}" sibTransId="{0C447957-6C90-4476-9D74-4D30117B612A}"/>
    <dgm:cxn modelId="{2AC003D2-B213-4126-B5D5-24B57466459D}" type="presOf" srcId="{8AF296F9-1BA0-45EF-B018-21229543C0B3}" destId="{29C9FAA6-9CBD-43D0-ADFD-41901DA4EFA5}" srcOrd="0" destOrd="0" presId="urn:microsoft.com/office/officeart/2008/layout/LinedList"/>
    <dgm:cxn modelId="{BA441EEA-1A1F-48EF-81D4-D63F2058BA28}" srcId="{26D1BA98-03FC-4139-A9E8-B2316B2F18F0}" destId="{E11D06C5-DB8D-4CE8-8ABC-50C2A7CD99AB}" srcOrd="5" destOrd="0" parTransId="{7F1AEF32-A3DC-4877-B8DC-0394AECD6E3B}" sibTransId="{60A93C38-2713-447C-9090-997541DEBFF1}"/>
    <dgm:cxn modelId="{10DC604F-4799-4B91-961B-26847ED225A8}" type="presParOf" srcId="{A76F73CA-3F68-4C29-A6FB-15E43B8B8018}" destId="{3BE85B38-76D6-4016-92E6-D9DBE08C2D1D}" srcOrd="0" destOrd="0" presId="urn:microsoft.com/office/officeart/2008/layout/LinedList"/>
    <dgm:cxn modelId="{D32EBCB8-35E6-43C4-9482-6C30B8DDA776}" type="presParOf" srcId="{A76F73CA-3F68-4C29-A6FB-15E43B8B8018}" destId="{EE33B44B-206D-4951-860B-7CA5A76BA428}" srcOrd="1" destOrd="0" presId="urn:microsoft.com/office/officeart/2008/layout/LinedList"/>
    <dgm:cxn modelId="{7C9DF9AD-408D-40BA-A24D-E5FA66014C57}" type="presParOf" srcId="{EE33B44B-206D-4951-860B-7CA5A76BA428}" destId="{457FEC65-8218-4DBD-BA86-49FBE56CAFE7}" srcOrd="0" destOrd="0" presId="urn:microsoft.com/office/officeart/2008/layout/LinedList"/>
    <dgm:cxn modelId="{AB6614ED-402A-494C-9BC2-8A3A000432C3}" type="presParOf" srcId="{EE33B44B-206D-4951-860B-7CA5A76BA428}" destId="{1C5F0591-0DB2-4584-A71E-B0EF014A461C}" srcOrd="1" destOrd="0" presId="urn:microsoft.com/office/officeart/2008/layout/LinedList"/>
    <dgm:cxn modelId="{1DA57DD8-3CD8-4DF5-8878-C175C0CEB5CF}" type="presParOf" srcId="{A76F73CA-3F68-4C29-A6FB-15E43B8B8018}" destId="{2E2ADACF-9A8F-43EB-867F-004728DD5E10}" srcOrd="2" destOrd="0" presId="urn:microsoft.com/office/officeart/2008/layout/LinedList"/>
    <dgm:cxn modelId="{C2F8DF55-743E-4E5D-9733-38853F1D190C}" type="presParOf" srcId="{A76F73CA-3F68-4C29-A6FB-15E43B8B8018}" destId="{EFC5B731-9DF9-4DD6-84B1-334BF0B7ECAC}" srcOrd="3" destOrd="0" presId="urn:microsoft.com/office/officeart/2008/layout/LinedList"/>
    <dgm:cxn modelId="{AE5EDF18-6932-4189-B91D-D244813A6946}" type="presParOf" srcId="{EFC5B731-9DF9-4DD6-84B1-334BF0B7ECAC}" destId="{92AE55E7-9A24-409B-90C8-847F60C5301C}" srcOrd="0" destOrd="0" presId="urn:microsoft.com/office/officeart/2008/layout/LinedList"/>
    <dgm:cxn modelId="{7D4DE271-79A9-4AB6-B06B-A9F3094DD173}" type="presParOf" srcId="{EFC5B731-9DF9-4DD6-84B1-334BF0B7ECAC}" destId="{DF3CE430-5096-4EF3-A03B-ABFB0DBB96DF}" srcOrd="1" destOrd="0" presId="urn:microsoft.com/office/officeart/2008/layout/LinedList"/>
    <dgm:cxn modelId="{D9F30D50-4318-4136-8725-F3858AAFA2FF}" type="presParOf" srcId="{A76F73CA-3F68-4C29-A6FB-15E43B8B8018}" destId="{8EACE392-62E2-4D19-AB0A-949167886BBA}" srcOrd="4" destOrd="0" presId="urn:microsoft.com/office/officeart/2008/layout/LinedList"/>
    <dgm:cxn modelId="{FDDE25C9-00FB-499F-A6D4-22868E94A2E0}" type="presParOf" srcId="{A76F73CA-3F68-4C29-A6FB-15E43B8B8018}" destId="{61499C78-A603-4077-AC04-BF109B907D72}" srcOrd="5" destOrd="0" presId="urn:microsoft.com/office/officeart/2008/layout/LinedList"/>
    <dgm:cxn modelId="{5BF921CA-A41E-4012-B369-BAD40774B116}" type="presParOf" srcId="{61499C78-A603-4077-AC04-BF109B907D72}" destId="{421DD9FE-D752-455B-9AFD-167F4D452322}" srcOrd="0" destOrd="0" presId="urn:microsoft.com/office/officeart/2008/layout/LinedList"/>
    <dgm:cxn modelId="{A2ACB6F5-6495-4467-A17C-982FF717CEDB}" type="presParOf" srcId="{61499C78-A603-4077-AC04-BF109B907D72}" destId="{B86D2705-974C-4BA4-848A-1E196D4F63F3}" srcOrd="1" destOrd="0" presId="urn:microsoft.com/office/officeart/2008/layout/LinedList"/>
    <dgm:cxn modelId="{7C31B3D7-2910-482D-9736-2B01C9ACCD81}" type="presParOf" srcId="{A76F73CA-3F68-4C29-A6FB-15E43B8B8018}" destId="{F62E0F80-4690-44DD-847B-7F6A3F824A90}" srcOrd="6" destOrd="0" presId="urn:microsoft.com/office/officeart/2008/layout/LinedList"/>
    <dgm:cxn modelId="{D22A9E1F-1C80-42B6-9011-D08624A40392}" type="presParOf" srcId="{A76F73CA-3F68-4C29-A6FB-15E43B8B8018}" destId="{DFAA2F02-3D41-41F5-9D47-0F2DC1116D8B}" srcOrd="7" destOrd="0" presId="urn:microsoft.com/office/officeart/2008/layout/LinedList"/>
    <dgm:cxn modelId="{E569335D-07B9-4487-B1C7-CB3F71B0C2F3}" type="presParOf" srcId="{DFAA2F02-3D41-41F5-9D47-0F2DC1116D8B}" destId="{0421B00E-4434-449E-A6D1-C16DFD10B6EF}" srcOrd="0" destOrd="0" presId="urn:microsoft.com/office/officeart/2008/layout/LinedList"/>
    <dgm:cxn modelId="{49ACA472-DA3D-49FC-9808-C261644E805B}" type="presParOf" srcId="{DFAA2F02-3D41-41F5-9D47-0F2DC1116D8B}" destId="{6439D93B-8A07-44D5-BAED-72C99866E3A6}" srcOrd="1" destOrd="0" presId="urn:microsoft.com/office/officeart/2008/layout/LinedList"/>
    <dgm:cxn modelId="{4B8475FC-EF39-46D5-92D2-85C2BAEED031}" type="presParOf" srcId="{A76F73CA-3F68-4C29-A6FB-15E43B8B8018}" destId="{DE6BA414-F804-4EF4-8794-F116FAEDD598}" srcOrd="8" destOrd="0" presId="urn:microsoft.com/office/officeart/2008/layout/LinedList"/>
    <dgm:cxn modelId="{C110460F-3DAD-436C-B489-5FD8BC3ADBE1}" type="presParOf" srcId="{A76F73CA-3F68-4C29-A6FB-15E43B8B8018}" destId="{1E09EEC9-F0E5-4494-9E69-E0F9FF88F18D}" srcOrd="9" destOrd="0" presId="urn:microsoft.com/office/officeart/2008/layout/LinedList"/>
    <dgm:cxn modelId="{0E297F82-0B8B-4895-9526-5C45041A0108}" type="presParOf" srcId="{1E09EEC9-F0E5-4494-9E69-E0F9FF88F18D}" destId="{741618E2-8283-4C99-93D2-5352DE3B70A5}" srcOrd="0" destOrd="0" presId="urn:microsoft.com/office/officeart/2008/layout/LinedList"/>
    <dgm:cxn modelId="{4F37A641-3E8B-45FD-9C0C-A70DA7CC19D6}" type="presParOf" srcId="{1E09EEC9-F0E5-4494-9E69-E0F9FF88F18D}" destId="{7CF0A1F8-1273-4D7B-B809-B538DE8B945D}" srcOrd="1" destOrd="0" presId="urn:microsoft.com/office/officeart/2008/layout/LinedList"/>
    <dgm:cxn modelId="{6D30164C-A69C-4B07-8FFF-EEAE6AF259B8}" type="presParOf" srcId="{A76F73CA-3F68-4C29-A6FB-15E43B8B8018}" destId="{39A0816D-DC1B-4A7D-B196-15F0CC3357A7}" srcOrd="10" destOrd="0" presId="urn:microsoft.com/office/officeart/2008/layout/LinedList"/>
    <dgm:cxn modelId="{AB944441-9BDD-4312-A90D-F675FE9D20B6}" type="presParOf" srcId="{A76F73CA-3F68-4C29-A6FB-15E43B8B8018}" destId="{F7CDBA73-466B-4AE9-991D-835381B130DE}" srcOrd="11" destOrd="0" presId="urn:microsoft.com/office/officeart/2008/layout/LinedList"/>
    <dgm:cxn modelId="{0E0C9320-AABF-411B-A326-3CB2EE75546A}" type="presParOf" srcId="{F7CDBA73-466B-4AE9-991D-835381B130DE}" destId="{530DF911-4446-4A28-9F02-C9F6EC23A7E7}" srcOrd="0" destOrd="0" presId="urn:microsoft.com/office/officeart/2008/layout/LinedList"/>
    <dgm:cxn modelId="{12BA7C35-1D8B-478D-B99C-A766FD012A30}" type="presParOf" srcId="{F7CDBA73-466B-4AE9-991D-835381B130DE}" destId="{1BE4C299-7560-48BF-AD12-DE4DA1C04B63}" srcOrd="1" destOrd="0" presId="urn:microsoft.com/office/officeart/2008/layout/LinedList"/>
    <dgm:cxn modelId="{7DF41E42-5A40-456A-8457-2B5D852B811C}" type="presParOf" srcId="{A76F73CA-3F68-4C29-A6FB-15E43B8B8018}" destId="{206C6913-5861-46EF-ABC1-DCBDBFDC6A47}" srcOrd="12" destOrd="0" presId="urn:microsoft.com/office/officeart/2008/layout/LinedList"/>
    <dgm:cxn modelId="{902CAA80-7521-4701-BA5B-5B93A250CE9D}" type="presParOf" srcId="{A76F73CA-3F68-4C29-A6FB-15E43B8B8018}" destId="{D3EED7B8-6EA4-403E-9C89-D1DDB0EC4A1A}" srcOrd="13" destOrd="0" presId="urn:microsoft.com/office/officeart/2008/layout/LinedList"/>
    <dgm:cxn modelId="{D1F4D087-7DCF-4B7F-A2D8-B3EBFD38AD7B}" type="presParOf" srcId="{D3EED7B8-6EA4-403E-9C89-D1DDB0EC4A1A}" destId="{29C9FAA6-9CBD-43D0-ADFD-41901DA4EFA5}" srcOrd="0" destOrd="0" presId="urn:microsoft.com/office/officeart/2008/layout/LinedList"/>
    <dgm:cxn modelId="{10DEDC15-2620-4656-901F-F9B8C817866F}" type="presParOf" srcId="{D3EED7B8-6EA4-403E-9C89-D1DDB0EC4A1A}" destId="{7273AA82-41B0-466E-B57D-F343C32028A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4F087C4-1D07-4ED3-B654-1B8F2A34C752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4ABD251-68F3-4078-BDE6-6D5C56D40132}">
      <dgm:prSet/>
      <dgm:spPr/>
      <dgm:t>
        <a:bodyPr/>
        <a:lstStyle/>
        <a:p>
          <a:r>
            <a:rPr lang="en-US" b="1" i="0" baseline="0"/>
            <a:t>Dataset</a:t>
          </a:r>
          <a:r>
            <a:rPr lang="en-US" b="0" i="0" baseline="0"/>
            <a:t>: UCI Heart Disease (303 patients, 14 risk factors)</a:t>
          </a:r>
          <a:endParaRPr lang="en-US"/>
        </a:p>
      </dgm:t>
    </dgm:pt>
    <dgm:pt modelId="{7EE8B8D3-D26E-48A0-AE83-65D0439CD9A9}" type="parTrans" cxnId="{377F29A3-02BE-4EE9-A26C-1AD5EC005BEC}">
      <dgm:prSet/>
      <dgm:spPr/>
      <dgm:t>
        <a:bodyPr/>
        <a:lstStyle/>
        <a:p>
          <a:endParaRPr lang="en-US"/>
        </a:p>
      </dgm:t>
    </dgm:pt>
    <dgm:pt modelId="{4A8CEF52-DBDC-4D3D-881A-D9F79EACE1A9}" type="sibTrans" cxnId="{377F29A3-02BE-4EE9-A26C-1AD5EC005BEC}">
      <dgm:prSet/>
      <dgm:spPr/>
      <dgm:t>
        <a:bodyPr/>
        <a:lstStyle/>
        <a:p>
          <a:endParaRPr lang="en-US"/>
        </a:p>
      </dgm:t>
    </dgm:pt>
    <dgm:pt modelId="{218CE506-FA03-49DC-A381-8EB797EDF939}">
      <dgm:prSet/>
      <dgm:spPr/>
      <dgm:t>
        <a:bodyPr/>
        <a:lstStyle/>
        <a:p>
          <a:r>
            <a:rPr lang="en-US" b="1" i="0" baseline="0"/>
            <a:t>Task</a:t>
          </a:r>
          <a:r>
            <a:rPr lang="en-US" b="0" i="0" baseline="0"/>
            <a:t>: predict presence (1) vs absence (0) of disease</a:t>
          </a:r>
          <a:endParaRPr lang="en-US"/>
        </a:p>
      </dgm:t>
    </dgm:pt>
    <dgm:pt modelId="{8393128B-9F80-45BE-B61D-9784BCDE1C11}" type="parTrans" cxnId="{C8D35C4E-7692-4EED-8E96-0228BF35B215}">
      <dgm:prSet/>
      <dgm:spPr/>
      <dgm:t>
        <a:bodyPr/>
        <a:lstStyle/>
        <a:p>
          <a:endParaRPr lang="en-US"/>
        </a:p>
      </dgm:t>
    </dgm:pt>
    <dgm:pt modelId="{85B0E53C-3D9E-453F-8101-4F3C81C6058E}" type="sibTrans" cxnId="{C8D35C4E-7692-4EED-8E96-0228BF35B215}">
      <dgm:prSet/>
      <dgm:spPr/>
      <dgm:t>
        <a:bodyPr/>
        <a:lstStyle/>
        <a:p>
          <a:endParaRPr lang="en-US"/>
        </a:p>
      </dgm:t>
    </dgm:pt>
    <dgm:pt modelId="{AA81507E-0453-4580-A6DF-F0C926C933AC}">
      <dgm:prSet/>
      <dgm:spPr/>
      <dgm:t>
        <a:bodyPr/>
        <a:lstStyle/>
        <a:p>
          <a:r>
            <a:rPr lang="en-US" b="1" i="0" baseline="0"/>
            <a:t>Preprocessing</a:t>
          </a:r>
          <a:r>
            <a:rPr lang="en-US" b="0" i="0" baseline="0"/>
            <a:t>:</a:t>
          </a:r>
          <a:endParaRPr lang="en-US"/>
        </a:p>
      </dgm:t>
    </dgm:pt>
    <dgm:pt modelId="{F5623D1B-2B5D-408F-8D4C-5703DDB4A098}" type="parTrans" cxnId="{B27A46D3-1D90-4BAA-8BA8-3F13CE2999DD}">
      <dgm:prSet/>
      <dgm:spPr/>
      <dgm:t>
        <a:bodyPr/>
        <a:lstStyle/>
        <a:p>
          <a:endParaRPr lang="en-US"/>
        </a:p>
      </dgm:t>
    </dgm:pt>
    <dgm:pt modelId="{18FDB9B3-8CE1-473C-A1FB-1E51A8ADCEBA}" type="sibTrans" cxnId="{B27A46D3-1D90-4BAA-8BA8-3F13CE2999DD}">
      <dgm:prSet/>
      <dgm:spPr/>
      <dgm:t>
        <a:bodyPr/>
        <a:lstStyle/>
        <a:p>
          <a:endParaRPr lang="en-US"/>
        </a:p>
      </dgm:t>
    </dgm:pt>
    <dgm:pt modelId="{597C2097-A857-4AAC-8AF0-3AC563554AF5}">
      <dgm:prSet/>
      <dgm:spPr/>
      <dgm:t>
        <a:bodyPr/>
        <a:lstStyle/>
        <a:p>
          <a:r>
            <a:rPr lang="en-US" b="0" i="0" baseline="0"/>
            <a:t>Impute missing values (median)</a:t>
          </a:r>
          <a:endParaRPr lang="en-US"/>
        </a:p>
      </dgm:t>
    </dgm:pt>
    <dgm:pt modelId="{D9FF0167-2186-4149-8F21-595C45C1AD6B}" type="parTrans" cxnId="{FF5DA3C3-83F3-4DA0-A943-601EFA24586C}">
      <dgm:prSet/>
      <dgm:spPr/>
      <dgm:t>
        <a:bodyPr/>
        <a:lstStyle/>
        <a:p>
          <a:endParaRPr lang="en-US"/>
        </a:p>
      </dgm:t>
    </dgm:pt>
    <dgm:pt modelId="{0070A5CF-A406-4D22-B4A5-639001EF2EB8}" type="sibTrans" cxnId="{FF5DA3C3-83F3-4DA0-A943-601EFA24586C}">
      <dgm:prSet/>
      <dgm:spPr/>
      <dgm:t>
        <a:bodyPr/>
        <a:lstStyle/>
        <a:p>
          <a:endParaRPr lang="en-US"/>
        </a:p>
      </dgm:t>
    </dgm:pt>
    <dgm:pt modelId="{A3DD2D3C-6990-4F77-AEFD-F571C6B46B24}">
      <dgm:prSet/>
      <dgm:spPr/>
      <dgm:t>
        <a:bodyPr/>
        <a:lstStyle/>
        <a:p>
          <a:r>
            <a:rPr lang="en-US" b="0" i="0" baseline="0"/>
            <a:t>One-hot encode categorical (chest pain, thalassemia)</a:t>
          </a:r>
          <a:endParaRPr lang="en-US"/>
        </a:p>
      </dgm:t>
    </dgm:pt>
    <dgm:pt modelId="{C215A386-3B7F-4386-8B35-9ACFA05A412E}" type="parTrans" cxnId="{2DFC9AF1-BA1E-466E-99A0-99938EC7C98C}">
      <dgm:prSet/>
      <dgm:spPr/>
      <dgm:t>
        <a:bodyPr/>
        <a:lstStyle/>
        <a:p>
          <a:endParaRPr lang="en-US"/>
        </a:p>
      </dgm:t>
    </dgm:pt>
    <dgm:pt modelId="{2ED5578F-6159-48E1-B5F2-791DC2A3757E}" type="sibTrans" cxnId="{2DFC9AF1-BA1E-466E-99A0-99938EC7C98C}">
      <dgm:prSet/>
      <dgm:spPr/>
      <dgm:t>
        <a:bodyPr/>
        <a:lstStyle/>
        <a:p>
          <a:endParaRPr lang="en-US"/>
        </a:p>
      </dgm:t>
    </dgm:pt>
    <dgm:pt modelId="{2299E587-4DFC-4B14-BCCF-9CFC0F017E4C}">
      <dgm:prSet/>
      <dgm:spPr/>
      <dgm:t>
        <a:bodyPr/>
        <a:lstStyle/>
        <a:p>
          <a:r>
            <a:rPr lang="en-US" b="0" i="0" baseline="0"/>
            <a:t>Scale continuous (age, cholesterol, etc.)</a:t>
          </a:r>
          <a:endParaRPr lang="en-US"/>
        </a:p>
      </dgm:t>
    </dgm:pt>
    <dgm:pt modelId="{D204C05C-002B-4DC0-BAB2-624622582316}" type="parTrans" cxnId="{1BC86996-3409-48E5-B97F-E5695D9537FF}">
      <dgm:prSet/>
      <dgm:spPr/>
      <dgm:t>
        <a:bodyPr/>
        <a:lstStyle/>
        <a:p>
          <a:endParaRPr lang="en-US"/>
        </a:p>
      </dgm:t>
    </dgm:pt>
    <dgm:pt modelId="{086E815B-D085-4418-8D19-1D68B108811A}" type="sibTrans" cxnId="{1BC86996-3409-48E5-B97F-E5695D9537FF}">
      <dgm:prSet/>
      <dgm:spPr/>
      <dgm:t>
        <a:bodyPr/>
        <a:lstStyle/>
        <a:p>
          <a:endParaRPr lang="en-US"/>
        </a:p>
      </dgm:t>
    </dgm:pt>
    <dgm:pt modelId="{9029BCCC-8B8B-4CA3-9E00-5BADA5123AB7}">
      <dgm:prSet/>
      <dgm:spPr/>
      <dgm:t>
        <a:bodyPr/>
        <a:lstStyle/>
        <a:p>
          <a:r>
            <a:rPr lang="en-US" b="1" i="0" baseline="0"/>
            <a:t>Models</a:t>
          </a:r>
          <a:r>
            <a:rPr lang="en-US" b="0" i="0" baseline="0"/>
            <a:t>: Logistic Regression, Random Forest, XGBoost</a:t>
          </a:r>
          <a:endParaRPr lang="en-US"/>
        </a:p>
      </dgm:t>
    </dgm:pt>
    <dgm:pt modelId="{B933FFA8-D58F-4647-AF0E-18FA101C0BA4}" type="parTrans" cxnId="{E9A5AD41-9500-45DE-9450-501AB6B0042A}">
      <dgm:prSet/>
      <dgm:spPr/>
      <dgm:t>
        <a:bodyPr/>
        <a:lstStyle/>
        <a:p>
          <a:endParaRPr lang="en-US"/>
        </a:p>
      </dgm:t>
    </dgm:pt>
    <dgm:pt modelId="{601E2BF9-586A-4FAF-A64F-9D0592858CE8}" type="sibTrans" cxnId="{E9A5AD41-9500-45DE-9450-501AB6B0042A}">
      <dgm:prSet/>
      <dgm:spPr/>
      <dgm:t>
        <a:bodyPr/>
        <a:lstStyle/>
        <a:p>
          <a:endParaRPr lang="en-US"/>
        </a:p>
      </dgm:t>
    </dgm:pt>
    <dgm:pt modelId="{5E3C92AF-E6B4-439C-910F-E10BD4C1C36A}">
      <dgm:prSet/>
      <dgm:spPr/>
      <dgm:t>
        <a:bodyPr/>
        <a:lstStyle/>
        <a:p>
          <a:r>
            <a:rPr lang="en-US" b="1" i="0" baseline="0"/>
            <a:t>Results</a:t>
          </a:r>
          <a:r>
            <a:rPr lang="en-US" b="0" i="0" baseline="0"/>
            <a:t>:</a:t>
          </a:r>
          <a:endParaRPr lang="en-US"/>
        </a:p>
      </dgm:t>
    </dgm:pt>
    <dgm:pt modelId="{31A9934E-E53E-4103-812E-8C0589863196}" type="parTrans" cxnId="{5A4DBE2D-C988-42A6-A8AB-C6E5DA4774C9}">
      <dgm:prSet/>
      <dgm:spPr/>
      <dgm:t>
        <a:bodyPr/>
        <a:lstStyle/>
        <a:p>
          <a:endParaRPr lang="en-US"/>
        </a:p>
      </dgm:t>
    </dgm:pt>
    <dgm:pt modelId="{6EE8A327-833F-4825-B79B-75B968BA4360}" type="sibTrans" cxnId="{5A4DBE2D-C988-42A6-A8AB-C6E5DA4774C9}">
      <dgm:prSet/>
      <dgm:spPr/>
      <dgm:t>
        <a:bodyPr/>
        <a:lstStyle/>
        <a:p>
          <a:endParaRPr lang="en-US"/>
        </a:p>
      </dgm:t>
    </dgm:pt>
    <dgm:pt modelId="{720E6B9E-C5F1-4E53-A020-95DF86900D8E}">
      <dgm:prSet/>
      <dgm:spPr/>
      <dgm:t>
        <a:bodyPr/>
        <a:lstStyle/>
        <a:p>
          <a:r>
            <a:rPr lang="en-US" b="1" i="0" baseline="0"/>
            <a:t>XGBoost best</a:t>
          </a:r>
          <a:r>
            <a:rPr lang="en-US" b="0" i="0" baseline="0"/>
            <a:t>: Accuracy 0.85, AUC 0.88</a:t>
          </a:r>
          <a:endParaRPr lang="en-US"/>
        </a:p>
      </dgm:t>
    </dgm:pt>
    <dgm:pt modelId="{66B8FD2D-39A2-479E-9513-F8D9A4916BB7}" type="parTrans" cxnId="{4649C5C1-2911-4903-85B5-214D9D985015}">
      <dgm:prSet/>
      <dgm:spPr/>
      <dgm:t>
        <a:bodyPr/>
        <a:lstStyle/>
        <a:p>
          <a:endParaRPr lang="en-US"/>
        </a:p>
      </dgm:t>
    </dgm:pt>
    <dgm:pt modelId="{15B4D998-754A-4B43-8F7D-E8DE1CEBBBCF}" type="sibTrans" cxnId="{4649C5C1-2911-4903-85B5-214D9D985015}">
      <dgm:prSet/>
      <dgm:spPr/>
      <dgm:t>
        <a:bodyPr/>
        <a:lstStyle/>
        <a:p>
          <a:endParaRPr lang="en-US"/>
        </a:p>
      </dgm:t>
    </dgm:pt>
    <dgm:pt modelId="{A85C1641-AE92-4207-A623-F18B5C9833CC}">
      <dgm:prSet/>
      <dgm:spPr/>
      <dgm:t>
        <a:bodyPr/>
        <a:lstStyle/>
        <a:p>
          <a:r>
            <a:rPr lang="en-US" b="1" i="0" baseline="0"/>
            <a:t>Feature Importance</a:t>
          </a:r>
          <a:r>
            <a:rPr lang="en-US" b="0" i="0" baseline="0"/>
            <a:t>: chest pain type, max heart rate, ST depression</a:t>
          </a:r>
          <a:endParaRPr lang="en-US"/>
        </a:p>
      </dgm:t>
    </dgm:pt>
    <dgm:pt modelId="{DFB78CC1-C133-421F-8A05-180E13CB62FF}" type="parTrans" cxnId="{5EB9C982-419D-4865-A5C4-D915FD6C4A7E}">
      <dgm:prSet/>
      <dgm:spPr/>
      <dgm:t>
        <a:bodyPr/>
        <a:lstStyle/>
        <a:p>
          <a:endParaRPr lang="en-US"/>
        </a:p>
      </dgm:t>
    </dgm:pt>
    <dgm:pt modelId="{73E2F150-AA4F-4C17-A98B-600E5AE6BC05}" type="sibTrans" cxnId="{5EB9C982-419D-4865-A5C4-D915FD6C4A7E}">
      <dgm:prSet/>
      <dgm:spPr/>
      <dgm:t>
        <a:bodyPr/>
        <a:lstStyle/>
        <a:p>
          <a:endParaRPr lang="en-US"/>
        </a:p>
      </dgm:t>
    </dgm:pt>
    <dgm:pt modelId="{0DA18EA2-8399-4408-9F98-AABB670E69DF}" type="pres">
      <dgm:prSet presAssocID="{54F087C4-1D07-4ED3-B654-1B8F2A34C752}" presName="Name0" presStyleCnt="0">
        <dgm:presLayoutVars>
          <dgm:dir/>
          <dgm:resizeHandles val="exact"/>
        </dgm:presLayoutVars>
      </dgm:prSet>
      <dgm:spPr/>
    </dgm:pt>
    <dgm:pt modelId="{0ECC01F7-05FA-4D9A-A38D-94103B7BE57B}" type="pres">
      <dgm:prSet presAssocID="{44ABD251-68F3-4078-BDE6-6D5C56D40132}" presName="node" presStyleLbl="node1" presStyleIdx="0" presStyleCnt="10">
        <dgm:presLayoutVars>
          <dgm:bulletEnabled val="1"/>
        </dgm:presLayoutVars>
      </dgm:prSet>
      <dgm:spPr/>
    </dgm:pt>
    <dgm:pt modelId="{26E42633-FD39-41E9-AEDA-5C42B4597A05}" type="pres">
      <dgm:prSet presAssocID="{4A8CEF52-DBDC-4D3D-881A-D9F79EACE1A9}" presName="sibTrans" presStyleLbl="sibTrans1D1" presStyleIdx="0" presStyleCnt="9"/>
      <dgm:spPr/>
    </dgm:pt>
    <dgm:pt modelId="{4DDBEC1D-5AB9-4678-B87B-1AC18F1A1B74}" type="pres">
      <dgm:prSet presAssocID="{4A8CEF52-DBDC-4D3D-881A-D9F79EACE1A9}" presName="connectorText" presStyleLbl="sibTrans1D1" presStyleIdx="0" presStyleCnt="9"/>
      <dgm:spPr/>
    </dgm:pt>
    <dgm:pt modelId="{1255C854-F22C-4473-B386-E959E962EAFA}" type="pres">
      <dgm:prSet presAssocID="{218CE506-FA03-49DC-A381-8EB797EDF939}" presName="node" presStyleLbl="node1" presStyleIdx="1" presStyleCnt="10">
        <dgm:presLayoutVars>
          <dgm:bulletEnabled val="1"/>
        </dgm:presLayoutVars>
      </dgm:prSet>
      <dgm:spPr/>
    </dgm:pt>
    <dgm:pt modelId="{0A690BA5-D736-4857-9FCD-B142ED1FB098}" type="pres">
      <dgm:prSet presAssocID="{85B0E53C-3D9E-453F-8101-4F3C81C6058E}" presName="sibTrans" presStyleLbl="sibTrans1D1" presStyleIdx="1" presStyleCnt="9"/>
      <dgm:spPr/>
    </dgm:pt>
    <dgm:pt modelId="{6CCC3146-B33D-4566-B07A-ACDEF0A7A6DF}" type="pres">
      <dgm:prSet presAssocID="{85B0E53C-3D9E-453F-8101-4F3C81C6058E}" presName="connectorText" presStyleLbl="sibTrans1D1" presStyleIdx="1" presStyleCnt="9"/>
      <dgm:spPr/>
    </dgm:pt>
    <dgm:pt modelId="{9681AA8F-066B-42A5-B366-F6EA5DEA5BAA}" type="pres">
      <dgm:prSet presAssocID="{AA81507E-0453-4580-A6DF-F0C926C933AC}" presName="node" presStyleLbl="node1" presStyleIdx="2" presStyleCnt="10">
        <dgm:presLayoutVars>
          <dgm:bulletEnabled val="1"/>
        </dgm:presLayoutVars>
      </dgm:prSet>
      <dgm:spPr/>
    </dgm:pt>
    <dgm:pt modelId="{B3184847-1486-4E6A-A54A-016725C7010F}" type="pres">
      <dgm:prSet presAssocID="{18FDB9B3-8CE1-473C-A1FB-1E51A8ADCEBA}" presName="sibTrans" presStyleLbl="sibTrans1D1" presStyleIdx="2" presStyleCnt="9"/>
      <dgm:spPr/>
    </dgm:pt>
    <dgm:pt modelId="{284841CD-287C-4E89-9714-3473F0DDF47D}" type="pres">
      <dgm:prSet presAssocID="{18FDB9B3-8CE1-473C-A1FB-1E51A8ADCEBA}" presName="connectorText" presStyleLbl="sibTrans1D1" presStyleIdx="2" presStyleCnt="9"/>
      <dgm:spPr/>
    </dgm:pt>
    <dgm:pt modelId="{0D0B03B2-EEFC-4506-950E-42EA2AAAEF5B}" type="pres">
      <dgm:prSet presAssocID="{597C2097-A857-4AAC-8AF0-3AC563554AF5}" presName="node" presStyleLbl="node1" presStyleIdx="3" presStyleCnt="10">
        <dgm:presLayoutVars>
          <dgm:bulletEnabled val="1"/>
        </dgm:presLayoutVars>
      </dgm:prSet>
      <dgm:spPr/>
    </dgm:pt>
    <dgm:pt modelId="{BD5EB928-B236-41D3-AD35-63635FF41B15}" type="pres">
      <dgm:prSet presAssocID="{0070A5CF-A406-4D22-B4A5-639001EF2EB8}" presName="sibTrans" presStyleLbl="sibTrans1D1" presStyleIdx="3" presStyleCnt="9"/>
      <dgm:spPr/>
    </dgm:pt>
    <dgm:pt modelId="{1ADE407A-0094-44CB-9F7D-4215B78770F8}" type="pres">
      <dgm:prSet presAssocID="{0070A5CF-A406-4D22-B4A5-639001EF2EB8}" presName="connectorText" presStyleLbl="sibTrans1D1" presStyleIdx="3" presStyleCnt="9"/>
      <dgm:spPr/>
    </dgm:pt>
    <dgm:pt modelId="{4CFFA653-7619-4C7F-86DF-F21FD74EC1F9}" type="pres">
      <dgm:prSet presAssocID="{A3DD2D3C-6990-4F77-AEFD-F571C6B46B24}" presName="node" presStyleLbl="node1" presStyleIdx="4" presStyleCnt="10">
        <dgm:presLayoutVars>
          <dgm:bulletEnabled val="1"/>
        </dgm:presLayoutVars>
      </dgm:prSet>
      <dgm:spPr/>
    </dgm:pt>
    <dgm:pt modelId="{C1F89E18-63FC-4825-970B-186818CBC967}" type="pres">
      <dgm:prSet presAssocID="{2ED5578F-6159-48E1-B5F2-791DC2A3757E}" presName="sibTrans" presStyleLbl="sibTrans1D1" presStyleIdx="4" presStyleCnt="9"/>
      <dgm:spPr/>
    </dgm:pt>
    <dgm:pt modelId="{90AD2311-0EE1-487C-91A2-77CFF6CD591F}" type="pres">
      <dgm:prSet presAssocID="{2ED5578F-6159-48E1-B5F2-791DC2A3757E}" presName="connectorText" presStyleLbl="sibTrans1D1" presStyleIdx="4" presStyleCnt="9"/>
      <dgm:spPr/>
    </dgm:pt>
    <dgm:pt modelId="{097292E6-CFF5-46F8-96F5-B706294BDE88}" type="pres">
      <dgm:prSet presAssocID="{2299E587-4DFC-4B14-BCCF-9CFC0F017E4C}" presName="node" presStyleLbl="node1" presStyleIdx="5" presStyleCnt="10">
        <dgm:presLayoutVars>
          <dgm:bulletEnabled val="1"/>
        </dgm:presLayoutVars>
      </dgm:prSet>
      <dgm:spPr/>
    </dgm:pt>
    <dgm:pt modelId="{EEBAD5DF-20FA-4A3B-9ED7-EEDC594BF914}" type="pres">
      <dgm:prSet presAssocID="{086E815B-D085-4418-8D19-1D68B108811A}" presName="sibTrans" presStyleLbl="sibTrans1D1" presStyleIdx="5" presStyleCnt="9"/>
      <dgm:spPr/>
    </dgm:pt>
    <dgm:pt modelId="{E3EEC80D-D539-4DCA-A33A-87A314C53262}" type="pres">
      <dgm:prSet presAssocID="{086E815B-D085-4418-8D19-1D68B108811A}" presName="connectorText" presStyleLbl="sibTrans1D1" presStyleIdx="5" presStyleCnt="9"/>
      <dgm:spPr/>
    </dgm:pt>
    <dgm:pt modelId="{D043F954-50BA-43EE-BB03-08EC294F897D}" type="pres">
      <dgm:prSet presAssocID="{9029BCCC-8B8B-4CA3-9E00-5BADA5123AB7}" presName="node" presStyleLbl="node1" presStyleIdx="6" presStyleCnt="10">
        <dgm:presLayoutVars>
          <dgm:bulletEnabled val="1"/>
        </dgm:presLayoutVars>
      </dgm:prSet>
      <dgm:spPr/>
    </dgm:pt>
    <dgm:pt modelId="{E78D6741-5283-4441-8116-FA0F7E5604A6}" type="pres">
      <dgm:prSet presAssocID="{601E2BF9-586A-4FAF-A64F-9D0592858CE8}" presName="sibTrans" presStyleLbl="sibTrans1D1" presStyleIdx="6" presStyleCnt="9"/>
      <dgm:spPr/>
    </dgm:pt>
    <dgm:pt modelId="{CF5FF1D7-2C01-4E76-8FDF-32367DC2748E}" type="pres">
      <dgm:prSet presAssocID="{601E2BF9-586A-4FAF-A64F-9D0592858CE8}" presName="connectorText" presStyleLbl="sibTrans1D1" presStyleIdx="6" presStyleCnt="9"/>
      <dgm:spPr/>
    </dgm:pt>
    <dgm:pt modelId="{CE8C9C7D-702D-4289-B70D-12AF74083B24}" type="pres">
      <dgm:prSet presAssocID="{5E3C92AF-E6B4-439C-910F-E10BD4C1C36A}" presName="node" presStyleLbl="node1" presStyleIdx="7" presStyleCnt="10">
        <dgm:presLayoutVars>
          <dgm:bulletEnabled val="1"/>
        </dgm:presLayoutVars>
      </dgm:prSet>
      <dgm:spPr/>
    </dgm:pt>
    <dgm:pt modelId="{0CAC369E-6FF0-4239-B4D7-E1B9C0834890}" type="pres">
      <dgm:prSet presAssocID="{6EE8A327-833F-4825-B79B-75B968BA4360}" presName="sibTrans" presStyleLbl="sibTrans1D1" presStyleIdx="7" presStyleCnt="9"/>
      <dgm:spPr/>
    </dgm:pt>
    <dgm:pt modelId="{2EBA0228-DC2B-4F99-A1E7-502BDC5D65AA}" type="pres">
      <dgm:prSet presAssocID="{6EE8A327-833F-4825-B79B-75B968BA4360}" presName="connectorText" presStyleLbl="sibTrans1D1" presStyleIdx="7" presStyleCnt="9"/>
      <dgm:spPr/>
    </dgm:pt>
    <dgm:pt modelId="{75BFADEE-BB53-4868-B155-5DC6AE617BF3}" type="pres">
      <dgm:prSet presAssocID="{720E6B9E-C5F1-4E53-A020-95DF86900D8E}" presName="node" presStyleLbl="node1" presStyleIdx="8" presStyleCnt="10">
        <dgm:presLayoutVars>
          <dgm:bulletEnabled val="1"/>
        </dgm:presLayoutVars>
      </dgm:prSet>
      <dgm:spPr/>
    </dgm:pt>
    <dgm:pt modelId="{C9AD11FC-0783-49B2-8D97-1523EA639F92}" type="pres">
      <dgm:prSet presAssocID="{15B4D998-754A-4B43-8F7D-E8DE1CEBBBCF}" presName="sibTrans" presStyleLbl="sibTrans1D1" presStyleIdx="8" presStyleCnt="9"/>
      <dgm:spPr/>
    </dgm:pt>
    <dgm:pt modelId="{D4310C49-3A26-4D1D-B583-5CF8D459EBE2}" type="pres">
      <dgm:prSet presAssocID="{15B4D998-754A-4B43-8F7D-E8DE1CEBBBCF}" presName="connectorText" presStyleLbl="sibTrans1D1" presStyleIdx="8" presStyleCnt="9"/>
      <dgm:spPr/>
    </dgm:pt>
    <dgm:pt modelId="{8E784FB1-D929-4A21-BA08-58891844A93E}" type="pres">
      <dgm:prSet presAssocID="{A85C1641-AE92-4207-A623-F18B5C9833CC}" presName="node" presStyleLbl="node1" presStyleIdx="9" presStyleCnt="10">
        <dgm:presLayoutVars>
          <dgm:bulletEnabled val="1"/>
        </dgm:presLayoutVars>
      </dgm:prSet>
      <dgm:spPr/>
    </dgm:pt>
  </dgm:ptLst>
  <dgm:cxnLst>
    <dgm:cxn modelId="{F7B2C509-02CB-4490-9B4C-6134B93B4944}" type="presOf" srcId="{2ED5578F-6159-48E1-B5F2-791DC2A3757E}" destId="{C1F89E18-63FC-4825-970B-186818CBC967}" srcOrd="0" destOrd="0" presId="urn:microsoft.com/office/officeart/2016/7/layout/RepeatingBendingProcessNew"/>
    <dgm:cxn modelId="{762C070A-1A5E-4703-B476-13325334025C}" type="presOf" srcId="{601E2BF9-586A-4FAF-A64F-9D0592858CE8}" destId="{E78D6741-5283-4441-8116-FA0F7E5604A6}" srcOrd="0" destOrd="0" presId="urn:microsoft.com/office/officeart/2016/7/layout/RepeatingBendingProcessNew"/>
    <dgm:cxn modelId="{7158EF0D-90E5-4462-8E67-682BED6B6A9E}" type="presOf" srcId="{18FDB9B3-8CE1-473C-A1FB-1E51A8ADCEBA}" destId="{284841CD-287C-4E89-9714-3473F0DDF47D}" srcOrd="1" destOrd="0" presId="urn:microsoft.com/office/officeart/2016/7/layout/RepeatingBendingProcessNew"/>
    <dgm:cxn modelId="{75AA4312-C07B-4556-B153-E60F3F1CD34A}" type="presOf" srcId="{A3DD2D3C-6990-4F77-AEFD-F571C6B46B24}" destId="{4CFFA653-7619-4C7F-86DF-F21FD74EC1F9}" srcOrd="0" destOrd="0" presId="urn:microsoft.com/office/officeart/2016/7/layout/RepeatingBendingProcessNew"/>
    <dgm:cxn modelId="{F0C30F1E-EBB8-4FEB-BDB7-BD46A008878C}" type="presOf" srcId="{4A8CEF52-DBDC-4D3D-881A-D9F79EACE1A9}" destId="{4DDBEC1D-5AB9-4678-B87B-1AC18F1A1B74}" srcOrd="1" destOrd="0" presId="urn:microsoft.com/office/officeart/2016/7/layout/RepeatingBendingProcessNew"/>
    <dgm:cxn modelId="{5A4DBE2D-C988-42A6-A8AB-C6E5DA4774C9}" srcId="{54F087C4-1D07-4ED3-B654-1B8F2A34C752}" destId="{5E3C92AF-E6B4-439C-910F-E10BD4C1C36A}" srcOrd="7" destOrd="0" parTransId="{31A9934E-E53E-4103-812E-8C0589863196}" sibTransId="{6EE8A327-833F-4825-B79B-75B968BA4360}"/>
    <dgm:cxn modelId="{4B604D3D-F5D0-4729-8501-4ECC727ADD0F}" type="presOf" srcId="{218CE506-FA03-49DC-A381-8EB797EDF939}" destId="{1255C854-F22C-4473-B386-E959E962EAFA}" srcOrd="0" destOrd="0" presId="urn:microsoft.com/office/officeart/2016/7/layout/RepeatingBendingProcessNew"/>
    <dgm:cxn modelId="{E9A5AD41-9500-45DE-9450-501AB6B0042A}" srcId="{54F087C4-1D07-4ED3-B654-1B8F2A34C752}" destId="{9029BCCC-8B8B-4CA3-9E00-5BADA5123AB7}" srcOrd="6" destOrd="0" parTransId="{B933FFA8-D58F-4647-AF0E-18FA101C0BA4}" sibTransId="{601E2BF9-586A-4FAF-A64F-9D0592858CE8}"/>
    <dgm:cxn modelId="{C644E743-FE70-4B7D-AB77-028DCA5BF35B}" type="presOf" srcId="{6EE8A327-833F-4825-B79B-75B968BA4360}" destId="{2EBA0228-DC2B-4F99-A1E7-502BDC5D65AA}" srcOrd="1" destOrd="0" presId="urn:microsoft.com/office/officeart/2016/7/layout/RepeatingBendingProcessNew"/>
    <dgm:cxn modelId="{1E255F49-9CEF-4F86-8657-F0B8762D85D6}" type="presOf" srcId="{18FDB9B3-8CE1-473C-A1FB-1E51A8ADCEBA}" destId="{B3184847-1486-4E6A-A54A-016725C7010F}" srcOrd="0" destOrd="0" presId="urn:microsoft.com/office/officeart/2016/7/layout/RepeatingBendingProcessNew"/>
    <dgm:cxn modelId="{D2469F49-439D-4E80-8912-2E0083D2283E}" type="presOf" srcId="{2ED5578F-6159-48E1-B5F2-791DC2A3757E}" destId="{90AD2311-0EE1-487C-91A2-77CFF6CD591F}" srcOrd="1" destOrd="0" presId="urn:microsoft.com/office/officeart/2016/7/layout/RepeatingBendingProcessNew"/>
    <dgm:cxn modelId="{75C3CF69-3901-472F-B8F2-912EE44D57B2}" type="presOf" srcId="{85B0E53C-3D9E-453F-8101-4F3C81C6058E}" destId="{6CCC3146-B33D-4566-B07A-ACDEF0A7A6DF}" srcOrd="1" destOrd="0" presId="urn:microsoft.com/office/officeart/2016/7/layout/RepeatingBendingProcessNew"/>
    <dgm:cxn modelId="{59307A4A-D61B-46F1-839A-70BB51B2A972}" type="presOf" srcId="{4A8CEF52-DBDC-4D3D-881A-D9F79EACE1A9}" destId="{26E42633-FD39-41E9-AEDA-5C42B4597A05}" srcOrd="0" destOrd="0" presId="urn:microsoft.com/office/officeart/2016/7/layout/RepeatingBendingProcessNew"/>
    <dgm:cxn modelId="{C8D35C4E-7692-4EED-8E96-0228BF35B215}" srcId="{54F087C4-1D07-4ED3-B654-1B8F2A34C752}" destId="{218CE506-FA03-49DC-A381-8EB797EDF939}" srcOrd="1" destOrd="0" parTransId="{8393128B-9F80-45BE-B61D-9784BCDE1C11}" sibTransId="{85B0E53C-3D9E-453F-8101-4F3C81C6058E}"/>
    <dgm:cxn modelId="{1D0F4B72-B47F-473B-92FD-42E3C59891E3}" type="presOf" srcId="{2299E587-4DFC-4B14-BCCF-9CFC0F017E4C}" destId="{097292E6-CFF5-46F8-96F5-B706294BDE88}" srcOrd="0" destOrd="0" presId="urn:microsoft.com/office/officeart/2016/7/layout/RepeatingBendingProcessNew"/>
    <dgm:cxn modelId="{1E023353-F9C2-4B39-B529-514A2DEC85A3}" type="presOf" srcId="{9029BCCC-8B8B-4CA3-9E00-5BADA5123AB7}" destId="{D043F954-50BA-43EE-BB03-08EC294F897D}" srcOrd="0" destOrd="0" presId="urn:microsoft.com/office/officeart/2016/7/layout/RepeatingBendingProcessNew"/>
    <dgm:cxn modelId="{9E367656-F48E-4DC0-9E66-3D3852CDA64C}" type="presOf" srcId="{15B4D998-754A-4B43-8F7D-E8DE1CEBBBCF}" destId="{D4310C49-3A26-4D1D-B583-5CF8D459EBE2}" srcOrd="1" destOrd="0" presId="urn:microsoft.com/office/officeart/2016/7/layout/RepeatingBendingProcessNew"/>
    <dgm:cxn modelId="{8C28DB78-4CBA-4B96-A3DA-C1D5D90D2A6F}" type="presOf" srcId="{85B0E53C-3D9E-453F-8101-4F3C81C6058E}" destId="{0A690BA5-D736-4857-9FCD-B142ED1FB098}" srcOrd="0" destOrd="0" presId="urn:microsoft.com/office/officeart/2016/7/layout/RepeatingBendingProcessNew"/>
    <dgm:cxn modelId="{5EB9C982-419D-4865-A5C4-D915FD6C4A7E}" srcId="{54F087C4-1D07-4ED3-B654-1B8F2A34C752}" destId="{A85C1641-AE92-4207-A623-F18B5C9833CC}" srcOrd="9" destOrd="0" parTransId="{DFB78CC1-C133-421F-8A05-180E13CB62FF}" sibTransId="{73E2F150-AA4F-4C17-A98B-600E5AE6BC05}"/>
    <dgm:cxn modelId="{F232FD8F-DF47-448E-9A22-C540E4340C53}" type="presOf" srcId="{720E6B9E-C5F1-4E53-A020-95DF86900D8E}" destId="{75BFADEE-BB53-4868-B155-5DC6AE617BF3}" srcOrd="0" destOrd="0" presId="urn:microsoft.com/office/officeart/2016/7/layout/RepeatingBendingProcessNew"/>
    <dgm:cxn modelId="{40ADCB91-4D2B-428B-8EC1-D14A7EEFE84F}" type="presOf" srcId="{0070A5CF-A406-4D22-B4A5-639001EF2EB8}" destId="{1ADE407A-0094-44CB-9F7D-4215B78770F8}" srcOrd="1" destOrd="0" presId="urn:microsoft.com/office/officeart/2016/7/layout/RepeatingBendingProcessNew"/>
    <dgm:cxn modelId="{1BC86996-3409-48E5-B97F-E5695D9537FF}" srcId="{54F087C4-1D07-4ED3-B654-1B8F2A34C752}" destId="{2299E587-4DFC-4B14-BCCF-9CFC0F017E4C}" srcOrd="5" destOrd="0" parTransId="{D204C05C-002B-4DC0-BAB2-624622582316}" sibTransId="{086E815B-D085-4418-8D19-1D68B108811A}"/>
    <dgm:cxn modelId="{377F29A3-02BE-4EE9-A26C-1AD5EC005BEC}" srcId="{54F087C4-1D07-4ED3-B654-1B8F2A34C752}" destId="{44ABD251-68F3-4078-BDE6-6D5C56D40132}" srcOrd="0" destOrd="0" parTransId="{7EE8B8D3-D26E-48A0-AE83-65D0439CD9A9}" sibTransId="{4A8CEF52-DBDC-4D3D-881A-D9F79EACE1A9}"/>
    <dgm:cxn modelId="{394716A7-A448-4A5F-9174-C67E033AB561}" type="presOf" srcId="{0070A5CF-A406-4D22-B4A5-639001EF2EB8}" destId="{BD5EB928-B236-41D3-AD35-63635FF41B15}" srcOrd="0" destOrd="0" presId="urn:microsoft.com/office/officeart/2016/7/layout/RepeatingBendingProcessNew"/>
    <dgm:cxn modelId="{EE0C84A8-1F56-4EAB-9E17-32E76EF0862D}" type="presOf" srcId="{15B4D998-754A-4B43-8F7D-E8DE1CEBBBCF}" destId="{C9AD11FC-0783-49B2-8D97-1523EA639F92}" srcOrd="0" destOrd="0" presId="urn:microsoft.com/office/officeart/2016/7/layout/RepeatingBendingProcessNew"/>
    <dgm:cxn modelId="{55806DAA-A728-4D2F-B981-D008BDA4C72C}" type="presOf" srcId="{5E3C92AF-E6B4-439C-910F-E10BD4C1C36A}" destId="{CE8C9C7D-702D-4289-B70D-12AF74083B24}" srcOrd="0" destOrd="0" presId="urn:microsoft.com/office/officeart/2016/7/layout/RepeatingBendingProcessNew"/>
    <dgm:cxn modelId="{30B7FAAF-3829-4FC0-A6D3-A114B372BE35}" type="presOf" srcId="{A85C1641-AE92-4207-A623-F18B5C9833CC}" destId="{8E784FB1-D929-4A21-BA08-58891844A93E}" srcOrd="0" destOrd="0" presId="urn:microsoft.com/office/officeart/2016/7/layout/RepeatingBendingProcessNew"/>
    <dgm:cxn modelId="{59D426B2-E55C-4E77-80D2-9E0B3436F69E}" type="presOf" srcId="{601E2BF9-586A-4FAF-A64F-9D0592858CE8}" destId="{CF5FF1D7-2C01-4E76-8FDF-32367DC2748E}" srcOrd="1" destOrd="0" presId="urn:microsoft.com/office/officeart/2016/7/layout/RepeatingBendingProcessNew"/>
    <dgm:cxn modelId="{4649C5C1-2911-4903-85B5-214D9D985015}" srcId="{54F087C4-1D07-4ED3-B654-1B8F2A34C752}" destId="{720E6B9E-C5F1-4E53-A020-95DF86900D8E}" srcOrd="8" destOrd="0" parTransId="{66B8FD2D-39A2-479E-9513-F8D9A4916BB7}" sibTransId="{15B4D998-754A-4B43-8F7D-E8DE1CEBBBCF}"/>
    <dgm:cxn modelId="{FF5DA3C3-83F3-4DA0-A943-601EFA24586C}" srcId="{54F087C4-1D07-4ED3-B654-1B8F2A34C752}" destId="{597C2097-A857-4AAC-8AF0-3AC563554AF5}" srcOrd="3" destOrd="0" parTransId="{D9FF0167-2186-4149-8F21-595C45C1AD6B}" sibTransId="{0070A5CF-A406-4D22-B4A5-639001EF2EB8}"/>
    <dgm:cxn modelId="{C022A7C9-9159-4CE1-91D5-357811FB7205}" type="presOf" srcId="{44ABD251-68F3-4078-BDE6-6D5C56D40132}" destId="{0ECC01F7-05FA-4D9A-A38D-94103B7BE57B}" srcOrd="0" destOrd="0" presId="urn:microsoft.com/office/officeart/2016/7/layout/RepeatingBendingProcessNew"/>
    <dgm:cxn modelId="{8C2FB6D1-DCA8-4A3E-BADF-663341F66381}" type="presOf" srcId="{597C2097-A857-4AAC-8AF0-3AC563554AF5}" destId="{0D0B03B2-EEFC-4506-950E-42EA2AAAEF5B}" srcOrd="0" destOrd="0" presId="urn:microsoft.com/office/officeart/2016/7/layout/RepeatingBendingProcessNew"/>
    <dgm:cxn modelId="{B27A46D3-1D90-4BAA-8BA8-3F13CE2999DD}" srcId="{54F087C4-1D07-4ED3-B654-1B8F2A34C752}" destId="{AA81507E-0453-4580-A6DF-F0C926C933AC}" srcOrd="2" destOrd="0" parTransId="{F5623D1B-2B5D-408F-8D4C-5703DDB4A098}" sibTransId="{18FDB9B3-8CE1-473C-A1FB-1E51A8ADCEBA}"/>
    <dgm:cxn modelId="{789D0CD6-65CC-42A7-9A04-A48DDE9A4048}" type="presOf" srcId="{086E815B-D085-4418-8D19-1D68B108811A}" destId="{EEBAD5DF-20FA-4A3B-9ED7-EEDC594BF914}" srcOrd="0" destOrd="0" presId="urn:microsoft.com/office/officeart/2016/7/layout/RepeatingBendingProcessNew"/>
    <dgm:cxn modelId="{7210B9E5-EA3F-401F-8A4D-F32C4BCE8421}" type="presOf" srcId="{086E815B-D085-4418-8D19-1D68B108811A}" destId="{E3EEC80D-D539-4DCA-A33A-87A314C53262}" srcOrd="1" destOrd="0" presId="urn:microsoft.com/office/officeart/2016/7/layout/RepeatingBendingProcessNew"/>
    <dgm:cxn modelId="{A6A1BCE7-8329-48B4-B63F-22D7DC58D09A}" type="presOf" srcId="{54F087C4-1D07-4ED3-B654-1B8F2A34C752}" destId="{0DA18EA2-8399-4408-9F98-AABB670E69DF}" srcOrd="0" destOrd="0" presId="urn:microsoft.com/office/officeart/2016/7/layout/RepeatingBendingProcessNew"/>
    <dgm:cxn modelId="{2DFC9AF1-BA1E-466E-99A0-99938EC7C98C}" srcId="{54F087C4-1D07-4ED3-B654-1B8F2A34C752}" destId="{A3DD2D3C-6990-4F77-AEFD-F571C6B46B24}" srcOrd="4" destOrd="0" parTransId="{C215A386-3B7F-4386-8B35-9ACFA05A412E}" sibTransId="{2ED5578F-6159-48E1-B5F2-791DC2A3757E}"/>
    <dgm:cxn modelId="{1543EEF4-F0F4-4887-A8E8-73BBC7ACC195}" type="presOf" srcId="{6EE8A327-833F-4825-B79B-75B968BA4360}" destId="{0CAC369E-6FF0-4239-B4D7-E1B9C0834890}" srcOrd="0" destOrd="0" presId="urn:microsoft.com/office/officeart/2016/7/layout/RepeatingBendingProcessNew"/>
    <dgm:cxn modelId="{D19DA1FE-AF5D-496B-BF02-863E17FCD402}" type="presOf" srcId="{AA81507E-0453-4580-A6DF-F0C926C933AC}" destId="{9681AA8F-066B-42A5-B366-F6EA5DEA5BAA}" srcOrd="0" destOrd="0" presId="urn:microsoft.com/office/officeart/2016/7/layout/RepeatingBendingProcessNew"/>
    <dgm:cxn modelId="{D2DCCB74-61DC-40B2-B455-2D7D1AA64681}" type="presParOf" srcId="{0DA18EA2-8399-4408-9F98-AABB670E69DF}" destId="{0ECC01F7-05FA-4D9A-A38D-94103B7BE57B}" srcOrd="0" destOrd="0" presId="urn:microsoft.com/office/officeart/2016/7/layout/RepeatingBendingProcessNew"/>
    <dgm:cxn modelId="{14EA8780-18D8-4D53-B83F-2BAC991F2FCB}" type="presParOf" srcId="{0DA18EA2-8399-4408-9F98-AABB670E69DF}" destId="{26E42633-FD39-41E9-AEDA-5C42B4597A05}" srcOrd="1" destOrd="0" presId="urn:microsoft.com/office/officeart/2016/7/layout/RepeatingBendingProcessNew"/>
    <dgm:cxn modelId="{6C07E0C3-06B7-4D4C-AAF6-32501647693E}" type="presParOf" srcId="{26E42633-FD39-41E9-AEDA-5C42B4597A05}" destId="{4DDBEC1D-5AB9-4678-B87B-1AC18F1A1B74}" srcOrd="0" destOrd="0" presId="urn:microsoft.com/office/officeart/2016/7/layout/RepeatingBendingProcessNew"/>
    <dgm:cxn modelId="{56B81377-E697-4111-86E4-FE5F383D66D1}" type="presParOf" srcId="{0DA18EA2-8399-4408-9F98-AABB670E69DF}" destId="{1255C854-F22C-4473-B386-E959E962EAFA}" srcOrd="2" destOrd="0" presId="urn:microsoft.com/office/officeart/2016/7/layout/RepeatingBendingProcessNew"/>
    <dgm:cxn modelId="{CEFFD8A6-2833-4116-9025-362F295C2FA1}" type="presParOf" srcId="{0DA18EA2-8399-4408-9F98-AABB670E69DF}" destId="{0A690BA5-D736-4857-9FCD-B142ED1FB098}" srcOrd="3" destOrd="0" presId="urn:microsoft.com/office/officeart/2016/7/layout/RepeatingBendingProcessNew"/>
    <dgm:cxn modelId="{A0B7EA17-E154-422C-BB4E-E07D388D819E}" type="presParOf" srcId="{0A690BA5-D736-4857-9FCD-B142ED1FB098}" destId="{6CCC3146-B33D-4566-B07A-ACDEF0A7A6DF}" srcOrd="0" destOrd="0" presId="urn:microsoft.com/office/officeart/2016/7/layout/RepeatingBendingProcessNew"/>
    <dgm:cxn modelId="{0BD3ED8A-B650-4495-9872-77355A6BB228}" type="presParOf" srcId="{0DA18EA2-8399-4408-9F98-AABB670E69DF}" destId="{9681AA8F-066B-42A5-B366-F6EA5DEA5BAA}" srcOrd="4" destOrd="0" presId="urn:microsoft.com/office/officeart/2016/7/layout/RepeatingBendingProcessNew"/>
    <dgm:cxn modelId="{615FC056-C6D9-451B-A588-EAFFCE03A591}" type="presParOf" srcId="{0DA18EA2-8399-4408-9F98-AABB670E69DF}" destId="{B3184847-1486-4E6A-A54A-016725C7010F}" srcOrd="5" destOrd="0" presId="urn:microsoft.com/office/officeart/2016/7/layout/RepeatingBendingProcessNew"/>
    <dgm:cxn modelId="{5A16E3ED-66A0-492F-9C90-011D3E1990FC}" type="presParOf" srcId="{B3184847-1486-4E6A-A54A-016725C7010F}" destId="{284841CD-287C-4E89-9714-3473F0DDF47D}" srcOrd="0" destOrd="0" presId="urn:microsoft.com/office/officeart/2016/7/layout/RepeatingBendingProcessNew"/>
    <dgm:cxn modelId="{10C0B409-7E95-4E67-BBE1-8CD6D892484D}" type="presParOf" srcId="{0DA18EA2-8399-4408-9F98-AABB670E69DF}" destId="{0D0B03B2-EEFC-4506-950E-42EA2AAAEF5B}" srcOrd="6" destOrd="0" presId="urn:microsoft.com/office/officeart/2016/7/layout/RepeatingBendingProcessNew"/>
    <dgm:cxn modelId="{D45BBB9F-C856-4B0E-95C7-40D3A7CF3590}" type="presParOf" srcId="{0DA18EA2-8399-4408-9F98-AABB670E69DF}" destId="{BD5EB928-B236-41D3-AD35-63635FF41B15}" srcOrd="7" destOrd="0" presId="urn:microsoft.com/office/officeart/2016/7/layout/RepeatingBendingProcessNew"/>
    <dgm:cxn modelId="{03347C69-B0DB-46CE-B2CE-F043B9926BA8}" type="presParOf" srcId="{BD5EB928-B236-41D3-AD35-63635FF41B15}" destId="{1ADE407A-0094-44CB-9F7D-4215B78770F8}" srcOrd="0" destOrd="0" presId="urn:microsoft.com/office/officeart/2016/7/layout/RepeatingBendingProcessNew"/>
    <dgm:cxn modelId="{C64CB1AC-E40B-4FF0-AB40-789421DD6AA5}" type="presParOf" srcId="{0DA18EA2-8399-4408-9F98-AABB670E69DF}" destId="{4CFFA653-7619-4C7F-86DF-F21FD74EC1F9}" srcOrd="8" destOrd="0" presId="urn:microsoft.com/office/officeart/2016/7/layout/RepeatingBendingProcessNew"/>
    <dgm:cxn modelId="{B1599A03-5174-45FB-9271-1D54EB253709}" type="presParOf" srcId="{0DA18EA2-8399-4408-9F98-AABB670E69DF}" destId="{C1F89E18-63FC-4825-970B-186818CBC967}" srcOrd="9" destOrd="0" presId="urn:microsoft.com/office/officeart/2016/7/layout/RepeatingBendingProcessNew"/>
    <dgm:cxn modelId="{E41ABB18-6587-4B39-B8A9-81AFA9E2F3F3}" type="presParOf" srcId="{C1F89E18-63FC-4825-970B-186818CBC967}" destId="{90AD2311-0EE1-487C-91A2-77CFF6CD591F}" srcOrd="0" destOrd="0" presId="urn:microsoft.com/office/officeart/2016/7/layout/RepeatingBendingProcessNew"/>
    <dgm:cxn modelId="{91B657B6-CB26-43F4-9F3E-211BAB5D202C}" type="presParOf" srcId="{0DA18EA2-8399-4408-9F98-AABB670E69DF}" destId="{097292E6-CFF5-46F8-96F5-B706294BDE88}" srcOrd="10" destOrd="0" presId="urn:microsoft.com/office/officeart/2016/7/layout/RepeatingBendingProcessNew"/>
    <dgm:cxn modelId="{998ABAA7-E74D-4576-9EFB-2F6EA9290326}" type="presParOf" srcId="{0DA18EA2-8399-4408-9F98-AABB670E69DF}" destId="{EEBAD5DF-20FA-4A3B-9ED7-EEDC594BF914}" srcOrd="11" destOrd="0" presId="urn:microsoft.com/office/officeart/2016/7/layout/RepeatingBendingProcessNew"/>
    <dgm:cxn modelId="{A66F3DF4-54C1-4F32-9E49-A4D00933E99E}" type="presParOf" srcId="{EEBAD5DF-20FA-4A3B-9ED7-EEDC594BF914}" destId="{E3EEC80D-D539-4DCA-A33A-87A314C53262}" srcOrd="0" destOrd="0" presId="urn:microsoft.com/office/officeart/2016/7/layout/RepeatingBendingProcessNew"/>
    <dgm:cxn modelId="{8DF74E50-C4A7-459B-B84D-36B6B548B3AE}" type="presParOf" srcId="{0DA18EA2-8399-4408-9F98-AABB670E69DF}" destId="{D043F954-50BA-43EE-BB03-08EC294F897D}" srcOrd="12" destOrd="0" presId="urn:microsoft.com/office/officeart/2016/7/layout/RepeatingBendingProcessNew"/>
    <dgm:cxn modelId="{FFEA3D19-4E16-4B66-BFB6-727B333E7A11}" type="presParOf" srcId="{0DA18EA2-8399-4408-9F98-AABB670E69DF}" destId="{E78D6741-5283-4441-8116-FA0F7E5604A6}" srcOrd="13" destOrd="0" presId="urn:microsoft.com/office/officeart/2016/7/layout/RepeatingBendingProcessNew"/>
    <dgm:cxn modelId="{BABA7FAA-47AF-45FD-96EF-01815E3FB035}" type="presParOf" srcId="{E78D6741-5283-4441-8116-FA0F7E5604A6}" destId="{CF5FF1D7-2C01-4E76-8FDF-32367DC2748E}" srcOrd="0" destOrd="0" presId="urn:microsoft.com/office/officeart/2016/7/layout/RepeatingBendingProcessNew"/>
    <dgm:cxn modelId="{612F8B09-4D13-4CA2-9A72-0B22AE35C2CB}" type="presParOf" srcId="{0DA18EA2-8399-4408-9F98-AABB670E69DF}" destId="{CE8C9C7D-702D-4289-B70D-12AF74083B24}" srcOrd="14" destOrd="0" presId="urn:microsoft.com/office/officeart/2016/7/layout/RepeatingBendingProcessNew"/>
    <dgm:cxn modelId="{1C9DD31C-09A4-454D-9AD0-CC998C8B3364}" type="presParOf" srcId="{0DA18EA2-8399-4408-9F98-AABB670E69DF}" destId="{0CAC369E-6FF0-4239-B4D7-E1B9C0834890}" srcOrd="15" destOrd="0" presId="urn:microsoft.com/office/officeart/2016/7/layout/RepeatingBendingProcessNew"/>
    <dgm:cxn modelId="{7D9F3823-DB04-4C96-970F-BCA5F50B2AA5}" type="presParOf" srcId="{0CAC369E-6FF0-4239-B4D7-E1B9C0834890}" destId="{2EBA0228-DC2B-4F99-A1E7-502BDC5D65AA}" srcOrd="0" destOrd="0" presId="urn:microsoft.com/office/officeart/2016/7/layout/RepeatingBendingProcessNew"/>
    <dgm:cxn modelId="{7055BFB2-70E7-4F56-93C7-2E932C4B16B5}" type="presParOf" srcId="{0DA18EA2-8399-4408-9F98-AABB670E69DF}" destId="{75BFADEE-BB53-4868-B155-5DC6AE617BF3}" srcOrd="16" destOrd="0" presId="urn:microsoft.com/office/officeart/2016/7/layout/RepeatingBendingProcessNew"/>
    <dgm:cxn modelId="{13850879-F432-4A83-90C9-3497519506A0}" type="presParOf" srcId="{0DA18EA2-8399-4408-9F98-AABB670E69DF}" destId="{C9AD11FC-0783-49B2-8D97-1523EA639F92}" srcOrd="17" destOrd="0" presId="urn:microsoft.com/office/officeart/2016/7/layout/RepeatingBendingProcessNew"/>
    <dgm:cxn modelId="{90BB7FE4-BBDB-4360-9B2E-2F7E979758E1}" type="presParOf" srcId="{C9AD11FC-0783-49B2-8D97-1523EA639F92}" destId="{D4310C49-3A26-4D1D-B583-5CF8D459EBE2}" srcOrd="0" destOrd="0" presId="urn:microsoft.com/office/officeart/2016/7/layout/RepeatingBendingProcessNew"/>
    <dgm:cxn modelId="{774169DD-E8F2-4A9C-83FE-04F347BC2024}" type="presParOf" srcId="{0DA18EA2-8399-4408-9F98-AABB670E69DF}" destId="{8E784FB1-D929-4A21-BA08-58891844A93E}" srcOrd="1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FD21965-B083-484C-9A68-4CEAC3F5F1E0}" type="doc">
      <dgm:prSet loTypeId="urn:microsoft.com/office/officeart/2008/layout/LinedList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F9B3D69F-03F1-4C31-AC55-1707C28D1D97}">
      <dgm:prSet/>
      <dgm:spPr/>
      <dgm:t>
        <a:bodyPr/>
        <a:lstStyle/>
        <a:p>
          <a:r>
            <a:rPr lang="en-US" b="1" i="0" baseline="0"/>
            <a:t>Dataset</a:t>
          </a:r>
          <a:r>
            <a:rPr lang="en-US" b="0" i="0" baseline="0"/>
            <a:t>: Kaggle Titanic (891 passengers)</a:t>
          </a:r>
          <a:endParaRPr lang="en-US"/>
        </a:p>
      </dgm:t>
    </dgm:pt>
    <dgm:pt modelId="{575C1718-C394-4860-B169-2B97DAF80BB3}" type="parTrans" cxnId="{E9788970-7AA3-48DA-A886-48D6AE7527D8}">
      <dgm:prSet/>
      <dgm:spPr/>
      <dgm:t>
        <a:bodyPr/>
        <a:lstStyle/>
        <a:p>
          <a:endParaRPr lang="en-US"/>
        </a:p>
      </dgm:t>
    </dgm:pt>
    <dgm:pt modelId="{1F3C1F42-3091-43F8-9BD6-158B1A333CD4}" type="sibTrans" cxnId="{E9788970-7AA3-48DA-A886-48D6AE7527D8}">
      <dgm:prSet/>
      <dgm:spPr/>
      <dgm:t>
        <a:bodyPr/>
        <a:lstStyle/>
        <a:p>
          <a:endParaRPr lang="en-US"/>
        </a:p>
      </dgm:t>
    </dgm:pt>
    <dgm:pt modelId="{D037A03E-0058-435A-82E2-FBDEA754F9DE}">
      <dgm:prSet/>
      <dgm:spPr/>
      <dgm:t>
        <a:bodyPr/>
        <a:lstStyle/>
        <a:p>
          <a:r>
            <a:rPr lang="en-US" b="1" i="0" baseline="0"/>
            <a:t>Task</a:t>
          </a:r>
          <a:r>
            <a:rPr lang="en-US" b="0" i="0" baseline="0"/>
            <a:t>: predict survival (0/1)</a:t>
          </a:r>
          <a:endParaRPr lang="en-US"/>
        </a:p>
      </dgm:t>
    </dgm:pt>
    <dgm:pt modelId="{6C883778-988B-4181-9AC2-A6C3096FDAE5}" type="parTrans" cxnId="{166B5C3A-DC8F-4936-A44B-03D3781DE33E}">
      <dgm:prSet/>
      <dgm:spPr/>
      <dgm:t>
        <a:bodyPr/>
        <a:lstStyle/>
        <a:p>
          <a:endParaRPr lang="en-US"/>
        </a:p>
      </dgm:t>
    </dgm:pt>
    <dgm:pt modelId="{3F6708EA-757F-4E8C-90FA-CB1A419387AE}" type="sibTrans" cxnId="{166B5C3A-DC8F-4936-A44B-03D3781DE33E}">
      <dgm:prSet/>
      <dgm:spPr/>
      <dgm:t>
        <a:bodyPr/>
        <a:lstStyle/>
        <a:p>
          <a:endParaRPr lang="en-US"/>
        </a:p>
      </dgm:t>
    </dgm:pt>
    <dgm:pt modelId="{A4BA05CB-AD35-4C86-ABD6-3ADFEAE160F6}">
      <dgm:prSet/>
      <dgm:spPr/>
      <dgm:t>
        <a:bodyPr/>
        <a:lstStyle/>
        <a:p>
          <a:r>
            <a:rPr lang="en-US" b="1" i="0" baseline="0" dirty="0"/>
            <a:t>Preprocessing</a:t>
          </a:r>
          <a:r>
            <a:rPr lang="en-US" b="0" i="0" baseline="0" dirty="0"/>
            <a:t>: Impute Age by median; fill missing Embarked</a:t>
          </a:r>
        </a:p>
        <a:p>
          <a:r>
            <a:rPr lang="en-US" b="0" i="0" baseline="0" dirty="0"/>
            <a:t>One‐hot encode Sex, </a:t>
          </a:r>
          <a:r>
            <a:rPr lang="en-US" b="0" i="0" baseline="0" dirty="0" err="1"/>
            <a:t>Pclass</a:t>
          </a:r>
          <a:r>
            <a:rPr lang="en-US" b="0" i="0" baseline="0" dirty="0"/>
            <a:t>, Embarked</a:t>
          </a:r>
        </a:p>
        <a:p>
          <a:r>
            <a:rPr lang="en-US" b="0" i="0" baseline="0" dirty="0"/>
            <a:t>Scale Fare, Age</a:t>
          </a:r>
          <a:endParaRPr lang="en-US" dirty="0"/>
        </a:p>
      </dgm:t>
    </dgm:pt>
    <dgm:pt modelId="{DBBB5B77-08E7-4D38-A5E9-96165B8B1400}" type="parTrans" cxnId="{595BEF4D-D1BB-4D7D-AC2D-EACCEA0FE4E1}">
      <dgm:prSet/>
      <dgm:spPr/>
      <dgm:t>
        <a:bodyPr/>
        <a:lstStyle/>
        <a:p>
          <a:endParaRPr lang="en-US"/>
        </a:p>
      </dgm:t>
    </dgm:pt>
    <dgm:pt modelId="{8A05E691-62E7-4FC0-9B98-1DFF670DAD4B}" type="sibTrans" cxnId="{595BEF4D-D1BB-4D7D-AC2D-EACCEA0FE4E1}">
      <dgm:prSet/>
      <dgm:spPr/>
      <dgm:t>
        <a:bodyPr/>
        <a:lstStyle/>
        <a:p>
          <a:endParaRPr lang="en-US"/>
        </a:p>
      </dgm:t>
    </dgm:pt>
    <dgm:pt modelId="{E0113C98-0CEA-4F57-86E3-6F24CDB9D497}">
      <dgm:prSet/>
      <dgm:spPr/>
      <dgm:t>
        <a:bodyPr/>
        <a:lstStyle/>
        <a:p>
          <a:r>
            <a:rPr lang="en-US" b="1" i="0" baseline="0" dirty="0"/>
            <a:t>Models</a:t>
          </a:r>
          <a:r>
            <a:rPr lang="en-US" b="0" i="0" baseline="0" dirty="0"/>
            <a:t>: Logistic Regression: Acc 0.79, AUC 0.85 </a:t>
          </a:r>
        </a:p>
        <a:p>
          <a:r>
            <a:rPr lang="en-US" b="0" i="0" baseline="0" dirty="0"/>
            <a:t>Random Forest: Acc 0.82, AUC 0.87</a:t>
          </a:r>
          <a:endParaRPr lang="en-US" dirty="0"/>
        </a:p>
      </dgm:t>
    </dgm:pt>
    <dgm:pt modelId="{A321E2F2-0D8E-4031-96B9-0DAD076E1B10}" type="parTrans" cxnId="{C1F7266C-F38A-4968-8603-75C35E32EA16}">
      <dgm:prSet/>
      <dgm:spPr/>
      <dgm:t>
        <a:bodyPr/>
        <a:lstStyle/>
        <a:p>
          <a:endParaRPr lang="en-US"/>
        </a:p>
      </dgm:t>
    </dgm:pt>
    <dgm:pt modelId="{CA5DCCFC-0349-42AC-B7E6-90B05AA9D126}" type="sibTrans" cxnId="{C1F7266C-F38A-4968-8603-75C35E32EA16}">
      <dgm:prSet/>
      <dgm:spPr/>
      <dgm:t>
        <a:bodyPr/>
        <a:lstStyle/>
        <a:p>
          <a:endParaRPr lang="en-US"/>
        </a:p>
      </dgm:t>
    </dgm:pt>
    <dgm:pt modelId="{91D6A52A-C565-4FF6-88E8-234E02DCF8C8}">
      <dgm:prSet/>
      <dgm:spPr/>
      <dgm:t>
        <a:bodyPr/>
        <a:lstStyle/>
        <a:p>
          <a:r>
            <a:rPr lang="en-US" b="1" i="0" baseline="0"/>
            <a:t>Feature Importance</a:t>
          </a:r>
          <a:r>
            <a:rPr lang="en-US" b="0" i="0" baseline="0"/>
            <a:t>: Sex (“female”→high survival), Pclass, Fare</a:t>
          </a:r>
          <a:endParaRPr lang="en-US"/>
        </a:p>
      </dgm:t>
    </dgm:pt>
    <dgm:pt modelId="{71B9BD66-45B8-4950-8853-E542E042F581}" type="parTrans" cxnId="{6E775CAD-951C-48F7-9E17-17B69C213E7E}">
      <dgm:prSet/>
      <dgm:spPr/>
      <dgm:t>
        <a:bodyPr/>
        <a:lstStyle/>
        <a:p>
          <a:endParaRPr lang="en-US"/>
        </a:p>
      </dgm:t>
    </dgm:pt>
    <dgm:pt modelId="{50BBA533-A70F-4088-9B45-845EDACC87DE}" type="sibTrans" cxnId="{6E775CAD-951C-48F7-9E17-17B69C213E7E}">
      <dgm:prSet/>
      <dgm:spPr/>
      <dgm:t>
        <a:bodyPr/>
        <a:lstStyle/>
        <a:p>
          <a:endParaRPr lang="en-US"/>
        </a:p>
      </dgm:t>
    </dgm:pt>
    <dgm:pt modelId="{F217DA5C-AE8C-48D4-967B-512EBB57B14E}" type="pres">
      <dgm:prSet presAssocID="{7FD21965-B083-484C-9A68-4CEAC3F5F1E0}" presName="vert0" presStyleCnt="0">
        <dgm:presLayoutVars>
          <dgm:dir/>
          <dgm:animOne val="branch"/>
          <dgm:animLvl val="lvl"/>
        </dgm:presLayoutVars>
      </dgm:prSet>
      <dgm:spPr/>
    </dgm:pt>
    <dgm:pt modelId="{C5DA6006-6807-4479-846A-B15D19809ABC}" type="pres">
      <dgm:prSet presAssocID="{F9B3D69F-03F1-4C31-AC55-1707C28D1D97}" presName="thickLine" presStyleLbl="alignNode1" presStyleIdx="0" presStyleCnt="5"/>
      <dgm:spPr/>
    </dgm:pt>
    <dgm:pt modelId="{67BE8F97-01AE-4E98-AC88-4F12F0FD1C9A}" type="pres">
      <dgm:prSet presAssocID="{F9B3D69F-03F1-4C31-AC55-1707C28D1D97}" presName="horz1" presStyleCnt="0"/>
      <dgm:spPr/>
    </dgm:pt>
    <dgm:pt modelId="{61A196BA-625C-454B-8C07-6B0ED6CD3958}" type="pres">
      <dgm:prSet presAssocID="{F9B3D69F-03F1-4C31-AC55-1707C28D1D97}" presName="tx1" presStyleLbl="revTx" presStyleIdx="0" presStyleCnt="5"/>
      <dgm:spPr/>
    </dgm:pt>
    <dgm:pt modelId="{D006FC1F-ED9B-450E-B26A-7415A0B39662}" type="pres">
      <dgm:prSet presAssocID="{F9B3D69F-03F1-4C31-AC55-1707C28D1D97}" presName="vert1" presStyleCnt="0"/>
      <dgm:spPr/>
    </dgm:pt>
    <dgm:pt modelId="{A1E9D277-534A-4245-91FB-34D44882CE6E}" type="pres">
      <dgm:prSet presAssocID="{D037A03E-0058-435A-82E2-FBDEA754F9DE}" presName="thickLine" presStyleLbl="alignNode1" presStyleIdx="1" presStyleCnt="5"/>
      <dgm:spPr/>
    </dgm:pt>
    <dgm:pt modelId="{27FA77A6-A8E9-4E05-A5B7-7EA96F040330}" type="pres">
      <dgm:prSet presAssocID="{D037A03E-0058-435A-82E2-FBDEA754F9DE}" presName="horz1" presStyleCnt="0"/>
      <dgm:spPr/>
    </dgm:pt>
    <dgm:pt modelId="{8AC5C592-4761-4743-A026-9CB325907CDF}" type="pres">
      <dgm:prSet presAssocID="{D037A03E-0058-435A-82E2-FBDEA754F9DE}" presName="tx1" presStyleLbl="revTx" presStyleIdx="1" presStyleCnt="5"/>
      <dgm:spPr/>
    </dgm:pt>
    <dgm:pt modelId="{C0E7B8D0-EB21-48D6-B604-4A962678F9E5}" type="pres">
      <dgm:prSet presAssocID="{D037A03E-0058-435A-82E2-FBDEA754F9DE}" presName="vert1" presStyleCnt="0"/>
      <dgm:spPr/>
    </dgm:pt>
    <dgm:pt modelId="{B0BA8987-D2E1-452F-8929-BBC413F4BC14}" type="pres">
      <dgm:prSet presAssocID="{A4BA05CB-AD35-4C86-ABD6-3ADFEAE160F6}" presName="thickLine" presStyleLbl="alignNode1" presStyleIdx="2" presStyleCnt="5"/>
      <dgm:spPr/>
    </dgm:pt>
    <dgm:pt modelId="{551C631E-8D00-423A-B6E0-8911EA4A0B57}" type="pres">
      <dgm:prSet presAssocID="{A4BA05CB-AD35-4C86-ABD6-3ADFEAE160F6}" presName="horz1" presStyleCnt="0"/>
      <dgm:spPr/>
    </dgm:pt>
    <dgm:pt modelId="{F240C9CC-60F4-42C9-A15B-8E274D998EC9}" type="pres">
      <dgm:prSet presAssocID="{A4BA05CB-AD35-4C86-ABD6-3ADFEAE160F6}" presName="tx1" presStyleLbl="revTx" presStyleIdx="2" presStyleCnt="5"/>
      <dgm:spPr/>
    </dgm:pt>
    <dgm:pt modelId="{E730FE12-75C0-4CBC-9C10-DDEC3191A7C5}" type="pres">
      <dgm:prSet presAssocID="{A4BA05CB-AD35-4C86-ABD6-3ADFEAE160F6}" presName="vert1" presStyleCnt="0"/>
      <dgm:spPr/>
    </dgm:pt>
    <dgm:pt modelId="{EAF8F4EA-DA8B-4EA2-B108-1C9AFF9294A6}" type="pres">
      <dgm:prSet presAssocID="{E0113C98-0CEA-4F57-86E3-6F24CDB9D497}" presName="thickLine" presStyleLbl="alignNode1" presStyleIdx="3" presStyleCnt="5"/>
      <dgm:spPr/>
    </dgm:pt>
    <dgm:pt modelId="{EF4FDD03-AD69-48AB-9FAD-24FFC505B867}" type="pres">
      <dgm:prSet presAssocID="{E0113C98-0CEA-4F57-86E3-6F24CDB9D497}" presName="horz1" presStyleCnt="0"/>
      <dgm:spPr/>
    </dgm:pt>
    <dgm:pt modelId="{42D3D739-79E0-4C8B-B16E-BE47EA28A7A7}" type="pres">
      <dgm:prSet presAssocID="{E0113C98-0CEA-4F57-86E3-6F24CDB9D497}" presName="tx1" presStyleLbl="revTx" presStyleIdx="3" presStyleCnt="5"/>
      <dgm:spPr/>
    </dgm:pt>
    <dgm:pt modelId="{503558F6-8270-4BCE-84C5-299C32C51EBA}" type="pres">
      <dgm:prSet presAssocID="{E0113C98-0CEA-4F57-86E3-6F24CDB9D497}" presName="vert1" presStyleCnt="0"/>
      <dgm:spPr/>
    </dgm:pt>
    <dgm:pt modelId="{0936DEF1-D014-4467-B043-B82964ABF564}" type="pres">
      <dgm:prSet presAssocID="{91D6A52A-C565-4FF6-88E8-234E02DCF8C8}" presName="thickLine" presStyleLbl="alignNode1" presStyleIdx="4" presStyleCnt="5"/>
      <dgm:spPr/>
    </dgm:pt>
    <dgm:pt modelId="{493DA162-191A-40D7-B489-E168D99E96E3}" type="pres">
      <dgm:prSet presAssocID="{91D6A52A-C565-4FF6-88E8-234E02DCF8C8}" presName="horz1" presStyleCnt="0"/>
      <dgm:spPr/>
    </dgm:pt>
    <dgm:pt modelId="{0E130A89-4F79-4BEB-A44B-00E608C24AE1}" type="pres">
      <dgm:prSet presAssocID="{91D6A52A-C565-4FF6-88E8-234E02DCF8C8}" presName="tx1" presStyleLbl="revTx" presStyleIdx="4" presStyleCnt="5"/>
      <dgm:spPr/>
    </dgm:pt>
    <dgm:pt modelId="{3E3ABFA8-7878-4D8E-87B3-4793CA2EE7FB}" type="pres">
      <dgm:prSet presAssocID="{91D6A52A-C565-4FF6-88E8-234E02DCF8C8}" presName="vert1" presStyleCnt="0"/>
      <dgm:spPr/>
    </dgm:pt>
  </dgm:ptLst>
  <dgm:cxnLst>
    <dgm:cxn modelId="{730D280A-082D-42E4-8D58-69A18D413F24}" type="presOf" srcId="{A4BA05CB-AD35-4C86-ABD6-3ADFEAE160F6}" destId="{F240C9CC-60F4-42C9-A15B-8E274D998EC9}" srcOrd="0" destOrd="0" presId="urn:microsoft.com/office/officeart/2008/layout/LinedList"/>
    <dgm:cxn modelId="{31B5B810-F35E-4FE9-B568-8876EC0159C1}" type="presOf" srcId="{7FD21965-B083-484C-9A68-4CEAC3F5F1E0}" destId="{F217DA5C-AE8C-48D4-967B-512EBB57B14E}" srcOrd="0" destOrd="0" presId="urn:microsoft.com/office/officeart/2008/layout/LinedList"/>
    <dgm:cxn modelId="{1C610B1F-E4C2-4A8E-A2A8-9B9133EE1C6A}" type="presOf" srcId="{F9B3D69F-03F1-4C31-AC55-1707C28D1D97}" destId="{61A196BA-625C-454B-8C07-6B0ED6CD3958}" srcOrd="0" destOrd="0" presId="urn:microsoft.com/office/officeart/2008/layout/LinedList"/>
    <dgm:cxn modelId="{EE4E6D26-CBAD-4EB7-9911-7C3A4DE63673}" type="presOf" srcId="{91D6A52A-C565-4FF6-88E8-234E02DCF8C8}" destId="{0E130A89-4F79-4BEB-A44B-00E608C24AE1}" srcOrd="0" destOrd="0" presId="urn:microsoft.com/office/officeart/2008/layout/LinedList"/>
    <dgm:cxn modelId="{166B5C3A-DC8F-4936-A44B-03D3781DE33E}" srcId="{7FD21965-B083-484C-9A68-4CEAC3F5F1E0}" destId="{D037A03E-0058-435A-82E2-FBDEA754F9DE}" srcOrd="1" destOrd="0" parTransId="{6C883778-988B-4181-9AC2-A6C3096FDAE5}" sibTransId="{3F6708EA-757F-4E8C-90FA-CB1A419387AE}"/>
    <dgm:cxn modelId="{C1F7266C-F38A-4968-8603-75C35E32EA16}" srcId="{7FD21965-B083-484C-9A68-4CEAC3F5F1E0}" destId="{E0113C98-0CEA-4F57-86E3-6F24CDB9D497}" srcOrd="3" destOrd="0" parTransId="{A321E2F2-0D8E-4031-96B9-0DAD076E1B10}" sibTransId="{CA5DCCFC-0349-42AC-B7E6-90B05AA9D126}"/>
    <dgm:cxn modelId="{595BEF4D-D1BB-4D7D-AC2D-EACCEA0FE4E1}" srcId="{7FD21965-B083-484C-9A68-4CEAC3F5F1E0}" destId="{A4BA05CB-AD35-4C86-ABD6-3ADFEAE160F6}" srcOrd="2" destOrd="0" parTransId="{DBBB5B77-08E7-4D38-A5E9-96165B8B1400}" sibTransId="{8A05E691-62E7-4FC0-9B98-1DFF670DAD4B}"/>
    <dgm:cxn modelId="{E9788970-7AA3-48DA-A886-48D6AE7527D8}" srcId="{7FD21965-B083-484C-9A68-4CEAC3F5F1E0}" destId="{F9B3D69F-03F1-4C31-AC55-1707C28D1D97}" srcOrd="0" destOrd="0" parTransId="{575C1718-C394-4860-B169-2B97DAF80BB3}" sibTransId="{1F3C1F42-3091-43F8-9BD6-158B1A333CD4}"/>
    <dgm:cxn modelId="{BD9848AB-2864-4362-BF4E-8A1DC4376212}" type="presOf" srcId="{E0113C98-0CEA-4F57-86E3-6F24CDB9D497}" destId="{42D3D739-79E0-4C8B-B16E-BE47EA28A7A7}" srcOrd="0" destOrd="0" presId="urn:microsoft.com/office/officeart/2008/layout/LinedList"/>
    <dgm:cxn modelId="{6E775CAD-951C-48F7-9E17-17B69C213E7E}" srcId="{7FD21965-B083-484C-9A68-4CEAC3F5F1E0}" destId="{91D6A52A-C565-4FF6-88E8-234E02DCF8C8}" srcOrd="4" destOrd="0" parTransId="{71B9BD66-45B8-4950-8853-E542E042F581}" sibTransId="{50BBA533-A70F-4088-9B45-845EDACC87DE}"/>
    <dgm:cxn modelId="{0EDC34DB-F3FF-4761-BA5A-4DAD457956FB}" type="presOf" srcId="{D037A03E-0058-435A-82E2-FBDEA754F9DE}" destId="{8AC5C592-4761-4743-A026-9CB325907CDF}" srcOrd="0" destOrd="0" presId="urn:microsoft.com/office/officeart/2008/layout/LinedList"/>
    <dgm:cxn modelId="{F5721056-7A15-40D0-8D10-FA93765523A5}" type="presParOf" srcId="{F217DA5C-AE8C-48D4-967B-512EBB57B14E}" destId="{C5DA6006-6807-4479-846A-B15D19809ABC}" srcOrd="0" destOrd="0" presId="urn:microsoft.com/office/officeart/2008/layout/LinedList"/>
    <dgm:cxn modelId="{B2673DCF-723C-4393-A2AA-3E00D25DA100}" type="presParOf" srcId="{F217DA5C-AE8C-48D4-967B-512EBB57B14E}" destId="{67BE8F97-01AE-4E98-AC88-4F12F0FD1C9A}" srcOrd="1" destOrd="0" presId="urn:microsoft.com/office/officeart/2008/layout/LinedList"/>
    <dgm:cxn modelId="{6C670F95-9964-4B26-AD00-3930F712B18A}" type="presParOf" srcId="{67BE8F97-01AE-4E98-AC88-4F12F0FD1C9A}" destId="{61A196BA-625C-454B-8C07-6B0ED6CD3958}" srcOrd="0" destOrd="0" presId="urn:microsoft.com/office/officeart/2008/layout/LinedList"/>
    <dgm:cxn modelId="{94B3F70C-279F-4660-A79F-B32A45843363}" type="presParOf" srcId="{67BE8F97-01AE-4E98-AC88-4F12F0FD1C9A}" destId="{D006FC1F-ED9B-450E-B26A-7415A0B39662}" srcOrd="1" destOrd="0" presId="urn:microsoft.com/office/officeart/2008/layout/LinedList"/>
    <dgm:cxn modelId="{04430825-CA94-4523-BB55-BD8CE6961FEB}" type="presParOf" srcId="{F217DA5C-AE8C-48D4-967B-512EBB57B14E}" destId="{A1E9D277-534A-4245-91FB-34D44882CE6E}" srcOrd="2" destOrd="0" presId="urn:microsoft.com/office/officeart/2008/layout/LinedList"/>
    <dgm:cxn modelId="{22000514-0977-4A1B-A8F8-4F1B63ABB04D}" type="presParOf" srcId="{F217DA5C-AE8C-48D4-967B-512EBB57B14E}" destId="{27FA77A6-A8E9-4E05-A5B7-7EA96F040330}" srcOrd="3" destOrd="0" presId="urn:microsoft.com/office/officeart/2008/layout/LinedList"/>
    <dgm:cxn modelId="{711B1B0E-75E9-422A-AF64-E038BDABDABD}" type="presParOf" srcId="{27FA77A6-A8E9-4E05-A5B7-7EA96F040330}" destId="{8AC5C592-4761-4743-A026-9CB325907CDF}" srcOrd="0" destOrd="0" presId="urn:microsoft.com/office/officeart/2008/layout/LinedList"/>
    <dgm:cxn modelId="{32C121C9-3220-4D95-BAF7-C2B4B74C8864}" type="presParOf" srcId="{27FA77A6-A8E9-4E05-A5B7-7EA96F040330}" destId="{C0E7B8D0-EB21-48D6-B604-4A962678F9E5}" srcOrd="1" destOrd="0" presId="urn:microsoft.com/office/officeart/2008/layout/LinedList"/>
    <dgm:cxn modelId="{A3210C3C-0C54-409F-86AB-8AC3A5A163F7}" type="presParOf" srcId="{F217DA5C-AE8C-48D4-967B-512EBB57B14E}" destId="{B0BA8987-D2E1-452F-8929-BBC413F4BC14}" srcOrd="4" destOrd="0" presId="urn:microsoft.com/office/officeart/2008/layout/LinedList"/>
    <dgm:cxn modelId="{D67990EB-6D1C-428C-83E8-F230A8C6F214}" type="presParOf" srcId="{F217DA5C-AE8C-48D4-967B-512EBB57B14E}" destId="{551C631E-8D00-423A-B6E0-8911EA4A0B57}" srcOrd="5" destOrd="0" presId="urn:microsoft.com/office/officeart/2008/layout/LinedList"/>
    <dgm:cxn modelId="{43C2940A-5E3F-487E-856D-5AE6E0231C8F}" type="presParOf" srcId="{551C631E-8D00-423A-B6E0-8911EA4A0B57}" destId="{F240C9CC-60F4-42C9-A15B-8E274D998EC9}" srcOrd="0" destOrd="0" presId="urn:microsoft.com/office/officeart/2008/layout/LinedList"/>
    <dgm:cxn modelId="{E159B55D-9770-4916-BFB0-8B5861D59961}" type="presParOf" srcId="{551C631E-8D00-423A-B6E0-8911EA4A0B57}" destId="{E730FE12-75C0-4CBC-9C10-DDEC3191A7C5}" srcOrd="1" destOrd="0" presId="urn:microsoft.com/office/officeart/2008/layout/LinedList"/>
    <dgm:cxn modelId="{14010975-C71C-4EF2-8041-ACC66BC4190D}" type="presParOf" srcId="{F217DA5C-AE8C-48D4-967B-512EBB57B14E}" destId="{EAF8F4EA-DA8B-4EA2-B108-1C9AFF9294A6}" srcOrd="6" destOrd="0" presId="urn:microsoft.com/office/officeart/2008/layout/LinedList"/>
    <dgm:cxn modelId="{46634BF1-0595-43A4-B93E-1CD49B716914}" type="presParOf" srcId="{F217DA5C-AE8C-48D4-967B-512EBB57B14E}" destId="{EF4FDD03-AD69-48AB-9FAD-24FFC505B867}" srcOrd="7" destOrd="0" presId="urn:microsoft.com/office/officeart/2008/layout/LinedList"/>
    <dgm:cxn modelId="{0C39FEA8-3F5F-4D9D-B5E2-E6A7D5E8E057}" type="presParOf" srcId="{EF4FDD03-AD69-48AB-9FAD-24FFC505B867}" destId="{42D3D739-79E0-4C8B-B16E-BE47EA28A7A7}" srcOrd="0" destOrd="0" presId="urn:microsoft.com/office/officeart/2008/layout/LinedList"/>
    <dgm:cxn modelId="{EC4456E2-87AA-4D60-9D07-D4DAD2178030}" type="presParOf" srcId="{EF4FDD03-AD69-48AB-9FAD-24FFC505B867}" destId="{503558F6-8270-4BCE-84C5-299C32C51EBA}" srcOrd="1" destOrd="0" presId="urn:microsoft.com/office/officeart/2008/layout/LinedList"/>
    <dgm:cxn modelId="{0DC83A35-97AB-4AD6-B028-E3C2D87D82DA}" type="presParOf" srcId="{F217DA5C-AE8C-48D4-967B-512EBB57B14E}" destId="{0936DEF1-D014-4467-B043-B82964ABF564}" srcOrd="8" destOrd="0" presId="urn:microsoft.com/office/officeart/2008/layout/LinedList"/>
    <dgm:cxn modelId="{ED6F9824-BC85-4F75-A659-FB2207D29512}" type="presParOf" srcId="{F217DA5C-AE8C-48D4-967B-512EBB57B14E}" destId="{493DA162-191A-40D7-B489-E168D99E96E3}" srcOrd="9" destOrd="0" presId="urn:microsoft.com/office/officeart/2008/layout/LinedList"/>
    <dgm:cxn modelId="{AB7B73F5-854A-4EE3-94CF-47EF891DC5A8}" type="presParOf" srcId="{493DA162-191A-40D7-B489-E168D99E96E3}" destId="{0E130A89-4F79-4BEB-A44B-00E608C24AE1}" srcOrd="0" destOrd="0" presId="urn:microsoft.com/office/officeart/2008/layout/LinedList"/>
    <dgm:cxn modelId="{287755E3-90B2-4A2A-98CE-6DA9AB378693}" type="presParOf" srcId="{493DA162-191A-40D7-B489-E168D99E96E3}" destId="{3E3ABFA8-7878-4D8E-87B3-4793CA2EE7F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E85B38-76D6-4016-92E6-D9DBE08C2D1D}">
      <dsp:nvSpPr>
        <dsp:cNvPr id="0" name=""/>
        <dsp:cNvSpPr/>
      </dsp:nvSpPr>
      <dsp:spPr>
        <a:xfrm>
          <a:off x="0" y="379"/>
          <a:ext cx="112014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7FEC65-8218-4DBD-BA86-49FBE56CAFE7}">
      <dsp:nvSpPr>
        <dsp:cNvPr id="0" name=""/>
        <dsp:cNvSpPr/>
      </dsp:nvSpPr>
      <dsp:spPr>
        <a:xfrm>
          <a:off x="0" y="379"/>
          <a:ext cx="11201496" cy="443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1. Drinks Consumption Modeling</a:t>
          </a:r>
          <a:endParaRPr lang="en-US" sz="2000" kern="1200"/>
        </a:p>
      </dsp:txBody>
      <dsp:txXfrm>
        <a:off x="0" y="379"/>
        <a:ext cx="11201496" cy="443969"/>
      </dsp:txXfrm>
    </dsp:sp>
    <dsp:sp modelId="{2E2ADACF-9A8F-43EB-867F-004728DD5E10}">
      <dsp:nvSpPr>
        <dsp:cNvPr id="0" name=""/>
        <dsp:cNvSpPr/>
      </dsp:nvSpPr>
      <dsp:spPr>
        <a:xfrm>
          <a:off x="0" y="444348"/>
          <a:ext cx="112014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AE55E7-9A24-409B-90C8-847F60C5301C}">
      <dsp:nvSpPr>
        <dsp:cNvPr id="0" name=""/>
        <dsp:cNvSpPr/>
      </dsp:nvSpPr>
      <dsp:spPr>
        <a:xfrm>
          <a:off x="0" y="444348"/>
          <a:ext cx="11201496" cy="443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2. Smoking Signals Classification</a:t>
          </a:r>
          <a:endParaRPr lang="en-US" sz="2000" kern="1200"/>
        </a:p>
      </dsp:txBody>
      <dsp:txXfrm>
        <a:off x="0" y="444348"/>
        <a:ext cx="11201496" cy="443969"/>
      </dsp:txXfrm>
    </dsp:sp>
    <dsp:sp modelId="{8EACE392-62E2-4D19-AB0A-949167886BBA}">
      <dsp:nvSpPr>
        <dsp:cNvPr id="0" name=""/>
        <dsp:cNvSpPr/>
      </dsp:nvSpPr>
      <dsp:spPr>
        <a:xfrm>
          <a:off x="0" y="888317"/>
          <a:ext cx="112014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1DD9FE-D752-455B-9AFD-167F4D452322}">
      <dsp:nvSpPr>
        <dsp:cNvPr id="0" name=""/>
        <dsp:cNvSpPr/>
      </dsp:nvSpPr>
      <dsp:spPr>
        <a:xfrm>
          <a:off x="0" y="888317"/>
          <a:ext cx="11201496" cy="443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3. Heart Disease Prediction</a:t>
          </a:r>
          <a:endParaRPr lang="en-US" sz="2000" kern="1200"/>
        </a:p>
      </dsp:txBody>
      <dsp:txXfrm>
        <a:off x="0" y="888317"/>
        <a:ext cx="11201496" cy="443969"/>
      </dsp:txXfrm>
    </dsp:sp>
    <dsp:sp modelId="{F62E0F80-4690-44DD-847B-7F6A3F824A90}">
      <dsp:nvSpPr>
        <dsp:cNvPr id="0" name=""/>
        <dsp:cNvSpPr/>
      </dsp:nvSpPr>
      <dsp:spPr>
        <a:xfrm>
          <a:off x="0" y="1332286"/>
          <a:ext cx="112014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21B00E-4434-449E-A6D1-C16DFD10B6EF}">
      <dsp:nvSpPr>
        <dsp:cNvPr id="0" name=""/>
        <dsp:cNvSpPr/>
      </dsp:nvSpPr>
      <dsp:spPr>
        <a:xfrm>
          <a:off x="0" y="1332286"/>
          <a:ext cx="11201496" cy="443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4. Student Performance Modeling</a:t>
          </a:r>
          <a:endParaRPr lang="en-US" sz="2000" kern="1200"/>
        </a:p>
      </dsp:txBody>
      <dsp:txXfrm>
        <a:off x="0" y="1332286"/>
        <a:ext cx="11201496" cy="443969"/>
      </dsp:txXfrm>
    </dsp:sp>
    <dsp:sp modelId="{DE6BA414-F804-4EF4-8794-F116FAEDD598}">
      <dsp:nvSpPr>
        <dsp:cNvPr id="0" name=""/>
        <dsp:cNvSpPr/>
      </dsp:nvSpPr>
      <dsp:spPr>
        <a:xfrm>
          <a:off x="0" y="1776256"/>
          <a:ext cx="112014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1618E2-8283-4C99-93D2-5352DE3B70A5}">
      <dsp:nvSpPr>
        <dsp:cNvPr id="0" name=""/>
        <dsp:cNvSpPr/>
      </dsp:nvSpPr>
      <dsp:spPr>
        <a:xfrm>
          <a:off x="0" y="1776256"/>
          <a:ext cx="11201496" cy="443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5. Titanic Survival Prediction</a:t>
          </a:r>
          <a:endParaRPr lang="en-US" sz="2000" kern="1200"/>
        </a:p>
      </dsp:txBody>
      <dsp:txXfrm>
        <a:off x="0" y="1776256"/>
        <a:ext cx="11201496" cy="443969"/>
      </dsp:txXfrm>
    </dsp:sp>
    <dsp:sp modelId="{39A0816D-DC1B-4A7D-B196-15F0CC3357A7}">
      <dsp:nvSpPr>
        <dsp:cNvPr id="0" name=""/>
        <dsp:cNvSpPr/>
      </dsp:nvSpPr>
      <dsp:spPr>
        <a:xfrm>
          <a:off x="0" y="2220225"/>
          <a:ext cx="112014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0DF911-4446-4A28-9F02-C9F6EC23A7E7}">
      <dsp:nvSpPr>
        <dsp:cNvPr id="0" name=""/>
        <dsp:cNvSpPr/>
      </dsp:nvSpPr>
      <dsp:spPr>
        <a:xfrm>
          <a:off x="0" y="2220225"/>
          <a:ext cx="11201496" cy="443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6. Cross‐Dataset Comparison</a:t>
          </a:r>
          <a:endParaRPr lang="en-US" sz="2000" kern="1200"/>
        </a:p>
      </dsp:txBody>
      <dsp:txXfrm>
        <a:off x="0" y="2220225"/>
        <a:ext cx="11201496" cy="443969"/>
      </dsp:txXfrm>
    </dsp:sp>
    <dsp:sp modelId="{206C6913-5861-46EF-ABC1-DCBDBFDC6A47}">
      <dsp:nvSpPr>
        <dsp:cNvPr id="0" name=""/>
        <dsp:cNvSpPr/>
      </dsp:nvSpPr>
      <dsp:spPr>
        <a:xfrm>
          <a:off x="0" y="2664194"/>
          <a:ext cx="112014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C9FAA6-9CBD-43D0-ADFD-41901DA4EFA5}">
      <dsp:nvSpPr>
        <dsp:cNvPr id="0" name=""/>
        <dsp:cNvSpPr/>
      </dsp:nvSpPr>
      <dsp:spPr>
        <a:xfrm>
          <a:off x="0" y="2664194"/>
          <a:ext cx="11201496" cy="443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7. Conclusions</a:t>
          </a:r>
          <a:endParaRPr lang="en-US" sz="2000" kern="1200"/>
        </a:p>
      </dsp:txBody>
      <dsp:txXfrm>
        <a:off x="0" y="2664194"/>
        <a:ext cx="11201496" cy="4439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E42633-FD39-41E9-AEDA-5C42B4597A05}">
      <dsp:nvSpPr>
        <dsp:cNvPr id="0" name=""/>
        <dsp:cNvSpPr/>
      </dsp:nvSpPr>
      <dsp:spPr>
        <a:xfrm>
          <a:off x="2505402" y="463905"/>
          <a:ext cx="3592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922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75268" y="507676"/>
        <a:ext cx="19491" cy="3898"/>
      </dsp:txXfrm>
    </dsp:sp>
    <dsp:sp modelId="{0ECC01F7-05FA-4D9A-A38D-94103B7BE57B}">
      <dsp:nvSpPr>
        <dsp:cNvPr id="0" name=""/>
        <dsp:cNvSpPr/>
      </dsp:nvSpPr>
      <dsp:spPr>
        <a:xfrm>
          <a:off x="812319" y="1160"/>
          <a:ext cx="1694883" cy="10169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051" tIns="87176" rIns="83051" bIns="8717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Dataset</a:t>
          </a:r>
          <a:r>
            <a:rPr lang="en-US" sz="1300" b="0" i="0" kern="1200" baseline="0"/>
            <a:t>: UCI Heart Disease (303 patients, 14 risk factors)</a:t>
          </a:r>
          <a:endParaRPr lang="en-US" sz="1300" kern="1200"/>
        </a:p>
      </dsp:txBody>
      <dsp:txXfrm>
        <a:off x="812319" y="1160"/>
        <a:ext cx="1694883" cy="1016930"/>
      </dsp:txXfrm>
    </dsp:sp>
    <dsp:sp modelId="{0A690BA5-D736-4857-9FCD-B142ED1FB098}">
      <dsp:nvSpPr>
        <dsp:cNvPr id="0" name=""/>
        <dsp:cNvSpPr/>
      </dsp:nvSpPr>
      <dsp:spPr>
        <a:xfrm>
          <a:off x="4590109" y="463905"/>
          <a:ext cx="3592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922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59975" y="507676"/>
        <a:ext cx="19491" cy="3898"/>
      </dsp:txXfrm>
    </dsp:sp>
    <dsp:sp modelId="{1255C854-F22C-4473-B386-E959E962EAFA}">
      <dsp:nvSpPr>
        <dsp:cNvPr id="0" name=""/>
        <dsp:cNvSpPr/>
      </dsp:nvSpPr>
      <dsp:spPr>
        <a:xfrm>
          <a:off x="2897026" y="1160"/>
          <a:ext cx="1694883" cy="10169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051" tIns="87176" rIns="83051" bIns="8717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Task</a:t>
          </a:r>
          <a:r>
            <a:rPr lang="en-US" sz="1300" b="0" i="0" kern="1200" baseline="0"/>
            <a:t>: predict presence (1) vs absence (0) of disease</a:t>
          </a:r>
          <a:endParaRPr lang="en-US" sz="1300" kern="1200"/>
        </a:p>
      </dsp:txBody>
      <dsp:txXfrm>
        <a:off x="2897026" y="1160"/>
        <a:ext cx="1694883" cy="1016930"/>
      </dsp:txXfrm>
    </dsp:sp>
    <dsp:sp modelId="{B3184847-1486-4E6A-A54A-016725C7010F}">
      <dsp:nvSpPr>
        <dsp:cNvPr id="0" name=""/>
        <dsp:cNvSpPr/>
      </dsp:nvSpPr>
      <dsp:spPr>
        <a:xfrm>
          <a:off x="1659761" y="1016290"/>
          <a:ext cx="4169413" cy="359223"/>
        </a:xfrm>
        <a:custGeom>
          <a:avLst/>
          <a:gdLst/>
          <a:ahLst/>
          <a:cxnLst/>
          <a:rect l="0" t="0" r="0" b="0"/>
          <a:pathLst>
            <a:path>
              <a:moveTo>
                <a:pt x="4169413" y="0"/>
              </a:moveTo>
              <a:lnTo>
                <a:pt x="4169413" y="196711"/>
              </a:lnTo>
              <a:lnTo>
                <a:pt x="0" y="196711"/>
              </a:lnTo>
              <a:lnTo>
                <a:pt x="0" y="359223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39778" y="1193953"/>
        <a:ext cx="209379" cy="3898"/>
      </dsp:txXfrm>
    </dsp:sp>
    <dsp:sp modelId="{9681AA8F-066B-42A5-B366-F6EA5DEA5BAA}">
      <dsp:nvSpPr>
        <dsp:cNvPr id="0" name=""/>
        <dsp:cNvSpPr/>
      </dsp:nvSpPr>
      <dsp:spPr>
        <a:xfrm>
          <a:off x="4981733" y="1160"/>
          <a:ext cx="1694883" cy="10169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051" tIns="87176" rIns="83051" bIns="8717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Preprocessing</a:t>
          </a:r>
          <a:r>
            <a:rPr lang="en-US" sz="1300" b="0" i="0" kern="1200" baseline="0"/>
            <a:t>:</a:t>
          </a:r>
          <a:endParaRPr lang="en-US" sz="1300" kern="1200"/>
        </a:p>
      </dsp:txBody>
      <dsp:txXfrm>
        <a:off x="4981733" y="1160"/>
        <a:ext cx="1694883" cy="1016930"/>
      </dsp:txXfrm>
    </dsp:sp>
    <dsp:sp modelId="{BD5EB928-B236-41D3-AD35-63635FF41B15}">
      <dsp:nvSpPr>
        <dsp:cNvPr id="0" name=""/>
        <dsp:cNvSpPr/>
      </dsp:nvSpPr>
      <dsp:spPr>
        <a:xfrm>
          <a:off x="2505402" y="1870659"/>
          <a:ext cx="3592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922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75268" y="1914430"/>
        <a:ext cx="19491" cy="3898"/>
      </dsp:txXfrm>
    </dsp:sp>
    <dsp:sp modelId="{0D0B03B2-EEFC-4506-950E-42EA2AAAEF5B}">
      <dsp:nvSpPr>
        <dsp:cNvPr id="0" name=""/>
        <dsp:cNvSpPr/>
      </dsp:nvSpPr>
      <dsp:spPr>
        <a:xfrm>
          <a:off x="812319" y="1407914"/>
          <a:ext cx="1694883" cy="10169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051" tIns="87176" rIns="83051" bIns="8717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Impute missing values (median)</a:t>
          </a:r>
          <a:endParaRPr lang="en-US" sz="1300" kern="1200"/>
        </a:p>
      </dsp:txBody>
      <dsp:txXfrm>
        <a:off x="812319" y="1407914"/>
        <a:ext cx="1694883" cy="1016930"/>
      </dsp:txXfrm>
    </dsp:sp>
    <dsp:sp modelId="{C1F89E18-63FC-4825-970B-186818CBC967}">
      <dsp:nvSpPr>
        <dsp:cNvPr id="0" name=""/>
        <dsp:cNvSpPr/>
      </dsp:nvSpPr>
      <dsp:spPr>
        <a:xfrm>
          <a:off x="4590109" y="1870659"/>
          <a:ext cx="3592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922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59975" y="1914430"/>
        <a:ext cx="19491" cy="3898"/>
      </dsp:txXfrm>
    </dsp:sp>
    <dsp:sp modelId="{4CFFA653-7619-4C7F-86DF-F21FD74EC1F9}">
      <dsp:nvSpPr>
        <dsp:cNvPr id="0" name=""/>
        <dsp:cNvSpPr/>
      </dsp:nvSpPr>
      <dsp:spPr>
        <a:xfrm>
          <a:off x="2897026" y="1407914"/>
          <a:ext cx="1694883" cy="10169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051" tIns="87176" rIns="83051" bIns="8717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One-hot encode categorical (chest pain, thalassemia)</a:t>
          </a:r>
          <a:endParaRPr lang="en-US" sz="1300" kern="1200"/>
        </a:p>
      </dsp:txBody>
      <dsp:txXfrm>
        <a:off x="2897026" y="1407914"/>
        <a:ext cx="1694883" cy="1016930"/>
      </dsp:txXfrm>
    </dsp:sp>
    <dsp:sp modelId="{EEBAD5DF-20FA-4A3B-9ED7-EEDC594BF914}">
      <dsp:nvSpPr>
        <dsp:cNvPr id="0" name=""/>
        <dsp:cNvSpPr/>
      </dsp:nvSpPr>
      <dsp:spPr>
        <a:xfrm>
          <a:off x="1659761" y="2423044"/>
          <a:ext cx="4169413" cy="359223"/>
        </a:xfrm>
        <a:custGeom>
          <a:avLst/>
          <a:gdLst/>
          <a:ahLst/>
          <a:cxnLst/>
          <a:rect l="0" t="0" r="0" b="0"/>
          <a:pathLst>
            <a:path>
              <a:moveTo>
                <a:pt x="4169413" y="0"/>
              </a:moveTo>
              <a:lnTo>
                <a:pt x="4169413" y="196711"/>
              </a:lnTo>
              <a:lnTo>
                <a:pt x="0" y="196711"/>
              </a:lnTo>
              <a:lnTo>
                <a:pt x="0" y="359223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39778" y="2600706"/>
        <a:ext cx="209379" cy="3898"/>
      </dsp:txXfrm>
    </dsp:sp>
    <dsp:sp modelId="{097292E6-CFF5-46F8-96F5-B706294BDE88}">
      <dsp:nvSpPr>
        <dsp:cNvPr id="0" name=""/>
        <dsp:cNvSpPr/>
      </dsp:nvSpPr>
      <dsp:spPr>
        <a:xfrm>
          <a:off x="4981733" y="1407914"/>
          <a:ext cx="1694883" cy="10169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051" tIns="87176" rIns="83051" bIns="8717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Scale continuous (age, cholesterol, etc.)</a:t>
          </a:r>
          <a:endParaRPr lang="en-US" sz="1300" kern="1200"/>
        </a:p>
      </dsp:txBody>
      <dsp:txXfrm>
        <a:off x="4981733" y="1407914"/>
        <a:ext cx="1694883" cy="1016930"/>
      </dsp:txXfrm>
    </dsp:sp>
    <dsp:sp modelId="{E78D6741-5283-4441-8116-FA0F7E5604A6}">
      <dsp:nvSpPr>
        <dsp:cNvPr id="0" name=""/>
        <dsp:cNvSpPr/>
      </dsp:nvSpPr>
      <dsp:spPr>
        <a:xfrm>
          <a:off x="2505402" y="3277412"/>
          <a:ext cx="3592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922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75268" y="3321183"/>
        <a:ext cx="19491" cy="3898"/>
      </dsp:txXfrm>
    </dsp:sp>
    <dsp:sp modelId="{D043F954-50BA-43EE-BB03-08EC294F897D}">
      <dsp:nvSpPr>
        <dsp:cNvPr id="0" name=""/>
        <dsp:cNvSpPr/>
      </dsp:nvSpPr>
      <dsp:spPr>
        <a:xfrm>
          <a:off x="812319" y="2814667"/>
          <a:ext cx="1694883" cy="10169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051" tIns="87176" rIns="83051" bIns="8717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Models</a:t>
          </a:r>
          <a:r>
            <a:rPr lang="en-US" sz="1300" b="0" i="0" kern="1200" baseline="0"/>
            <a:t>: Logistic Regression, Random Forest, XGBoost</a:t>
          </a:r>
          <a:endParaRPr lang="en-US" sz="1300" kern="1200"/>
        </a:p>
      </dsp:txBody>
      <dsp:txXfrm>
        <a:off x="812319" y="2814667"/>
        <a:ext cx="1694883" cy="1016930"/>
      </dsp:txXfrm>
    </dsp:sp>
    <dsp:sp modelId="{0CAC369E-6FF0-4239-B4D7-E1B9C0834890}">
      <dsp:nvSpPr>
        <dsp:cNvPr id="0" name=""/>
        <dsp:cNvSpPr/>
      </dsp:nvSpPr>
      <dsp:spPr>
        <a:xfrm>
          <a:off x="4590109" y="3277412"/>
          <a:ext cx="3592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922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59975" y="3321183"/>
        <a:ext cx="19491" cy="3898"/>
      </dsp:txXfrm>
    </dsp:sp>
    <dsp:sp modelId="{CE8C9C7D-702D-4289-B70D-12AF74083B24}">
      <dsp:nvSpPr>
        <dsp:cNvPr id="0" name=""/>
        <dsp:cNvSpPr/>
      </dsp:nvSpPr>
      <dsp:spPr>
        <a:xfrm>
          <a:off x="2897026" y="2814667"/>
          <a:ext cx="1694883" cy="10169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051" tIns="87176" rIns="83051" bIns="8717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Results</a:t>
          </a:r>
          <a:r>
            <a:rPr lang="en-US" sz="1300" b="0" i="0" kern="1200" baseline="0"/>
            <a:t>:</a:t>
          </a:r>
          <a:endParaRPr lang="en-US" sz="1300" kern="1200"/>
        </a:p>
      </dsp:txBody>
      <dsp:txXfrm>
        <a:off x="2897026" y="2814667"/>
        <a:ext cx="1694883" cy="1016930"/>
      </dsp:txXfrm>
    </dsp:sp>
    <dsp:sp modelId="{C9AD11FC-0783-49B2-8D97-1523EA639F92}">
      <dsp:nvSpPr>
        <dsp:cNvPr id="0" name=""/>
        <dsp:cNvSpPr/>
      </dsp:nvSpPr>
      <dsp:spPr>
        <a:xfrm>
          <a:off x="1659761" y="3829797"/>
          <a:ext cx="4169413" cy="359223"/>
        </a:xfrm>
        <a:custGeom>
          <a:avLst/>
          <a:gdLst/>
          <a:ahLst/>
          <a:cxnLst/>
          <a:rect l="0" t="0" r="0" b="0"/>
          <a:pathLst>
            <a:path>
              <a:moveTo>
                <a:pt x="4169413" y="0"/>
              </a:moveTo>
              <a:lnTo>
                <a:pt x="4169413" y="196711"/>
              </a:lnTo>
              <a:lnTo>
                <a:pt x="0" y="196711"/>
              </a:lnTo>
              <a:lnTo>
                <a:pt x="0" y="359223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39778" y="4007460"/>
        <a:ext cx="209379" cy="3898"/>
      </dsp:txXfrm>
    </dsp:sp>
    <dsp:sp modelId="{75BFADEE-BB53-4868-B155-5DC6AE617BF3}">
      <dsp:nvSpPr>
        <dsp:cNvPr id="0" name=""/>
        <dsp:cNvSpPr/>
      </dsp:nvSpPr>
      <dsp:spPr>
        <a:xfrm>
          <a:off x="4981733" y="2814667"/>
          <a:ext cx="1694883" cy="10169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051" tIns="87176" rIns="83051" bIns="8717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XGBoost best</a:t>
          </a:r>
          <a:r>
            <a:rPr lang="en-US" sz="1300" b="0" i="0" kern="1200" baseline="0"/>
            <a:t>: Accuracy 0.85, AUC 0.88</a:t>
          </a:r>
          <a:endParaRPr lang="en-US" sz="1300" kern="1200"/>
        </a:p>
      </dsp:txBody>
      <dsp:txXfrm>
        <a:off x="4981733" y="2814667"/>
        <a:ext cx="1694883" cy="1016930"/>
      </dsp:txXfrm>
    </dsp:sp>
    <dsp:sp modelId="{8E784FB1-D929-4A21-BA08-58891844A93E}">
      <dsp:nvSpPr>
        <dsp:cNvPr id="0" name=""/>
        <dsp:cNvSpPr/>
      </dsp:nvSpPr>
      <dsp:spPr>
        <a:xfrm>
          <a:off x="812319" y="4221421"/>
          <a:ext cx="1694883" cy="10169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051" tIns="87176" rIns="83051" bIns="8717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Feature Importance</a:t>
          </a:r>
          <a:r>
            <a:rPr lang="en-US" sz="1300" b="0" i="0" kern="1200" baseline="0"/>
            <a:t>: chest pain type, max heart rate, ST depression</a:t>
          </a:r>
          <a:endParaRPr lang="en-US" sz="1300" kern="1200"/>
        </a:p>
      </dsp:txBody>
      <dsp:txXfrm>
        <a:off x="812319" y="4221421"/>
        <a:ext cx="1694883" cy="10169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DA6006-6807-4479-846A-B15D19809ABC}">
      <dsp:nvSpPr>
        <dsp:cNvPr id="0" name=""/>
        <dsp:cNvSpPr/>
      </dsp:nvSpPr>
      <dsp:spPr>
        <a:xfrm>
          <a:off x="0" y="613"/>
          <a:ext cx="614476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A196BA-625C-454B-8C07-6B0ED6CD3958}">
      <dsp:nvSpPr>
        <dsp:cNvPr id="0" name=""/>
        <dsp:cNvSpPr/>
      </dsp:nvSpPr>
      <dsp:spPr>
        <a:xfrm>
          <a:off x="0" y="613"/>
          <a:ext cx="6144767" cy="10055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Dataset</a:t>
          </a:r>
          <a:r>
            <a:rPr lang="en-US" sz="1600" b="0" i="0" kern="1200" baseline="0"/>
            <a:t>: Kaggle Titanic (891 passengers)</a:t>
          </a:r>
          <a:endParaRPr lang="en-US" sz="1600" kern="1200"/>
        </a:p>
      </dsp:txBody>
      <dsp:txXfrm>
        <a:off x="0" y="613"/>
        <a:ext cx="6144767" cy="1005594"/>
      </dsp:txXfrm>
    </dsp:sp>
    <dsp:sp modelId="{A1E9D277-534A-4245-91FB-34D44882CE6E}">
      <dsp:nvSpPr>
        <dsp:cNvPr id="0" name=""/>
        <dsp:cNvSpPr/>
      </dsp:nvSpPr>
      <dsp:spPr>
        <a:xfrm>
          <a:off x="0" y="1006208"/>
          <a:ext cx="614476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C5C592-4761-4743-A026-9CB325907CDF}">
      <dsp:nvSpPr>
        <dsp:cNvPr id="0" name=""/>
        <dsp:cNvSpPr/>
      </dsp:nvSpPr>
      <dsp:spPr>
        <a:xfrm>
          <a:off x="0" y="1006208"/>
          <a:ext cx="6144767" cy="10055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Task</a:t>
          </a:r>
          <a:r>
            <a:rPr lang="en-US" sz="1600" b="0" i="0" kern="1200" baseline="0"/>
            <a:t>: predict survival (0/1)</a:t>
          </a:r>
          <a:endParaRPr lang="en-US" sz="1600" kern="1200"/>
        </a:p>
      </dsp:txBody>
      <dsp:txXfrm>
        <a:off x="0" y="1006208"/>
        <a:ext cx="6144767" cy="1005594"/>
      </dsp:txXfrm>
    </dsp:sp>
    <dsp:sp modelId="{B0BA8987-D2E1-452F-8929-BBC413F4BC14}">
      <dsp:nvSpPr>
        <dsp:cNvPr id="0" name=""/>
        <dsp:cNvSpPr/>
      </dsp:nvSpPr>
      <dsp:spPr>
        <a:xfrm>
          <a:off x="0" y="2011802"/>
          <a:ext cx="614476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40C9CC-60F4-42C9-A15B-8E274D998EC9}">
      <dsp:nvSpPr>
        <dsp:cNvPr id="0" name=""/>
        <dsp:cNvSpPr/>
      </dsp:nvSpPr>
      <dsp:spPr>
        <a:xfrm>
          <a:off x="0" y="2011802"/>
          <a:ext cx="6144767" cy="10055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/>
            <a:t>Preprocessing</a:t>
          </a:r>
          <a:r>
            <a:rPr lang="en-US" sz="1600" b="0" i="0" kern="1200" baseline="0" dirty="0"/>
            <a:t>: Impute Age by median; fill missing Embarked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 dirty="0"/>
            <a:t>One‐hot encode Sex, </a:t>
          </a:r>
          <a:r>
            <a:rPr lang="en-US" sz="1600" b="0" i="0" kern="1200" baseline="0" dirty="0" err="1"/>
            <a:t>Pclass</a:t>
          </a:r>
          <a:r>
            <a:rPr lang="en-US" sz="1600" b="0" i="0" kern="1200" baseline="0" dirty="0"/>
            <a:t>, Embarked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 dirty="0"/>
            <a:t>Scale Fare, Age</a:t>
          </a:r>
          <a:endParaRPr lang="en-US" sz="1600" kern="1200" dirty="0"/>
        </a:p>
      </dsp:txBody>
      <dsp:txXfrm>
        <a:off x="0" y="2011802"/>
        <a:ext cx="6144767" cy="1005594"/>
      </dsp:txXfrm>
    </dsp:sp>
    <dsp:sp modelId="{EAF8F4EA-DA8B-4EA2-B108-1C9AFF9294A6}">
      <dsp:nvSpPr>
        <dsp:cNvPr id="0" name=""/>
        <dsp:cNvSpPr/>
      </dsp:nvSpPr>
      <dsp:spPr>
        <a:xfrm>
          <a:off x="0" y="3017397"/>
          <a:ext cx="614476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D3D739-79E0-4C8B-B16E-BE47EA28A7A7}">
      <dsp:nvSpPr>
        <dsp:cNvPr id="0" name=""/>
        <dsp:cNvSpPr/>
      </dsp:nvSpPr>
      <dsp:spPr>
        <a:xfrm>
          <a:off x="0" y="3017397"/>
          <a:ext cx="6144767" cy="10055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/>
            <a:t>Models</a:t>
          </a:r>
          <a:r>
            <a:rPr lang="en-US" sz="1600" b="0" i="0" kern="1200" baseline="0" dirty="0"/>
            <a:t>: Logistic Regression: Acc 0.79, AUC 0.85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 dirty="0"/>
            <a:t>Random Forest: Acc 0.82, AUC 0.87</a:t>
          </a:r>
          <a:endParaRPr lang="en-US" sz="1600" kern="1200" dirty="0"/>
        </a:p>
      </dsp:txBody>
      <dsp:txXfrm>
        <a:off x="0" y="3017397"/>
        <a:ext cx="6144767" cy="1005594"/>
      </dsp:txXfrm>
    </dsp:sp>
    <dsp:sp modelId="{0936DEF1-D014-4467-B043-B82964ABF564}">
      <dsp:nvSpPr>
        <dsp:cNvPr id="0" name=""/>
        <dsp:cNvSpPr/>
      </dsp:nvSpPr>
      <dsp:spPr>
        <a:xfrm>
          <a:off x="0" y="4022991"/>
          <a:ext cx="614476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130A89-4F79-4BEB-A44B-00E608C24AE1}">
      <dsp:nvSpPr>
        <dsp:cNvPr id="0" name=""/>
        <dsp:cNvSpPr/>
      </dsp:nvSpPr>
      <dsp:spPr>
        <a:xfrm>
          <a:off x="0" y="4022991"/>
          <a:ext cx="6144767" cy="10055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Feature Importance</a:t>
          </a:r>
          <a:r>
            <a:rPr lang="en-US" sz="1600" b="0" i="0" kern="1200" baseline="0"/>
            <a:t>: Sex (“female”→high survival), Pclass, Fare</a:t>
          </a:r>
          <a:endParaRPr lang="en-US" sz="1600" kern="1200"/>
        </a:p>
      </dsp:txBody>
      <dsp:txXfrm>
        <a:off x="0" y="4022991"/>
        <a:ext cx="6144767" cy="10055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437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430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443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634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856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028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724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077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280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516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089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58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56C5C09-0043-4549-B800-2101B70D6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1E845A-0528-A6E5-6C4F-D68A8A345E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556148" cy="3977640"/>
          </a:xfrm>
        </p:spPr>
        <p:txBody>
          <a:bodyPr anchor="t">
            <a:normAutofit/>
          </a:bodyPr>
          <a:lstStyle/>
          <a:p>
            <a:r>
              <a:rPr lang="en-US" sz="7000" dirty="0"/>
              <a:t>CS 4375 Project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3690A2-76B3-D8CB-8BD9-7FE7109F0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5029267"/>
            <a:ext cx="5577839" cy="1316736"/>
          </a:xfrm>
        </p:spPr>
        <p:txBody>
          <a:bodyPr anchor="ctr">
            <a:normAutofit/>
          </a:bodyPr>
          <a:lstStyle/>
          <a:p>
            <a:pPr rtl="0">
              <a:lnSpc>
                <a:spcPct val="100000"/>
              </a:lnSpc>
              <a:buNone/>
            </a:pPr>
            <a:r>
              <a:rPr lang="en-US" sz="1700"/>
              <a:t>By Swastik Mallick, </a:t>
            </a:r>
            <a:r>
              <a:rPr lang="en-US" sz="1700" i="0" u="none" strike="noStrike">
                <a:effectLst/>
              </a:rPr>
              <a:t>Mrinalika Ampagowni, Tanvi Nair, Ayden Bene</a:t>
            </a:r>
            <a:endParaRPr lang="en-US" sz="1700">
              <a:effectLst/>
            </a:endParaRPr>
          </a:p>
          <a:p>
            <a:pPr>
              <a:lnSpc>
                <a:spcPct val="100000"/>
              </a:lnSpc>
              <a:buNone/>
            </a:pPr>
            <a:br>
              <a:rPr lang="en-US" sz="1700"/>
            </a:br>
            <a:endParaRPr lang="en-US" sz="17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557784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n abstract genetic concept">
            <a:extLst>
              <a:ext uri="{FF2B5EF4-FFF2-40B4-BE49-F238E27FC236}">
                <a16:creationId xmlns:a16="http://schemas.microsoft.com/office/drawing/2014/main" id="{E5494AAB-498B-119B-1D11-BC90F1C151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24" r="4660" b="1"/>
          <a:stretch/>
        </p:blipFill>
        <p:spPr>
          <a:xfrm>
            <a:off x="6696635" y="508090"/>
            <a:ext cx="4969099" cy="583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816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532CE-1B32-5E4E-3B2B-ED6E90310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graphicFrame>
        <p:nvGraphicFramePr>
          <p:cNvPr id="10" name="Rectangle 3">
            <a:extLst>
              <a:ext uri="{FF2B5EF4-FFF2-40B4-BE49-F238E27FC236}">
                <a16:creationId xmlns:a16="http://schemas.microsoft.com/office/drawing/2014/main" id="{D5A49F0F-D4B2-8450-EE10-1A2D0F90483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69588" y="2634042"/>
          <a:ext cx="11201497" cy="31085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7963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54DE62-1303-36F4-7BCF-312139E0B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102352" cy="1664208"/>
          </a:xfrm>
        </p:spPr>
        <p:txBody>
          <a:bodyPr>
            <a:normAutofit/>
          </a:bodyPr>
          <a:lstStyle/>
          <a:p>
            <a:r>
              <a:rPr lang="en-US"/>
              <a:t>Drinks Consuption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Beer">
            <a:extLst>
              <a:ext uri="{FF2B5EF4-FFF2-40B4-BE49-F238E27FC236}">
                <a16:creationId xmlns:a16="http://schemas.microsoft.com/office/drawing/2014/main" id="{753AF9C6-1094-F2F5-3FA1-5BC47F4DBE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8419" y="2834640"/>
            <a:ext cx="3511296" cy="3511296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355305D-8AC0-D62D-D997-C391E60420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63056" y="978408"/>
            <a:ext cx="5504688" cy="53675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Dataset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“drinks.csv”, 193 countries, features: beer, wine, spirits servings, total litres, country code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Task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classify “high” (&gt;10 L/person) vs “low” consumption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Preprocessing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Label‐encode 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country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→ 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country_code</a:t>
            </a:r>
            <a:endParaRPr kumimoji="0" lang="en-US" altLang="en-US" sz="17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Numeric pipeline: median‐impute → z‐score scale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Models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Random Forest &amp; SVM baselines → RF &amp; Logistic Regression tuned via GridSearchCV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Results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RF (best): Accuracy 0.73, F₁ 0.73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LR (best): Accuracy 0.73, F₁ 0.73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Limited separability—consumption patterns overlap; may need richer country-level features</a:t>
            </a:r>
          </a:p>
        </p:txBody>
      </p:sp>
    </p:spTree>
    <p:extLst>
      <p:ext uri="{BB962C8B-B14F-4D97-AF65-F5344CB8AC3E}">
        <p14:creationId xmlns:p14="http://schemas.microsoft.com/office/powerpoint/2010/main" val="504637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295C9-0496-0411-8C44-9D5BB3093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Smoking Signals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BB68B9E-35C0-5305-4455-F1C123004E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5112" y="1872291"/>
            <a:ext cx="11316296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smoking_signals.csv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(~100 MB), signals/features (e.g. ECG, accelerometer), target: smoker vs non-smoker</a:t>
            </a:r>
            <a:endParaRPr kumimoji="0" lang="en-US" altLang="en-US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Balancing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stratified subsampling to 50/50 classes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median‐impute → standardize numeric signals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RF &amp; LR (balanced class weights), hyperparameter tuning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RF tuned: precision 0.75 / recall 0.76 / F₁ 0.73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LR tuned: precision 0.73 / recall 0.72 / F₁ 0.73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Physiological signals carry moderate smoking signature; consider feature‐level engineering (spectral, temporal)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116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845C0F-1BF6-DEE5-7FBB-DCDC01649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US" sz="4000"/>
              <a:t>Heart Disease Prediction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E511C3-750B-AA87-AE51-0FA2069EA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19505EE-74E2-5A0B-CCB6-8E5F168E11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9122890"/>
              </p:ext>
            </p:extLst>
          </p:nvPr>
        </p:nvGraphicFramePr>
        <p:xfrm>
          <a:off x="4187952" y="978408"/>
          <a:ext cx="7488936" cy="5239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346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24D77-8973-B8D8-0AA4-F58B23F36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Performance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6BC28D-3AC1-8BD1-64EB-32CDBE02FC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1512" y="1892793"/>
            <a:ext cx="13204256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“student</a:t>
            </a:r>
            <a:r>
              <a:rPr lang="en-US" altLang="en-US" sz="2200" dirty="0">
                <a:latin typeface="Arial" panose="020B0604020202020204" pitchFamily="34" charset="0"/>
              </a:rPr>
              <a:t>-por.csv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 (649 records, demographics &amp; grades)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classify “pass” vs “fail” final exam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Encode binary categories (gender, school support)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study_time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absences, prior grades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Tree, Random Forest, SVM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Accuracy 0.78, F₁ 0.77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prior performance and study time drive predictions; socio-economic variables add marginal gain</a:t>
            </a:r>
          </a:p>
        </p:txBody>
      </p:sp>
    </p:spTree>
    <p:extLst>
      <p:ext uri="{BB962C8B-B14F-4D97-AF65-F5344CB8AC3E}">
        <p14:creationId xmlns:p14="http://schemas.microsoft.com/office/powerpoint/2010/main" val="3871582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FB078C-E11F-694A-3B53-C6E791ED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288536" cy="3364992"/>
          </a:xfrm>
        </p:spPr>
        <p:txBody>
          <a:bodyPr>
            <a:normAutofit/>
          </a:bodyPr>
          <a:lstStyle/>
          <a:p>
            <a:r>
              <a:rPr lang="en-US"/>
              <a:t>Titanic Survival Prediction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1E908F-EF1E-2FDB-BE4D-3F4C56B2F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A2980E-8F82-6B7D-A838-277407403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7DC8D39-F205-3DBD-A8A4-F8DEB43068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645610"/>
              </p:ext>
            </p:extLst>
          </p:nvPr>
        </p:nvGraphicFramePr>
        <p:xfrm>
          <a:off x="5532120" y="978408"/>
          <a:ext cx="6144768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6276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452D0A-B91D-9E7D-4FF7-C285E8AA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841283"/>
            <a:ext cx="3465681" cy="291647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chemeClr val="tx2"/>
                </a:solidFill>
              </a:rPr>
              <a:t>Cross Dataset Comparison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F0914B-F1CA-FA02-1873-87CCF4D3DB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9020052"/>
              </p:ext>
            </p:extLst>
          </p:nvPr>
        </p:nvGraphicFramePr>
        <p:xfrm>
          <a:off x="4362996" y="1220517"/>
          <a:ext cx="7311139" cy="4315824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1536023">
                  <a:extLst>
                    <a:ext uri="{9D8B030D-6E8A-4147-A177-3AD203B41FA5}">
                      <a16:colId xmlns:a16="http://schemas.microsoft.com/office/drawing/2014/main" val="947187777"/>
                    </a:ext>
                  </a:extLst>
                </a:gridCol>
                <a:gridCol w="1491843">
                  <a:extLst>
                    <a:ext uri="{9D8B030D-6E8A-4147-A177-3AD203B41FA5}">
                      <a16:colId xmlns:a16="http://schemas.microsoft.com/office/drawing/2014/main" val="672466226"/>
                    </a:ext>
                  </a:extLst>
                </a:gridCol>
                <a:gridCol w="1164920">
                  <a:extLst>
                    <a:ext uri="{9D8B030D-6E8A-4147-A177-3AD203B41FA5}">
                      <a16:colId xmlns:a16="http://schemas.microsoft.com/office/drawing/2014/main" val="3214289349"/>
                    </a:ext>
                  </a:extLst>
                </a:gridCol>
                <a:gridCol w="1186125">
                  <a:extLst>
                    <a:ext uri="{9D8B030D-6E8A-4147-A177-3AD203B41FA5}">
                      <a16:colId xmlns:a16="http://schemas.microsoft.com/office/drawing/2014/main" val="3570350500"/>
                    </a:ext>
                  </a:extLst>
                </a:gridCol>
                <a:gridCol w="1140179">
                  <a:extLst>
                    <a:ext uri="{9D8B030D-6E8A-4147-A177-3AD203B41FA5}">
                      <a16:colId xmlns:a16="http://schemas.microsoft.com/office/drawing/2014/main" val="612485448"/>
                    </a:ext>
                  </a:extLst>
                </a:gridCol>
                <a:gridCol w="792049">
                  <a:extLst>
                    <a:ext uri="{9D8B030D-6E8A-4147-A177-3AD203B41FA5}">
                      <a16:colId xmlns:a16="http://schemas.microsoft.com/office/drawing/2014/main" val="1076823800"/>
                    </a:ext>
                  </a:extLst>
                </a:gridCol>
              </a:tblGrid>
              <a:tr h="719304">
                <a:tc>
                  <a:txBody>
                    <a:bodyPr/>
                    <a:lstStyle/>
                    <a:p>
                      <a:r>
                        <a:rPr lang="en-US" sz="1600" b="0" cap="none" spc="0">
                          <a:solidFill>
                            <a:schemeClr val="bg1"/>
                          </a:solidFill>
                        </a:rPr>
                        <a:t>Dataset</a:t>
                      </a:r>
                    </a:p>
                  </a:txBody>
                  <a:tcPr marL="132325" marR="109784" marT="101788" marB="10178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cap="none" spc="0">
                          <a:solidFill>
                            <a:schemeClr val="bg1"/>
                          </a:solidFill>
                        </a:rPr>
                        <a:t>Task</a:t>
                      </a:r>
                    </a:p>
                  </a:txBody>
                  <a:tcPr marL="132325" marR="109784" marT="101788" marB="10178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cap="none" spc="0">
                          <a:solidFill>
                            <a:schemeClr val="bg1"/>
                          </a:solidFill>
                        </a:rPr>
                        <a:t>Best Model</a:t>
                      </a:r>
                    </a:p>
                  </a:txBody>
                  <a:tcPr marL="132325" marR="109784" marT="101788" marB="10178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cap="none" spc="0">
                          <a:solidFill>
                            <a:schemeClr val="bg1"/>
                          </a:solidFill>
                        </a:rPr>
                        <a:t>Accuracy</a:t>
                      </a:r>
                    </a:p>
                  </a:txBody>
                  <a:tcPr marL="132325" marR="109784" marT="101788" marB="10178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cap="none" spc="0">
                          <a:solidFill>
                            <a:schemeClr val="bg1"/>
                          </a:solidFill>
                        </a:rPr>
                        <a:t>F1 score</a:t>
                      </a:r>
                    </a:p>
                  </a:txBody>
                  <a:tcPr marL="132325" marR="109784" marT="101788" marB="10178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cap="none" spc="0">
                          <a:solidFill>
                            <a:schemeClr val="bg1"/>
                          </a:solidFill>
                        </a:rPr>
                        <a:t>AUC</a:t>
                      </a:r>
                    </a:p>
                  </a:txBody>
                  <a:tcPr marL="132325" marR="109784" marT="101788" marB="10178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946718"/>
                  </a:ext>
                </a:extLst>
              </a:tr>
              <a:tr h="719304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Drinks Consumption</a:t>
                      </a:r>
                    </a:p>
                  </a:txBody>
                  <a:tcPr marL="132325" marR="109784" marT="101788" marB="101788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High vs Low consumption</a:t>
                      </a:r>
                    </a:p>
                  </a:txBody>
                  <a:tcPr marL="132325" marR="109784" marT="101788" marB="1017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Random Forest</a:t>
                      </a:r>
                    </a:p>
                  </a:txBody>
                  <a:tcPr marL="132325" marR="109784" marT="101788" marB="1017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0.73</a:t>
                      </a:r>
                    </a:p>
                  </a:txBody>
                  <a:tcPr marL="132325" marR="109784" marT="101788" marB="1017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0.73</a:t>
                      </a:r>
                    </a:p>
                  </a:txBody>
                  <a:tcPr marL="132325" marR="109784" marT="101788" marB="1017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---</a:t>
                      </a:r>
                    </a:p>
                  </a:txBody>
                  <a:tcPr marL="132325" marR="109784" marT="101788" marB="1017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59174"/>
                  </a:ext>
                </a:extLst>
              </a:tr>
              <a:tr h="719304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Smoking Signals</a:t>
                      </a:r>
                    </a:p>
                  </a:txBody>
                  <a:tcPr marL="132325" marR="109784" marT="101788" marB="1017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Smoker vs Non-smoker</a:t>
                      </a:r>
                    </a:p>
                  </a:txBody>
                  <a:tcPr marL="132325" marR="109784" marT="101788" marB="1017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Random Forest</a:t>
                      </a:r>
                    </a:p>
                  </a:txBody>
                  <a:tcPr marL="132325" marR="109784" marT="101788" marB="1017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0.73</a:t>
                      </a:r>
                    </a:p>
                  </a:txBody>
                  <a:tcPr marL="132325" marR="109784" marT="101788" marB="1017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0.73</a:t>
                      </a:r>
                    </a:p>
                  </a:txBody>
                  <a:tcPr marL="132325" marR="109784" marT="101788" marB="1017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---</a:t>
                      </a:r>
                    </a:p>
                  </a:txBody>
                  <a:tcPr marL="132325" marR="109784" marT="101788" marB="1017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517957"/>
                  </a:ext>
                </a:extLst>
              </a:tr>
              <a:tr h="719304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Heart Disease</a:t>
                      </a:r>
                    </a:p>
                  </a:txBody>
                  <a:tcPr marL="132325" marR="109784" marT="101788" marB="101788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Disease vs No disease</a:t>
                      </a:r>
                    </a:p>
                  </a:txBody>
                  <a:tcPr marL="132325" marR="109784" marT="101788" marB="1017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 err="1">
                          <a:solidFill>
                            <a:schemeClr val="tx1"/>
                          </a:solidFill>
                        </a:rPr>
                        <a:t>XGBoost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2325" marR="109784" marT="101788" marB="1017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0.85</a:t>
                      </a:r>
                    </a:p>
                  </a:txBody>
                  <a:tcPr marL="132325" marR="109784" marT="101788" marB="1017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---</a:t>
                      </a:r>
                    </a:p>
                  </a:txBody>
                  <a:tcPr marL="132325" marR="109784" marT="101788" marB="1017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marL="132325" marR="109784" marT="101788" marB="1017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6491445"/>
                  </a:ext>
                </a:extLst>
              </a:tr>
              <a:tr h="719304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Student Performance</a:t>
                      </a:r>
                    </a:p>
                  </a:txBody>
                  <a:tcPr marL="132325" marR="109784" marT="101788" marB="1017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Pass vs Fail</a:t>
                      </a:r>
                    </a:p>
                  </a:txBody>
                  <a:tcPr marL="132325" marR="109784" marT="101788" marB="1017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Random Forest</a:t>
                      </a:r>
                    </a:p>
                  </a:txBody>
                  <a:tcPr marL="132325" marR="109784" marT="101788" marB="1017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0.78</a:t>
                      </a:r>
                    </a:p>
                  </a:txBody>
                  <a:tcPr marL="132325" marR="109784" marT="101788" marB="1017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0.77</a:t>
                      </a:r>
                    </a:p>
                  </a:txBody>
                  <a:tcPr marL="132325" marR="109784" marT="101788" marB="1017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---</a:t>
                      </a:r>
                    </a:p>
                  </a:txBody>
                  <a:tcPr marL="132325" marR="109784" marT="101788" marB="1017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040693"/>
                  </a:ext>
                </a:extLst>
              </a:tr>
              <a:tr h="719304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Titanic </a:t>
                      </a: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Survival</a:t>
                      </a:r>
                    </a:p>
                  </a:txBody>
                  <a:tcPr marL="132325" marR="109784" marT="101788" marB="101788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Survive vs Perish</a:t>
                      </a:r>
                    </a:p>
                  </a:txBody>
                  <a:tcPr marL="132325" marR="109784" marT="101788" marB="1017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Random Forest</a:t>
                      </a:r>
                    </a:p>
                  </a:txBody>
                  <a:tcPr marL="132325" marR="109784" marT="101788" marB="1017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0.82</a:t>
                      </a:r>
                    </a:p>
                  </a:txBody>
                  <a:tcPr marL="132325" marR="109784" marT="101788" marB="1017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---</a:t>
                      </a:r>
                    </a:p>
                  </a:txBody>
                  <a:tcPr marL="132325" marR="109784" marT="101788" marB="1017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0.87</a:t>
                      </a:r>
                    </a:p>
                  </a:txBody>
                  <a:tcPr marL="132325" marR="109784" marT="101788" marB="1017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802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6363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0307D-D19A-DEA8-53EA-5AAFDE093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18E7E-0A63-F201-A6CB-7CE7E2C63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863697"/>
            <a:ext cx="11155680" cy="376732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b="1" dirty="0"/>
              <a:t>Key Takeaways</a:t>
            </a:r>
          </a:p>
          <a:p>
            <a:pPr>
              <a:buNone/>
            </a:pPr>
            <a:r>
              <a:rPr lang="en-US" sz="2200" dirty="0"/>
              <a:t>Model Performance -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Tree‐based models consistently top performers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Structured medical &amp; structured passenger data yield highest AUC</a:t>
            </a:r>
          </a:p>
          <a:p>
            <a:pPr marL="0" indent="0">
              <a:buNone/>
            </a:pPr>
            <a:r>
              <a:rPr lang="en-US" sz="2200" dirty="0"/>
              <a:t>Preprocessing 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Imputation + scaling + thoughtful encoding yielded robust baselines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Domain-specific feature engineering (e.g. spectral transforms for signals, composite risk scores for health data) drove further gain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187268697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635</Words>
  <Application>Microsoft Office PowerPoint</Application>
  <PresentationFormat>Widescreen</PresentationFormat>
  <Paragraphs>116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 Unicode MS</vt:lpstr>
      <vt:lpstr>Arial</vt:lpstr>
      <vt:lpstr>Bierstadt</vt:lpstr>
      <vt:lpstr>GestaltVTI</vt:lpstr>
      <vt:lpstr>CS 4375 Project 1</vt:lpstr>
      <vt:lpstr>Table of Contents</vt:lpstr>
      <vt:lpstr>Drinks Consuption</vt:lpstr>
      <vt:lpstr>Smoking Signals</vt:lpstr>
      <vt:lpstr>Heart Disease Prediction</vt:lpstr>
      <vt:lpstr>Student Performance</vt:lpstr>
      <vt:lpstr>Titanic Survival Prediction</vt:lpstr>
      <vt:lpstr>Cross Dataset Comparison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Swastik Mallick</dc:creator>
  <cp:lastModifiedBy>Swastik Mallick</cp:lastModifiedBy>
  <cp:revision>2</cp:revision>
  <dcterms:created xsi:type="dcterms:W3CDTF">2025-05-12T02:19:33Z</dcterms:created>
  <dcterms:modified xsi:type="dcterms:W3CDTF">2025-05-12T22:26:09Z</dcterms:modified>
</cp:coreProperties>
</file>